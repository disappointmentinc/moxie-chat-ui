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1"/>
  </p:sldMasterIdLst>
  <p:notesMasterIdLst>
    <p:notesMasterId r:id="rId18"/>
  </p:notesMasterIdLst>
  <p:sldIdLst>
    <p:sldId id="293" r:id="rId2"/>
    <p:sldId id="258" r:id="rId23"/>
    <p:sldId id="259" r:id="rId24"/>
    <p:sldId id="260" r:id="rId25"/>
    <p:sldId id="261" r:id="rId26"/>
    <p:sldId id="262" r:id="rId27"/>
  </p:sldIdLst>
  <p:sldSz cx="12192000" cy="6858000"/>
  <p:notesSz cx="6858000" cy="9144000"/>
  <p:defaultText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2164F58-8C51-B04D-B275-02E4B1883363}">
          <p14:sldIdLst>
            <p14:sldId id="293"/>
            <p14:sldId id="310"/>
            <p14:sldId id="311"/>
            <p14:sldId id="301"/>
            <p14:sldId id="302"/>
            <p14:sldId id="303"/>
            <p14:sldId id="305"/>
            <p14:sldId id="304"/>
            <p14:sldId id="306"/>
            <p14:sldId id="307"/>
            <p14:sldId id="297"/>
          </p14:sldIdLst>
        </p14:section>
        <p14:section name="Reference Slides" id="{2B5D772E-52FA-B84A-A360-E0E8AE70DB42}">
          <p14:sldIdLst>
            <p14:sldId id="291"/>
            <p14:sldId id="288"/>
            <p14:sldId id="289"/>
            <p14:sldId id="290"/>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0D5EA"/>
    <a:srgbClr val="61D5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36"/>
    <p:restoredTop sz="90680"/>
  </p:normalViewPr>
  <p:slideViewPr>
    <p:cSldViewPr snapToGrid="0">
      <p:cViewPr varScale="1">
        <p:scale>
          <a:sx n="132" d="100"/>
          <a:sy n="132" d="100"/>
        </p:scale>
        <p:origin x="150" y="3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
  <Relationship Id="rId18" Type="http://schemas.openxmlformats.org/officeDocument/2006/relationships/notesMaster" Target="notesMasters/notesMaster1.xml"/>
  <Relationship Id="rId21" Type="http://schemas.openxmlformats.org/officeDocument/2006/relationships/theme" Target="theme/theme1.xml"/>
  <Relationship Id="rId2" Type="http://schemas.openxmlformats.org/officeDocument/2006/relationships/slide" Target="slides/slide1.xml"/>
  <Relationship Id="rId20" Type="http://schemas.openxmlformats.org/officeDocument/2006/relationships/viewProps" Target="viewProps.xml"/>
  <Relationship Id="rId1" Type="http://schemas.openxmlformats.org/officeDocument/2006/relationships/slideMaster" Target="slideMasters/slideMaster1.xml"/>
  <Relationship Id="rId19" Type="http://schemas.openxmlformats.org/officeDocument/2006/relationships/presProps" Target="presProps.xml"/>
  <Relationship Id="rId22" Type="http://schemas.openxmlformats.org/officeDocument/2006/relationships/tableStyles" Target="tableStyles.xml"/>
  <Relationship Id="rId23" Type="http://schemas.openxmlformats.org/officeDocument/2006/relationships/slide" Target="slides/slide2.xml"/>
  <Relationship Id="rId24" Type="http://schemas.openxmlformats.org/officeDocument/2006/relationships/slide" Target="slides/slide3.xml"/>
  <Relationship Id="rId25" Type="http://schemas.openxmlformats.org/officeDocument/2006/relationships/slide" Target="slides/slide4.xml"/>
  <Relationship Id="rId26" Type="http://schemas.openxmlformats.org/officeDocument/2006/relationships/slide" Target="slides/slide5.xml"/>
  <Relationship Id="rId27" Type="http://schemas.openxmlformats.org/officeDocument/2006/relationships/slide" Target="slides/slide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EE3BC-5CD7-084C-84D3-CC65FCD44103}" type="datetimeFigureOut">
              <a:rPr lang="en-US" smtClean="0"/>
              <a:t>10/16/2025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2FAD61-C886-3C49-906E-07E3C8871F48}" type="slidenum">
              <a:rPr lang="en-US" smtClean="0"/>
              <a:t>‹#›</a:t>
            </a:fld>
            <a:endParaRPr lang="en-US"/>
          </a:p>
        </p:txBody>
      </p:sp>
    </p:spTree>
    <p:extLst>
      <p:ext uri="{BB962C8B-B14F-4D97-AF65-F5344CB8AC3E}">
        <p14:creationId xmlns:p14="http://schemas.microsoft.com/office/powerpoint/2010/main" val="1958578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
  <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
  <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
  <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
  <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
  <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BCD6-2740-C13A-0BEB-E882670CD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9297E-2322-4440-F5C4-42487D848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86E0E-3BFE-8E9B-46B2-6D6C5A56E1D6}"/>
              </a:ext>
            </a:extLst>
          </p:cNvPr>
          <p:cNvSpPr>
            <a:spLocks noGrp="1"/>
          </p:cNvSpPr>
          <p:nvPr>
            <p:ph type="body" idx="1"/>
          </p:nvPr>
        </p:nvSpPr>
        <p:spPr/>
        <p:txBody>
          <a:bodyPr/>
          <a:lstStyle/>
          <a:p>
            <a:r>
              <a:t>This slide sets the stage for the presentation, introducing the Velocity solution and its relevance in today's challenging healthcare financial environment. We'll emphasize how RAG insights can be integrated to enhance decision-making processes.</a:t>
              <a:rPr/>
            </a:r>
            <a:endParaRPr lang="en-US" dirty="0"/>
          </a:p>
        </p:txBody>
      </p:sp>
      <p:sp>
        <p:nvSpPr>
          <p:cNvPr id="4" name="Slide Number Placeholder 3">
            <a:extLst>
              <a:ext uri="{FF2B5EF4-FFF2-40B4-BE49-F238E27FC236}">
                <a16:creationId xmlns:a16="http://schemas.microsoft.com/office/drawing/2014/main" id="{EDBEF074-60B4-47D1-C5D3-771C0EA41A38}"/>
              </a:ext>
            </a:extLst>
          </p:cNvPr>
          <p:cNvSpPr>
            <a:spLocks noGrp="1"/>
          </p:cNvSpPr>
          <p:nvPr>
            <p:ph type="sldNum" sz="quarter" idx="5"/>
          </p:nvPr>
        </p:nvSpPr>
        <p:spPr/>
        <p:txBody>
          <a:bodyPr/>
          <a:lstStyle/>
          <a:p>
            <a:fld id="{E62FAD61-C886-3C49-906E-07E3C8871F48}" type="slidenum">
              <a:rPr lang="en-US" smtClean="0"/>
              <a:t>4</a:t>
            </a:fld>
            <a:endParaRPr lang="en-US"/>
          </a:p>
        </p:txBody>
      </p:sp>
    </p:spTree>
    <p:extLst>
      <p:ext uri="{BB962C8B-B14F-4D97-AF65-F5344CB8AC3E}">
        <p14:creationId xmlns:p14="http://schemas.microsoft.com/office/powerpoint/2010/main" val="1135394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BCD6-2740-C13A-0BEB-E882670CD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9297E-2322-4440-F5C4-42487D848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86E0E-3BFE-8E9B-46B2-6D6C5A56E1D6}"/>
              </a:ext>
            </a:extLst>
          </p:cNvPr>
          <p:cNvSpPr>
            <a:spLocks noGrp="1"/>
          </p:cNvSpPr>
          <p:nvPr>
            <p:ph type="body" idx="1"/>
          </p:nvPr>
        </p:nvSpPr>
        <p:spPr/>
        <p:txBody>
          <a:bodyPr/>
          <a:lstStyle/>
          <a:p>
            <a:r>
              <a:t>Discuss the current market challenges cited in the conversation, using RAG benchmarks to provide a contextual backdrop. This slide bridges the gap between external pressures and internal capabilities.</a:t>
              <a:rPr/>
            </a:r>
            <a:endParaRPr lang="en-US" dirty="0"/>
          </a:p>
        </p:txBody>
      </p:sp>
      <p:sp>
        <p:nvSpPr>
          <p:cNvPr id="4" name="Slide Number Placeholder 3">
            <a:extLst>
              <a:ext uri="{FF2B5EF4-FFF2-40B4-BE49-F238E27FC236}">
                <a16:creationId xmlns:a16="http://schemas.microsoft.com/office/drawing/2014/main" id="{EDBEF074-60B4-47D1-C5D3-771C0EA41A38}"/>
              </a:ext>
            </a:extLst>
          </p:cNvPr>
          <p:cNvSpPr>
            <a:spLocks noGrp="1"/>
          </p:cNvSpPr>
          <p:nvPr>
            <p:ph type="sldNum" sz="quarter" idx="5"/>
          </p:nvPr>
        </p:nvSpPr>
        <p:spPr/>
        <p:txBody>
          <a:bodyPr/>
          <a:lstStyle/>
          <a:p>
            <a:fld id="{E62FAD61-C886-3C49-906E-07E3C8871F48}" type="slidenum">
              <a:rPr lang="en-US" smtClean="0"/>
              <a:t>4</a:t>
            </a:fld>
            <a:endParaRPr lang="en-US"/>
          </a:p>
        </p:txBody>
      </p:sp>
    </p:spTree>
    <p:extLst>
      <p:ext uri="{BB962C8B-B14F-4D97-AF65-F5344CB8AC3E}">
        <p14:creationId xmlns:p14="http://schemas.microsoft.com/office/powerpoint/2010/main" val="1135394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BCD6-2740-C13A-0BEB-E882670CD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9297E-2322-4440-F5C4-42487D848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86E0E-3BFE-8E9B-46B2-6D6C5A56E1D6}"/>
              </a:ext>
            </a:extLst>
          </p:cNvPr>
          <p:cNvSpPr>
            <a:spLocks noGrp="1"/>
          </p:cNvSpPr>
          <p:nvPr>
            <p:ph type="body" idx="1"/>
          </p:nvPr>
        </p:nvSpPr>
        <p:spPr/>
        <p:txBody>
          <a:bodyPr/>
          <a:lstStyle/>
          <a:p>
            <a:r>
              <a:t>Using RAG data, this slide compares our current performance metrics against peer medians. This visualization supports the conversation's focus on understanding gaps and setting realistic improvement targets.</a:t>
              <a:rPr/>
            </a:r>
            <a:endParaRPr lang="en-US" dirty="0"/>
          </a:p>
        </p:txBody>
      </p:sp>
      <p:sp>
        <p:nvSpPr>
          <p:cNvPr id="4" name="Slide Number Placeholder 3">
            <a:extLst>
              <a:ext uri="{FF2B5EF4-FFF2-40B4-BE49-F238E27FC236}">
                <a16:creationId xmlns:a16="http://schemas.microsoft.com/office/drawing/2014/main" id="{EDBEF074-60B4-47D1-C5D3-771C0EA41A38}"/>
              </a:ext>
            </a:extLst>
          </p:cNvPr>
          <p:cNvSpPr>
            <a:spLocks noGrp="1"/>
          </p:cNvSpPr>
          <p:nvPr>
            <p:ph type="sldNum" sz="quarter" idx="5"/>
          </p:nvPr>
        </p:nvSpPr>
        <p:spPr/>
        <p:txBody>
          <a:bodyPr/>
          <a:lstStyle/>
          <a:p>
            <a:fld id="{E62FAD61-C886-3C49-906E-07E3C8871F48}" type="slidenum">
              <a:rPr lang="en-US" smtClean="0"/>
              <a:t>4</a:t>
            </a:fld>
            <a:endParaRPr lang="en-US"/>
          </a:p>
        </p:txBody>
      </p:sp>
    </p:spTree>
    <p:extLst>
      <p:ext uri="{BB962C8B-B14F-4D97-AF65-F5344CB8AC3E}">
        <p14:creationId xmlns:p14="http://schemas.microsoft.com/office/powerpoint/2010/main" val="1135394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BCD6-2740-C13A-0BEB-E882670CD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9297E-2322-4440-F5C4-42487D848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86E0E-3BFE-8E9B-46B2-6D6C5A56E1D6}"/>
              </a:ext>
            </a:extLst>
          </p:cNvPr>
          <p:cNvSpPr>
            <a:spLocks noGrp="1"/>
          </p:cNvSpPr>
          <p:nvPr>
            <p:ph type="body" idx="1"/>
          </p:nvPr>
        </p:nvSpPr>
        <p:spPr/>
        <p:txBody>
          <a:bodyPr/>
          <a:lstStyle/>
          <a:p>
            <a:r>
              <a:t>Highlight the primary KPIs that we aim to impact through the Velocity program. Each KPI is backed by RAG data, aligning with the user's request for data-driven decision making.</a:t>
              <a:rPr/>
            </a:r>
            <a:endParaRPr lang="en-US" dirty="0"/>
          </a:p>
        </p:txBody>
      </p:sp>
      <p:sp>
        <p:nvSpPr>
          <p:cNvPr id="4" name="Slide Number Placeholder 3">
            <a:extLst>
              <a:ext uri="{FF2B5EF4-FFF2-40B4-BE49-F238E27FC236}">
                <a16:creationId xmlns:a16="http://schemas.microsoft.com/office/drawing/2014/main" id="{EDBEF074-60B4-47D1-C5D3-771C0EA41A38}"/>
              </a:ext>
            </a:extLst>
          </p:cNvPr>
          <p:cNvSpPr>
            <a:spLocks noGrp="1"/>
          </p:cNvSpPr>
          <p:nvPr>
            <p:ph type="sldNum" sz="quarter" idx="5"/>
          </p:nvPr>
        </p:nvSpPr>
        <p:spPr/>
        <p:txBody>
          <a:bodyPr/>
          <a:lstStyle/>
          <a:p>
            <a:fld id="{E62FAD61-C886-3C49-906E-07E3C8871F48}" type="slidenum">
              <a:rPr lang="en-US" smtClean="0"/>
              <a:t>4</a:t>
            </a:fld>
            <a:endParaRPr lang="en-US"/>
          </a:p>
        </p:txBody>
      </p:sp>
    </p:spTree>
    <p:extLst>
      <p:ext uri="{BB962C8B-B14F-4D97-AF65-F5344CB8AC3E}">
        <p14:creationId xmlns:p14="http://schemas.microsoft.com/office/powerpoint/2010/main" val="1135394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BCD6-2740-C13A-0BEB-E882670CD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9297E-2322-4440-F5C4-42487D848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86E0E-3BFE-8E9B-46B2-6D6C5A56E1D6}"/>
              </a:ext>
            </a:extLst>
          </p:cNvPr>
          <p:cNvSpPr>
            <a:spLocks noGrp="1"/>
          </p:cNvSpPr>
          <p:nvPr>
            <p:ph type="body" idx="1"/>
          </p:nvPr>
        </p:nvSpPr>
        <p:spPr/>
        <p:txBody>
          <a:bodyPr/>
          <a:lstStyle/>
          <a:p>
            <a:r>
              <a:t>This slide outlines the stepwise implementation strategy discussed in the conversation, from initial diagnostics using RAG baselines to sustained improvements. It emphasizes the structured approach to achieving tangible financial outcomes.</a:t>
              <a:rPr/>
            </a:r>
            <a:endParaRPr lang="en-US" dirty="0"/>
          </a:p>
        </p:txBody>
      </p:sp>
      <p:sp>
        <p:nvSpPr>
          <p:cNvPr id="4" name="Slide Number Placeholder 3">
            <a:extLst>
              <a:ext uri="{FF2B5EF4-FFF2-40B4-BE49-F238E27FC236}">
                <a16:creationId xmlns:a16="http://schemas.microsoft.com/office/drawing/2014/main" id="{EDBEF074-60B4-47D1-C5D3-771C0EA41A38}"/>
              </a:ext>
            </a:extLst>
          </p:cNvPr>
          <p:cNvSpPr>
            <a:spLocks noGrp="1"/>
          </p:cNvSpPr>
          <p:nvPr>
            <p:ph type="sldNum" sz="quarter" idx="5"/>
          </p:nvPr>
        </p:nvSpPr>
        <p:spPr/>
        <p:txBody>
          <a:bodyPr/>
          <a:lstStyle/>
          <a:p>
            <a:fld id="{E62FAD61-C886-3C49-906E-07E3C8871F48}" type="slidenum">
              <a:rPr lang="en-US" smtClean="0"/>
              <a:t>4</a:t>
            </a:fld>
            <a:endParaRPr lang="en-US"/>
          </a:p>
        </p:txBody>
      </p:sp>
    </p:spTree>
    <p:extLst>
      <p:ext uri="{BB962C8B-B14F-4D97-AF65-F5344CB8AC3E}">
        <p14:creationId xmlns:p14="http://schemas.microsoft.com/office/powerpoint/2010/main" val="1135394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userDrawn="1"/>
        </p:nvSpPr>
        <p:spPr>
          <a:xfrm>
            <a:off x="-3908"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2DE5C04A-D6E5-D14D-B886-D76CD73B3D8F}"/>
              </a:ext>
            </a:extLst>
          </p:cNvPr>
          <p:cNvSpPr>
            <a:spLocks noGrp="1"/>
          </p:cNvSpPr>
          <p:nvPr>
            <p:ph type="title" hasCustomPrompt="1"/>
          </p:nvPr>
        </p:nvSpPr>
        <p:spPr>
          <a:xfrm>
            <a:off x="530105" y="3125182"/>
            <a:ext cx="5805380" cy="692925"/>
          </a:xfrm>
        </p:spPr>
        <p:txBody>
          <a:bodyPr>
            <a:noAutofit/>
          </a:bodyPr>
          <a:lstStyle>
            <a:lvl1pPr>
              <a:defRPr sz="4400"/>
            </a:lvl1pPr>
          </a:lstStyle>
          <a:p>
            <a:r>
              <a:rPr lang="en-GB"/>
              <a:t>Title</a:t>
            </a:r>
            <a:endParaRPr lang="en-PT"/>
          </a:p>
        </p:txBody>
      </p:sp>
      <p:grpSp>
        <p:nvGrpSpPr>
          <p:cNvPr id="23" name="Graphic 21">
            <a:extLst>
              <a:ext uri="{FF2B5EF4-FFF2-40B4-BE49-F238E27FC236}">
                <a16:creationId xmlns:a16="http://schemas.microsoft.com/office/drawing/2014/main" id="{487D8F7B-0FF4-CC4A-A22A-E4E9E9413919}"/>
              </a:ext>
            </a:extLst>
          </p:cNvPr>
          <p:cNvGrpSpPr/>
          <p:nvPr/>
        </p:nvGrpSpPr>
        <p:grpSpPr>
          <a:xfrm>
            <a:off x="595699" y="659932"/>
            <a:ext cx="2522064" cy="238139"/>
            <a:chOff x="2546350" y="3092450"/>
            <a:chExt cx="7099490" cy="670350"/>
          </a:xfrm>
          <a:solidFill>
            <a:schemeClr val="tx2"/>
          </a:solidFill>
        </p:grpSpPr>
        <p:sp>
          <p:nvSpPr>
            <p:cNvPr id="24" name="Freeform 23">
              <a:extLst>
                <a:ext uri="{FF2B5EF4-FFF2-40B4-BE49-F238E27FC236}">
                  <a16:creationId xmlns:a16="http://schemas.microsoft.com/office/drawing/2014/main" id="{00369393-1E25-D04E-B9DA-2128FDA9EEC3}"/>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grpFill/>
            <a:ln w="0" cap="flat">
              <a:noFill/>
              <a:prstDash val="solid"/>
              <a:miter/>
            </a:ln>
          </p:spPr>
          <p:txBody>
            <a:bodyPr rtlCol="0" anchor="ctr"/>
            <a:lstStyle/>
            <a:p>
              <a:endParaRPr lang="en-PT">
                <a:solidFill>
                  <a:schemeClr val="tx2"/>
                </a:solidFill>
              </a:endParaRPr>
            </a:p>
          </p:txBody>
        </p:sp>
        <p:sp>
          <p:nvSpPr>
            <p:cNvPr id="25" name="Freeform 24">
              <a:extLst>
                <a:ext uri="{FF2B5EF4-FFF2-40B4-BE49-F238E27FC236}">
                  <a16:creationId xmlns:a16="http://schemas.microsoft.com/office/drawing/2014/main" id="{A3AE8470-C774-0C4F-8874-F3791D780D31}"/>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grpFill/>
            <a:ln w="0" cap="flat">
              <a:noFill/>
              <a:prstDash val="solid"/>
              <a:miter/>
            </a:ln>
          </p:spPr>
          <p:txBody>
            <a:bodyPr rtlCol="0" anchor="ctr"/>
            <a:lstStyle/>
            <a:p>
              <a:endParaRPr lang="en-PT">
                <a:solidFill>
                  <a:schemeClr val="tx2"/>
                </a:solidFill>
              </a:endParaRPr>
            </a:p>
          </p:txBody>
        </p:sp>
        <p:sp>
          <p:nvSpPr>
            <p:cNvPr id="26" name="Freeform 25">
              <a:extLst>
                <a:ext uri="{FF2B5EF4-FFF2-40B4-BE49-F238E27FC236}">
                  <a16:creationId xmlns:a16="http://schemas.microsoft.com/office/drawing/2014/main" id="{BD092881-4137-6B48-B96F-563478F72757}"/>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grpFill/>
            <a:ln w="0" cap="flat">
              <a:noFill/>
              <a:prstDash val="solid"/>
              <a:miter/>
            </a:ln>
          </p:spPr>
          <p:txBody>
            <a:bodyPr rtlCol="0" anchor="ctr"/>
            <a:lstStyle/>
            <a:p>
              <a:endParaRPr lang="en-PT">
                <a:solidFill>
                  <a:schemeClr val="tx2"/>
                </a:solidFill>
              </a:endParaRPr>
            </a:p>
          </p:txBody>
        </p:sp>
        <p:sp>
          <p:nvSpPr>
            <p:cNvPr id="27" name="Freeform 26">
              <a:extLst>
                <a:ext uri="{FF2B5EF4-FFF2-40B4-BE49-F238E27FC236}">
                  <a16:creationId xmlns:a16="http://schemas.microsoft.com/office/drawing/2014/main" id="{2E7D7EF5-2EC3-254D-A6C9-20EFE588EEF2}"/>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grpFill/>
            <a:ln w="0" cap="flat">
              <a:noFill/>
              <a:prstDash val="solid"/>
              <a:miter/>
            </a:ln>
          </p:spPr>
          <p:txBody>
            <a:bodyPr rtlCol="0" anchor="ctr"/>
            <a:lstStyle/>
            <a:p>
              <a:endParaRPr lang="en-PT">
                <a:solidFill>
                  <a:schemeClr val="tx2"/>
                </a:solidFill>
              </a:endParaRPr>
            </a:p>
          </p:txBody>
        </p:sp>
        <p:sp>
          <p:nvSpPr>
            <p:cNvPr id="28" name="Freeform 27">
              <a:extLst>
                <a:ext uri="{FF2B5EF4-FFF2-40B4-BE49-F238E27FC236}">
                  <a16:creationId xmlns:a16="http://schemas.microsoft.com/office/drawing/2014/main" id="{ACC316F4-D406-2B47-89D4-7C69A4040F6E}"/>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grpFill/>
            <a:ln w="0" cap="flat">
              <a:noFill/>
              <a:prstDash val="solid"/>
              <a:miter/>
            </a:ln>
          </p:spPr>
          <p:txBody>
            <a:bodyPr rtlCol="0" anchor="ctr"/>
            <a:lstStyle/>
            <a:p>
              <a:endParaRPr lang="en-PT">
                <a:solidFill>
                  <a:schemeClr val="tx2"/>
                </a:solidFill>
              </a:endParaRPr>
            </a:p>
          </p:txBody>
        </p:sp>
        <p:sp>
          <p:nvSpPr>
            <p:cNvPr id="29" name="Freeform 28">
              <a:extLst>
                <a:ext uri="{FF2B5EF4-FFF2-40B4-BE49-F238E27FC236}">
                  <a16:creationId xmlns:a16="http://schemas.microsoft.com/office/drawing/2014/main" id="{8EF5A415-272C-654A-8889-E676FCEE8DA8}"/>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grpFill/>
            <a:ln w="0" cap="flat">
              <a:noFill/>
              <a:prstDash val="solid"/>
              <a:miter/>
            </a:ln>
          </p:spPr>
          <p:txBody>
            <a:bodyPr rtlCol="0" anchor="ctr"/>
            <a:lstStyle/>
            <a:p>
              <a:endParaRPr lang="en-PT">
                <a:solidFill>
                  <a:schemeClr val="tx2"/>
                </a:solidFill>
              </a:endParaRPr>
            </a:p>
          </p:txBody>
        </p:sp>
        <p:sp>
          <p:nvSpPr>
            <p:cNvPr id="30" name="Freeform 29">
              <a:extLst>
                <a:ext uri="{FF2B5EF4-FFF2-40B4-BE49-F238E27FC236}">
                  <a16:creationId xmlns:a16="http://schemas.microsoft.com/office/drawing/2014/main" id="{288C2D3D-D1E0-6042-8F4A-53F96422C92D}"/>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grpFill/>
            <a:ln w="0" cap="flat">
              <a:noFill/>
              <a:prstDash val="solid"/>
              <a:miter/>
            </a:ln>
          </p:spPr>
          <p:txBody>
            <a:bodyPr rtlCol="0" anchor="ctr"/>
            <a:lstStyle/>
            <a:p>
              <a:endParaRPr lang="en-PT">
                <a:solidFill>
                  <a:schemeClr val="tx2"/>
                </a:solidFill>
              </a:endParaRPr>
            </a:p>
          </p:txBody>
        </p:sp>
        <p:sp>
          <p:nvSpPr>
            <p:cNvPr id="31" name="Freeform 30">
              <a:extLst>
                <a:ext uri="{FF2B5EF4-FFF2-40B4-BE49-F238E27FC236}">
                  <a16:creationId xmlns:a16="http://schemas.microsoft.com/office/drawing/2014/main" id="{722A9198-00BA-7246-869D-DE2B1BC6FC19}"/>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grpFill/>
            <a:ln w="0" cap="flat">
              <a:noFill/>
              <a:prstDash val="solid"/>
              <a:miter/>
            </a:ln>
          </p:spPr>
          <p:txBody>
            <a:bodyPr rtlCol="0" anchor="ctr"/>
            <a:lstStyle/>
            <a:p>
              <a:endParaRPr lang="en-PT">
                <a:solidFill>
                  <a:schemeClr val="tx2"/>
                </a:solidFill>
              </a:endParaRPr>
            </a:p>
          </p:txBody>
        </p:sp>
        <p:sp>
          <p:nvSpPr>
            <p:cNvPr id="32" name="Freeform 31">
              <a:extLst>
                <a:ext uri="{FF2B5EF4-FFF2-40B4-BE49-F238E27FC236}">
                  <a16:creationId xmlns:a16="http://schemas.microsoft.com/office/drawing/2014/main" id="{7D26BA2D-E758-DD46-AD06-891BB1DD5C4C}"/>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grpFill/>
            <a:ln w="0" cap="flat">
              <a:noFill/>
              <a:prstDash val="solid"/>
              <a:miter/>
            </a:ln>
          </p:spPr>
          <p:txBody>
            <a:bodyPr rtlCol="0" anchor="ctr"/>
            <a:lstStyle/>
            <a:p>
              <a:endParaRPr lang="en-PT">
                <a:solidFill>
                  <a:schemeClr val="tx2"/>
                </a:solidFill>
              </a:endParaRPr>
            </a:p>
          </p:txBody>
        </p:sp>
        <p:sp>
          <p:nvSpPr>
            <p:cNvPr id="33" name="Freeform 32">
              <a:extLst>
                <a:ext uri="{FF2B5EF4-FFF2-40B4-BE49-F238E27FC236}">
                  <a16:creationId xmlns:a16="http://schemas.microsoft.com/office/drawing/2014/main" id="{D786D7EB-26FC-9D46-A847-F5D0DFBD1856}"/>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grpFill/>
            <a:ln w="0" cap="flat">
              <a:noFill/>
              <a:prstDash val="solid"/>
              <a:miter/>
            </a:ln>
          </p:spPr>
          <p:txBody>
            <a:bodyPr rtlCol="0" anchor="ctr"/>
            <a:lstStyle/>
            <a:p>
              <a:endParaRPr lang="en-PT">
                <a:solidFill>
                  <a:schemeClr val="tx2"/>
                </a:solidFill>
              </a:endParaRPr>
            </a:p>
          </p:txBody>
        </p:sp>
        <p:sp>
          <p:nvSpPr>
            <p:cNvPr id="34" name="Freeform 33">
              <a:extLst>
                <a:ext uri="{FF2B5EF4-FFF2-40B4-BE49-F238E27FC236}">
                  <a16:creationId xmlns:a16="http://schemas.microsoft.com/office/drawing/2014/main" id="{1BED5034-7066-F649-8004-6C6C260F950F}"/>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grpFill/>
            <a:ln w="0" cap="flat">
              <a:noFill/>
              <a:prstDash val="solid"/>
              <a:miter/>
            </a:ln>
          </p:spPr>
          <p:txBody>
            <a:bodyPr rtlCol="0" anchor="ctr"/>
            <a:lstStyle/>
            <a:p>
              <a:endParaRPr lang="en-PT">
                <a:solidFill>
                  <a:schemeClr val="tx2"/>
                </a:solidFill>
              </a:endParaRPr>
            </a:p>
          </p:txBody>
        </p:sp>
      </p:grpSp>
      <p:grpSp>
        <p:nvGrpSpPr>
          <p:cNvPr id="7" name="Graphic 5">
            <a:extLst>
              <a:ext uri="{FF2B5EF4-FFF2-40B4-BE49-F238E27FC236}">
                <a16:creationId xmlns:a16="http://schemas.microsoft.com/office/drawing/2014/main" id="{0F2F2C72-4B8E-2842-A4F9-EF0287F8E01E}"/>
              </a:ext>
            </a:extLst>
          </p:cNvPr>
          <p:cNvGrpSpPr/>
          <p:nvPr/>
        </p:nvGrpSpPr>
        <p:grpSpPr>
          <a:xfrm>
            <a:off x="3117763" y="-9625"/>
            <a:ext cx="8909532" cy="6888435"/>
            <a:chOff x="2749550" y="838200"/>
            <a:chExt cx="6697469" cy="5178171"/>
          </a:xfrm>
        </p:grpSpPr>
        <p:sp>
          <p:nvSpPr>
            <p:cNvPr id="8" name="Freeform 7">
              <a:extLst>
                <a:ext uri="{FF2B5EF4-FFF2-40B4-BE49-F238E27FC236}">
                  <a16:creationId xmlns:a16="http://schemas.microsoft.com/office/drawing/2014/main" id="{831A998E-F47C-804A-94E4-9A0F99E857D4}"/>
                </a:ext>
              </a:extLst>
            </p:cNvPr>
            <p:cNvSpPr/>
            <p:nvPr/>
          </p:nvSpPr>
          <p:spPr>
            <a:xfrm>
              <a:off x="2749550" y="838200"/>
              <a:ext cx="6697469" cy="5178171"/>
            </a:xfrm>
            <a:custGeom>
              <a:avLst/>
              <a:gdLst>
                <a:gd name="connsiteX0" fmla="*/ 4117038 w 6697469"/>
                <a:gd name="connsiteY0" fmla="*/ 0 h 5178171"/>
                <a:gd name="connsiteX1" fmla="*/ 0 w 6697469"/>
                <a:gd name="connsiteY1" fmla="*/ 0 h 5178171"/>
                <a:gd name="connsiteX2" fmla="*/ 4025451 w 6697469"/>
                <a:gd name="connsiteY2" fmla="*/ 2215325 h 5178171"/>
                <a:gd name="connsiteX3" fmla="*/ 2411824 w 6697469"/>
                <a:gd name="connsiteY3" fmla="*/ 5178171 h 5178171"/>
                <a:gd name="connsiteX4" fmla="*/ 4660658 w 6697469"/>
                <a:gd name="connsiteY4" fmla="*/ 5178171 h 5178171"/>
                <a:gd name="connsiteX5" fmla="*/ 6697470 w 6697469"/>
                <a:gd name="connsiteY5" fmla="*/ 1423511 h 5178171"/>
                <a:gd name="connsiteX6" fmla="*/ 4117038 w 6697469"/>
                <a:gd name="connsiteY6" fmla="*/ 0 h 517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7469" h="5178171">
                  <a:moveTo>
                    <a:pt x="4117038" y="0"/>
                  </a:moveTo>
                  <a:lnTo>
                    <a:pt x="0" y="0"/>
                  </a:lnTo>
                  <a:lnTo>
                    <a:pt x="4025451" y="2215325"/>
                  </a:lnTo>
                  <a:lnTo>
                    <a:pt x="2411824" y="5178171"/>
                  </a:lnTo>
                  <a:lnTo>
                    <a:pt x="4660658" y="5178171"/>
                  </a:lnTo>
                  <a:lnTo>
                    <a:pt x="6697470" y="1423511"/>
                  </a:lnTo>
                  <a:lnTo>
                    <a:pt x="4117038" y="0"/>
                  </a:lnTo>
                  <a:close/>
                </a:path>
              </a:pathLst>
            </a:custGeom>
            <a:solidFill>
              <a:schemeClr val="tx2"/>
            </a:solidFill>
            <a:ln w="0" cap="flat">
              <a:noFill/>
              <a:prstDash val="solid"/>
              <a:miter/>
            </a:ln>
          </p:spPr>
          <p:txBody>
            <a:bodyPr rtlCol="0" anchor="ctr"/>
            <a:lstStyle/>
            <a:p>
              <a:endParaRPr lang="en-PT"/>
            </a:p>
          </p:txBody>
        </p:sp>
        <p:sp>
          <p:nvSpPr>
            <p:cNvPr id="9" name="Freeform 8">
              <a:extLst>
                <a:ext uri="{FF2B5EF4-FFF2-40B4-BE49-F238E27FC236}">
                  <a16:creationId xmlns:a16="http://schemas.microsoft.com/office/drawing/2014/main" id="{33C16789-2F6C-9642-B3F0-CECE37EF6D00}"/>
                </a:ext>
              </a:extLst>
            </p:cNvPr>
            <p:cNvSpPr/>
            <p:nvPr/>
          </p:nvSpPr>
          <p:spPr>
            <a:xfrm>
              <a:off x="3431597" y="838200"/>
              <a:ext cx="5641933" cy="5178171"/>
            </a:xfrm>
            <a:custGeom>
              <a:avLst/>
              <a:gdLst>
                <a:gd name="connsiteX0" fmla="*/ 2836723 w 5641933"/>
                <a:gd name="connsiteY0" fmla="*/ 0 h 5178171"/>
                <a:gd name="connsiteX1" fmla="*/ 0 w 5641933"/>
                <a:gd name="connsiteY1" fmla="*/ 0 h 5178171"/>
                <a:gd name="connsiteX2" fmla="*/ 3761353 w 5641933"/>
                <a:gd name="connsiteY2" fmla="*/ 2088642 h 5178171"/>
                <a:gd name="connsiteX3" fmla="*/ 2074799 w 5641933"/>
                <a:gd name="connsiteY3" fmla="*/ 5178171 h 5178171"/>
                <a:gd name="connsiteX4" fmla="*/ 3651582 w 5641933"/>
                <a:gd name="connsiteY4" fmla="*/ 5178171 h 5178171"/>
                <a:gd name="connsiteX5" fmla="*/ 5641934 w 5641933"/>
                <a:gd name="connsiteY5" fmla="*/ 1537526 h 5178171"/>
                <a:gd name="connsiteX6" fmla="*/ 2836723 w 5641933"/>
                <a:gd name="connsiteY6" fmla="*/ 0 h 517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41933" h="5178171">
                  <a:moveTo>
                    <a:pt x="2836723" y="0"/>
                  </a:moveTo>
                  <a:lnTo>
                    <a:pt x="0" y="0"/>
                  </a:lnTo>
                  <a:lnTo>
                    <a:pt x="3761353" y="2088642"/>
                  </a:lnTo>
                  <a:lnTo>
                    <a:pt x="2074799" y="5178171"/>
                  </a:lnTo>
                  <a:lnTo>
                    <a:pt x="3651582" y="5178171"/>
                  </a:lnTo>
                  <a:lnTo>
                    <a:pt x="5641934" y="1537526"/>
                  </a:lnTo>
                  <a:cubicBezTo>
                    <a:pt x="5641934" y="1537526"/>
                    <a:pt x="3589223" y="410813"/>
                    <a:pt x="2836723" y="0"/>
                  </a:cubicBezTo>
                  <a:close/>
                </a:path>
              </a:pathLst>
            </a:custGeom>
            <a:solidFill>
              <a:srgbClr val="273355"/>
            </a:solidFill>
            <a:ln w="0" cap="flat">
              <a:noFill/>
              <a:prstDash val="solid"/>
              <a:miter/>
            </a:ln>
          </p:spPr>
          <p:txBody>
            <a:bodyPr rtlCol="0" anchor="ctr"/>
            <a:lstStyle/>
            <a:p>
              <a:endParaRPr lang="en-PT"/>
            </a:p>
          </p:txBody>
        </p:sp>
      </p:grpSp>
    </p:spTree>
    <p:extLst>
      <p:ext uri="{BB962C8B-B14F-4D97-AF65-F5344CB8AC3E}">
        <p14:creationId xmlns:p14="http://schemas.microsoft.com/office/powerpoint/2010/main" val="660999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5C04A-D6E5-D14D-B886-D76CD73B3D8F}"/>
              </a:ext>
            </a:extLst>
          </p:cNvPr>
          <p:cNvSpPr>
            <a:spLocks noGrp="1"/>
          </p:cNvSpPr>
          <p:nvPr>
            <p:ph type="title" hasCustomPrompt="1"/>
          </p:nvPr>
        </p:nvSpPr>
        <p:spPr>
          <a:xfrm>
            <a:off x="530105" y="3125182"/>
            <a:ext cx="5805380" cy="692925"/>
          </a:xfrm>
        </p:spPr>
        <p:txBody>
          <a:bodyPr>
            <a:noAutofit/>
          </a:bodyPr>
          <a:lstStyle>
            <a:lvl1pPr>
              <a:defRPr sz="4400"/>
            </a:lvl1pPr>
          </a:lstStyle>
          <a:p>
            <a:r>
              <a:rPr lang="en-GB"/>
              <a:t>Title</a:t>
            </a:r>
            <a:endParaRPr lang="en-PT"/>
          </a:p>
        </p:txBody>
      </p:sp>
    </p:spTree>
    <p:extLst>
      <p:ext uri="{BB962C8B-B14F-4D97-AF65-F5344CB8AC3E}">
        <p14:creationId xmlns:p14="http://schemas.microsoft.com/office/powerpoint/2010/main" val="3918525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rgbClr val="E7F0F1">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5" name="Rectangle 34">
            <a:extLst>
              <a:ext uri="{FF2B5EF4-FFF2-40B4-BE49-F238E27FC236}">
                <a16:creationId xmlns:a16="http://schemas.microsoft.com/office/drawing/2014/main" id="{39DC7BDF-FE7F-8B46-917E-2C2720765EB9}"/>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6" name="Rectangle 35">
            <a:extLst>
              <a:ext uri="{FF2B5EF4-FFF2-40B4-BE49-F238E27FC236}">
                <a16:creationId xmlns:a16="http://schemas.microsoft.com/office/drawing/2014/main" id="{4BAE6FB4-0AB3-3145-8F2F-D489C44A33CA}"/>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1" y="1232132"/>
            <a:ext cx="5775960" cy="4307838"/>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19" name="TextBox 18">
            <a:extLst>
              <a:ext uri="{FF2B5EF4-FFF2-40B4-BE49-F238E27FC236}">
                <a16:creationId xmlns:a16="http://schemas.microsoft.com/office/drawing/2014/main" id="{C8EB536F-D908-FB4B-BD38-F02047A835A6}"/>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20" name="TextBox 19">
            <a:extLst>
              <a:ext uri="{FF2B5EF4-FFF2-40B4-BE49-F238E27FC236}">
                <a16:creationId xmlns:a16="http://schemas.microsoft.com/office/drawing/2014/main" id="{8EF0A5EE-8B6E-3441-80BB-35339164B42B}"/>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23" name="Graphic 21">
            <a:extLst>
              <a:ext uri="{FF2B5EF4-FFF2-40B4-BE49-F238E27FC236}">
                <a16:creationId xmlns:a16="http://schemas.microsoft.com/office/drawing/2014/main" id="{487D8F7B-0FF4-CC4A-A22A-E4E9E9413919}"/>
              </a:ext>
            </a:extLst>
          </p:cNvPr>
          <p:cNvGrpSpPr/>
          <p:nvPr/>
        </p:nvGrpSpPr>
        <p:grpSpPr>
          <a:xfrm>
            <a:off x="89885" y="6647769"/>
            <a:ext cx="1340139" cy="126539"/>
            <a:chOff x="2546350" y="3092450"/>
            <a:chExt cx="7099490" cy="670350"/>
          </a:xfrm>
          <a:solidFill>
            <a:srgbClr val="FFFFFF"/>
          </a:solidFill>
        </p:grpSpPr>
        <p:sp>
          <p:nvSpPr>
            <p:cNvPr id="24" name="Freeform 23">
              <a:extLst>
                <a:ext uri="{FF2B5EF4-FFF2-40B4-BE49-F238E27FC236}">
                  <a16:creationId xmlns:a16="http://schemas.microsoft.com/office/drawing/2014/main" id="{00369393-1E25-D04E-B9DA-2128FDA9EEC3}"/>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25" name="Freeform 24">
              <a:extLst>
                <a:ext uri="{FF2B5EF4-FFF2-40B4-BE49-F238E27FC236}">
                  <a16:creationId xmlns:a16="http://schemas.microsoft.com/office/drawing/2014/main" id="{A3AE8470-C774-0C4F-8874-F3791D780D31}"/>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6" name="Freeform 25">
              <a:extLst>
                <a:ext uri="{FF2B5EF4-FFF2-40B4-BE49-F238E27FC236}">
                  <a16:creationId xmlns:a16="http://schemas.microsoft.com/office/drawing/2014/main" id="{BD092881-4137-6B48-B96F-563478F72757}"/>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27" name="Freeform 26">
              <a:extLst>
                <a:ext uri="{FF2B5EF4-FFF2-40B4-BE49-F238E27FC236}">
                  <a16:creationId xmlns:a16="http://schemas.microsoft.com/office/drawing/2014/main" id="{2E7D7EF5-2EC3-254D-A6C9-20EFE588EEF2}"/>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28" name="Freeform 27">
              <a:extLst>
                <a:ext uri="{FF2B5EF4-FFF2-40B4-BE49-F238E27FC236}">
                  <a16:creationId xmlns:a16="http://schemas.microsoft.com/office/drawing/2014/main" id="{ACC316F4-D406-2B47-89D4-7C69A4040F6E}"/>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29" name="Freeform 28">
              <a:extLst>
                <a:ext uri="{FF2B5EF4-FFF2-40B4-BE49-F238E27FC236}">
                  <a16:creationId xmlns:a16="http://schemas.microsoft.com/office/drawing/2014/main" id="{8EF5A415-272C-654A-8889-E676FCEE8DA8}"/>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30" name="Freeform 29">
              <a:extLst>
                <a:ext uri="{FF2B5EF4-FFF2-40B4-BE49-F238E27FC236}">
                  <a16:creationId xmlns:a16="http://schemas.microsoft.com/office/drawing/2014/main" id="{288C2D3D-D1E0-6042-8F4A-53F96422C92D}"/>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31" name="Freeform 30">
              <a:extLst>
                <a:ext uri="{FF2B5EF4-FFF2-40B4-BE49-F238E27FC236}">
                  <a16:creationId xmlns:a16="http://schemas.microsoft.com/office/drawing/2014/main" id="{722A9198-00BA-7246-869D-DE2B1BC6FC19}"/>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32" name="Freeform 31">
              <a:extLst>
                <a:ext uri="{FF2B5EF4-FFF2-40B4-BE49-F238E27FC236}">
                  <a16:creationId xmlns:a16="http://schemas.microsoft.com/office/drawing/2014/main" id="{7D26BA2D-E758-DD46-AD06-891BB1DD5C4C}"/>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33" name="Freeform 32">
              <a:extLst>
                <a:ext uri="{FF2B5EF4-FFF2-40B4-BE49-F238E27FC236}">
                  <a16:creationId xmlns:a16="http://schemas.microsoft.com/office/drawing/2014/main" id="{D786D7EB-26FC-9D46-A847-F5D0DFBD1856}"/>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34" name="Freeform 33">
              <a:extLst>
                <a:ext uri="{FF2B5EF4-FFF2-40B4-BE49-F238E27FC236}">
                  <a16:creationId xmlns:a16="http://schemas.microsoft.com/office/drawing/2014/main" id="{1BED5034-7066-F649-8004-6C6C260F950F}"/>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48" name="Slide Number Placeholder 47">
            <a:extLst>
              <a:ext uri="{FF2B5EF4-FFF2-40B4-BE49-F238E27FC236}">
                <a16:creationId xmlns:a16="http://schemas.microsoft.com/office/drawing/2014/main" id="{5ADA9196-0D37-574D-A4B2-FBF22276B9CA}"/>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sp>
        <p:nvSpPr>
          <p:cNvPr id="3" name="Graphic 37">
            <a:extLst>
              <a:ext uri="{FF2B5EF4-FFF2-40B4-BE49-F238E27FC236}">
                <a16:creationId xmlns:a16="http://schemas.microsoft.com/office/drawing/2014/main" id="{F35A5543-EC15-9824-F3E0-51E883455ECB}"/>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cxnSp>
        <p:nvCxnSpPr>
          <p:cNvPr id="6" name="Straight Connector 5">
            <a:extLst>
              <a:ext uri="{FF2B5EF4-FFF2-40B4-BE49-F238E27FC236}">
                <a16:creationId xmlns:a16="http://schemas.microsoft.com/office/drawing/2014/main" id="{E8D1427A-D9E6-B0D0-4434-2D73A2AB479B}"/>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7" name="Title 1">
            <a:extLst>
              <a:ext uri="{FF2B5EF4-FFF2-40B4-BE49-F238E27FC236}">
                <a16:creationId xmlns:a16="http://schemas.microsoft.com/office/drawing/2014/main" id="{C9DCE77C-1E4E-91DE-B31F-9443A6CD7F1B}"/>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8" name="Text Placeholder 12">
            <a:extLst>
              <a:ext uri="{FF2B5EF4-FFF2-40B4-BE49-F238E27FC236}">
                <a16:creationId xmlns:a16="http://schemas.microsoft.com/office/drawing/2014/main" id="{FAB05FB8-936D-79A1-3CDF-813DB884FAC0}"/>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dirty="0"/>
              <a:t>Sub-Title / Tag-Line</a:t>
            </a:r>
            <a:endParaRPr lang="en-PT" dirty="0"/>
          </a:p>
        </p:txBody>
      </p:sp>
      <p:grpSp>
        <p:nvGrpSpPr>
          <p:cNvPr id="2" name="Graphic 5">
            <a:extLst>
              <a:ext uri="{FF2B5EF4-FFF2-40B4-BE49-F238E27FC236}">
                <a16:creationId xmlns:a16="http://schemas.microsoft.com/office/drawing/2014/main" id="{C6BDB0C4-1712-F9A4-09DF-C466D6D7A180}"/>
              </a:ext>
            </a:extLst>
          </p:cNvPr>
          <p:cNvGrpSpPr/>
          <p:nvPr/>
        </p:nvGrpSpPr>
        <p:grpSpPr>
          <a:xfrm>
            <a:off x="3117763" y="-9625"/>
            <a:ext cx="8909532" cy="6888435"/>
            <a:chOff x="2749550" y="838200"/>
            <a:chExt cx="6697469" cy="5178171"/>
          </a:xfrm>
          <a:solidFill>
            <a:srgbClr val="000000">
              <a:alpha val="3137"/>
            </a:srgbClr>
          </a:solidFill>
        </p:grpSpPr>
        <p:sp>
          <p:nvSpPr>
            <p:cNvPr id="4" name="Freeform 7">
              <a:extLst>
                <a:ext uri="{FF2B5EF4-FFF2-40B4-BE49-F238E27FC236}">
                  <a16:creationId xmlns:a16="http://schemas.microsoft.com/office/drawing/2014/main" id="{8CA951DE-D29E-DD57-0D33-030F41583EEC}"/>
                </a:ext>
              </a:extLst>
            </p:cNvPr>
            <p:cNvSpPr/>
            <p:nvPr/>
          </p:nvSpPr>
          <p:spPr>
            <a:xfrm>
              <a:off x="2749550" y="838200"/>
              <a:ext cx="6697469" cy="5178171"/>
            </a:xfrm>
            <a:custGeom>
              <a:avLst/>
              <a:gdLst>
                <a:gd name="connsiteX0" fmla="*/ 4117038 w 6697469"/>
                <a:gd name="connsiteY0" fmla="*/ 0 h 5178171"/>
                <a:gd name="connsiteX1" fmla="*/ 0 w 6697469"/>
                <a:gd name="connsiteY1" fmla="*/ 0 h 5178171"/>
                <a:gd name="connsiteX2" fmla="*/ 4025451 w 6697469"/>
                <a:gd name="connsiteY2" fmla="*/ 2215325 h 5178171"/>
                <a:gd name="connsiteX3" fmla="*/ 2411824 w 6697469"/>
                <a:gd name="connsiteY3" fmla="*/ 5178171 h 5178171"/>
                <a:gd name="connsiteX4" fmla="*/ 4660658 w 6697469"/>
                <a:gd name="connsiteY4" fmla="*/ 5178171 h 5178171"/>
                <a:gd name="connsiteX5" fmla="*/ 6697470 w 6697469"/>
                <a:gd name="connsiteY5" fmla="*/ 1423511 h 5178171"/>
                <a:gd name="connsiteX6" fmla="*/ 4117038 w 6697469"/>
                <a:gd name="connsiteY6" fmla="*/ 0 h 517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7469" h="5178171">
                  <a:moveTo>
                    <a:pt x="4117038" y="0"/>
                  </a:moveTo>
                  <a:lnTo>
                    <a:pt x="0" y="0"/>
                  </a:lnTo>
                  <a:lnTo>
                    <a:pt x="4025451" y="2215325"/>
                  </a:lnTo>
                  <a:lnTo>
                    <a:pt x="2411824" y="5178171"/>
                  </a:lnTo>
                  <a:lnTo>
                    <a:pt x="4660658" y="5178171"/>
                  </a:lnTo>
                  <a:lnTo>
                    <a:pt x="6697470" y="1423511"/>
                  </a:lnTo>
                  <a:lnTo>
                    <a:pt x="4117038" y="0"/>
                  </a:lnTo>
                  <a:close/>
                </a:path>
              </a:pathLst>
            </a:custGeom>
            <a:grpFill/>
            <a:ln w="0" cap="flat">
              <a:noFill/>
              <a:prstDash val="solid"/>
              <a:miter/>
            </a:ln>
          </p:spPr>
          <p:txBody>
            <a:bodyPr rtlCol="0" anchor="ctr"/>
            <a:lstStyle/>
            <a:p>
              <a:endParaRPr lang="en-PT"/>
            </a:p>
          </p:txBody>
        </p:sp>
        <p:sp>
          <p:nvSpPr>
            <p:cNvPr id="5" name="Freeform 8">
              <a:extLst>
                <a:ext uri="{FF2B5EF4-FFF2-40B4-BE49-F238E27FC236}">
                  <a16:creationId xmlns:a16="http://schemas.microsoft.com/office/drawing/2014/main" id="{1C8A3850-8F8B-DFCD-44BD-248D63412C62}"/>
                </a:ext>
              </a:extLst>
            </p:cNvPr>
            <p:cNvSpPr/>
            <p:nvPr/>
          </p:nvSpPr>
          <p:spPr>
            <a:xfrm>
              <a:off x="3431597" y="838200"/>
              <a:ext cx="5641933" cy="5178171"/>
            </a:xfrm>
            <a:custGeom>
              <a:avLst/>
              <a:gdLst>
                <a:gd name="connsiteX0" fmla="*/ 2836723 w 5641933"/>
                <a:gd name="connsiteY0" fmla="*/ 0 h 5178171"/>
                <a:gd name="connsiteX1" fmla="*/ 0 w 5641933"/>
                <a:gd name="connsiteY1" fmla="*/ 0 h 5178171"/>
                <a:gd name="connsiteX2" fmla="*/ 3761353 w 5641933"/>
                <a:gd name="connsiteY2" fmla="*/ 2088642 h 5178171"/>
                <a:gd name="connsiteX3" fmla="*/ 2074799 w 5641933"/>
                <a:gd name="connsiteY3" fmla="*/ 5178171 h 5178171"/>
                <a:gd name="connsiteX4" fmla="*/ 3651582 w 5641933"/>
                <a:gd name="connsiteY4" fmla="*/ 5178171 h 5178171"/>
                <a:gd name="connsiteX5" fmla="*/ 5641934 w 5641933"/>
                <a:gd name="connsiteY5" fmla="*/ 1537526 h 5178171"/>
                <a:gd name="connsiteX6" fmla="*/ 2836723 w 5641933"/>
                <a:gd name="connsiteY6" fmla="*/ 0 h 517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41933" h="5178171">
                  <a:moveTo>
                    <a:pt x="2836723" y="0"/>
                  </a:moveTo>
                  <a:lnTo>
                    <a:pt x="0" y="0"/>
                  </a:lnTo>
                  <a:lnTo>
                    <a:pt x="3761353" y="2088642"/>
                  </a:lnTo>
                  <a:lnTo>
                    <a:pt x="2074799" y="5178171"/>
                  </a:lnTo>
                  <a:lnTo>
                    <a:pt x="3651582" y="5178171"/>
                  </a:lnTo>
                  <a:lnTo>
                    <a:pt x="5641934" y="1537526"/>
                  </a:lnTo>
                  <a:cubicBezTo>
                    <a:pt x="5641934" y="1537526"/>
                    <a:pt x="3589223" y="410813"/>
                    <a:pt x="2836723" y="0"/>
                  </a:cubicBezTo>
                  <a:close/>
                </a:path>
              </a:pathLst>
            </a:custGeom>
            <a:grpFill/>
            <a:ln w="0" cap="flat">
              <a:noFill/>
              <a:prstDash val="solid"/>
              <a:miter/>
            </a:ln>
          </p:spPr>
          <p:txBody>
            <a:bodyPr rtlCol="0" anchor="ctr"/>
            <a:lstStyle/>
            <a:p>
              <a:endParaRPr lang="en-PT"/>
            </a:p>
          </p:txBody>
        </p:sp>
      </p:grpSp>
    </p:spTree>
    <p:extLst>
      <p:ext uri="{BB962C8B-B14F-4D97-AF65-F5344CB8AC3E}">
        <p14:creationId xmlns:p14="http://schemas.microsoft.com/office/powerpoint/2010/main" val="3951955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pening Content 1">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rgbClr val="E7F0F1">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1" y="1232132"/>
            <a:ext cx="5775960" cy="4307838"/>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 name="Graphic 37">
            <a:extLst>
              <a:ext uri="{FF2B5EF4-FFF2-40B4-BE49-F238E27FC236}">
                <a16:creationId xmlns:a16="http://schemas.microsoft.com/office/drawing/2014/main" id="{F35A5543-EC15-9824-F3E0-51E883455ECB}"/>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4" name="Rectangle 3">
            <a:extLst>
              <a:ext uri="{FF2B5EF4-FFF2-40B4-BE49-F238E27FC236}">
                <a16:creationId xmlns:a16="http://schemas.microsoft.com/office/drawing/2014/main" id="{606F0CCC-9ED0-ACC9-CF16-B062FB4D2FE2}"/>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 name="Rectangle 4">
            <a:extLst>
              <a:ext uri="{FF2B5EF4-FFF2-40B4-BE49-F238E27FC236}">
                <a16:creationId xmlns:a16="http://schemas.microsoft.com/office/drawing/2014/main" id="{ED689B7D-EEAA-2F40-46FA-EE509BC3329A}"/>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9" name="TextBox 8">
            <a:extLst>
              <a:ext uri="{FF2B5EF4-FFF2-40B4-BE49-F238E27FC236}">
                <a16:creationId xmlns:a16="http://schemas.microsoft.com/office/drawing/2014/main" id="{B4D7F7F6-2433-5736-C8E5-60AEBECCFBC8}"/>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10" name="TextBox 9">
            <a:extLst>
              <a:ext uri="{FF2B5EF4-FFF2-40B4-BE49-F238E27FC236}">
                <a16:creationId xmlns:a16="http://schemas.microsoft.com/office/drawing/2014/main" id="{BDED9671-0ACC-DC29-C8DD-D868C672C5C6}"/>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11" name="Graphic 21">
            <a:extLst>
              <a:ext uri="{FF2B5EF4-FFF2-40B4-BE49-F238E27FC236}">
                <a16:creationId xmlns:a16="http://schemas.microsoft.com/office/drawing/2014/main" id="{9A0C7B92-AD02-0E2E-9DC9-6FE7E0BAB2CC}"/>
              </a:ext>
            </a:extLst>
          </p:cNvPr>
          <p:cNvGrpSpPr/>
          <p:nvPr/>
        </p:nvGrpSpPr>
        <p:grpSpPr>
          <a:xfrm>
            <a:off x="89885" y="6647769"/>
            <a:ext cx="1340139" cy="126539"/>
            <a:chOff x="2546350" y="3092450"/>
            <a:chExt cx="7099490" cy="670350"/>
          </a:xfrm>
          <a:solidFill>
            <a:srgbClr val="FFFFFF"/>
          </a:solidFill>
        </p:grpSpPr>
        <p:sp>
          <p:nvSpPr>
            <p:cNvPr id="12" name="Freeform 23">
              <a:extLst>
                <a:ext uri="{FF2B5EF4-FFF2-40B4-BE49-F238E27FC236}">
                  <a16:creationId xmlns:a16="http://schemas.microsoft.com/office/drawing/2014/main" id="{6ABB3A38-D389-9AC8-81BE-AE4B48DCD5AB}"/>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3" name="Freeform 24">
              <a:extLst>
                <a:ext uri="{FF2B5EF4-FFF2-40B4-BE49-F238E27FC236}">
                  <a16:creationId xmlns:a16="http://schemas.microsoft.com/office/drawing/2014/main" id="{392FC71A-4458-FB4F-B01C-2E32CD932BDA}"/>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4" name="Freeform 25">
              <a:extLst>
                <a:ext uri="{FF2B5EF4-FFF2-40B4-BE49-F238E27FC236}">
                  <a16:creationId xmlns:a16="http://schemas.microsoft.com/office/drawing/2014/main" id="{DE078B75-C425-4D91-FAF1-6EBF861C9F99}"/>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5" name="Freeform 26">
              <a:extLst>
                <a:ext uri="{FF2B5EF4-FFF2-40B4-BE49-F238E27FC236}">
                  <a16:creationId xmlns:a16="http://schemas.microsoft.com/office/drawing/2014/main" id="{E9E883A0-2728-1733-C465-8EBCBE66F281}"/>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6" name="Freeform 27">
              <a:extLst>
                <a:ext uri="{FF2B5EF4-FFF2-40B4-BE49-F238E27FC236}">
                  <a16:creationId xmlns:a16="http://schemas.microsoft.com/office/drawing/2014/main" id="{60CCE9D3-B200-A206-B73C-8BF4DFC7C892}"/>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8" name="Freeform 28">
              <a:extLst>
                <a:ext uri="{FF2B5EF4-FFF2-40B4-BE49-F238E27FC236}">
                  <a16:creationId xmlns:a16="http://schemas.microsoft.com/office/drawing/2014/main" id="{971FE7A2-DE69-7614-1419-3AD5CF8147A2}"/>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1" name="Freeform 29">
              <a:extLst>
                <a:ext uri="{FF2B5EF4-FFF2-40B4-BE49-F238E27FC236}">
                  <a16:creationId xmlns:a16="http://schemas.microsoft.com/office/drawing/2014/main" id="{E7504DE1-47BD-ABC8-09DD-1A16FA6C8FBA}"/>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2" name="Freeform 30">
              <a:extLst>
                <a:ext uri="{FF2B5EF4-FFF2-40B4-BE49-F238E27FC236}">
                  <a16:creationId xmlns:a16="http://schemas.microsoft.com/office/drawing/2014/main" id="{AAB63CB7-DF5E-8F66-13F1-7261D8C199C0}"/>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38" name="Freeform 31">
              <a:extLst>
                <a:ext uri="{FF2B5EF4-FFF2-40B4-BE49-F238E27FC236}">
                  <a16:creationId xmlns:a16="http://schemas.microsoft.com/office/drawing/2014/main" id="{CC753D78-9472-CFAD-7BD2-D189BA3B66EA}"/>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39" name="Freeform 32">
              <a:extLst>
                <a:ext uri="{FF2B5EF4-FFF2-40B4-BE49-F238E27FC236}">
                  <a16:creationId xmlns:a16="http://schemas.microsoft.com/office/drawing/2014/main" id="{CCDB26E9-9192-2401-1E99-CAE16E98CD4C}"/>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0" name="Freeform 33">
              <a:extLst>
                <a:ext uri="{FF2B5EF4-FFF2-40B4-BE49-F238E27FC236}">
                  <a16:creationId xmlns:a16="http://schemas.microsoft.com/office/drawing/2014/main" id="{427B85C7-F674-08C4-F6AB-6E49D837B865}"/>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43" name="Slide Number Placeholder 47">
            <a:extLst>
              <a:ext uri="{FF2B5EF4-FFF2-40B4-BE49-F238E27FC236}">
                <a16:creationId xmlns:a16="http://schemas.microsoft.com/office/drawing/2014/main" id="{2893DCB6-D086-51FA-E555-DD608CDBEFD6}"/>
              </a:ext>
            </a:extLst>
          </p:cNvPr>
          <p:cNvSpPr>
            <a:spLocks noGrp="1"/>
          </p:cNvSpPr>
          <p:nvPr>
            <p:ph type="sldNum" sz="quarter" idx="17"/>
          </p:nvPr>
        </p:nvSpPr>
        <p:spPr>
          <a:xfrm>
            <a:off x="11801095" y="6500251"/>
            <a:ext cx="439635" cy="421574"/>
          </a:xfrm>
        </p:spPr>
        <p:txBody>
          <a:bodyPr/>
          <a:lstStyle>
            <a:lvl1pPr algn="ctr">
              <a:defRPr/>
            </a:lvl1pPr>
          </a:lstStyle>
          <a:p>
            <a:fld id="{A846F9DD-CD1C-1941-9766-570E7B02CB06}" type="slidenum">
              <a:rPr lang="en-PT" smtClean="0"/>
              <a:pPr/>
              <a:t>‹#›</a:t>
            </a:fld>
            <a:endParaRPr lang="en-PT"/>
          </a:p>
        </p:txBody>
      </p:sp>
      <p:sp>
        <p:nvSpPr>
          <p:cNvPr id="19" name="Title 1">
            <a:extLst>
              <a:ext uri="{FF2B5EF4-FFF2-40B4-BE49-F238E27FC236}">
                <a16:creationId xmlns:a16="http://schemas.microsoft.com/office/drawing/2014/main" id="{A509A806-2EDD-8E5E-9DBD-5E5B1E9148C4}"/>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4EECD649-7202-6855-B9D4-D9C815B0331A}"/>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
        <p:nvSpPr>
          <p:cNvPr id="2" name="Graphic 37">
            <a:extLst>
              <a:ext uri="{FF2B5EF4-FFF2-40B4-BE49-F238E27FC236}">
                <a16:creationId xmlns:a16="http://schemas.microsoft.com/office/drawing/2014/main" id="{411C0B48-1C7C-C3EC-2B3A-37F61FB5C76B}"/>
              </a:ext>
            </a:extLst>
          </p:cNvPr>
          <p:cNvSpPr/>
          <p:nvPr userDrawn="1"/>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7" name="Rectangle 6">
            <a:extLst>
              <a:ext uri="{FF2B5EF4-FFF2-40B4-BE49-F238E27FC236}">
                <a16:creationId xmlns:a16="http://schemas.microsoft.com/office/drawing/2014/main" id="{9B229729-E7F2-A9A6-A834-B2E4B603FB3A}"/>
              </a:ext>
            </a:extLst>
          </p:cNvPr>
          <p:cNvSpPr/>
          <p:nvPr userDrawn="1"/>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8" name="Rectangle 7">
            <a:extLst>
              <a:ext uri="{FF2B5EF4-FFF2-40B4-BE49-F238E27FC236}">
                <a16:creationId xmlns:a16="http://schemas.microsoft.com/office/drawing/2014/main" id="{D67154D3-03B7-6E7F-1529-139B9138C23B}"/>
              </a:ext>
            </a:extLst>
          </p:cNvPr>
          <p:cNvSpPr/>
          <p:nvPr userDrawn="1"/>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3" name="TextBox 22">
            <a:extLst>
              <a:ext uri="{FF2B5EF4-FFF2-40B4-BE49-F238E27FC236}">
                <a16:creationId xmlns:a16="http://schemas.microsoft.com/office/drawing/2014/main" id="{8905182B-DE54-5860-E205-F347654E3037}"/>
              </a:ext>
            </a:extLst>
          </p:cNvPr>
          <p:cNvSpPr txBox="1"/>
          <p:nvPr userDrawn="1"/>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24" name="TextBox 23">
            <a:extLst>
              <a:ext uri="{FF2B5EF4-FFF2-40B4-BE49-F238E27FC236}">
                <a16:creationId xmlns:a16="http://schemas.microsoft.com/office/drawing/2014/main" id="{FB2A587B-F988-B468-EBB1-A21BE1D50533}"/>
              </a:ext>
            </a:extLst>
          </p:cNvPr>
          <p:cNvSpPr txBox="1"/>
          <p:nvPr userDrawn="1"/>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25" name="Graphic 21">
            <a:extLst>
              <a:ext uri="{FF2B5EF4-FFF2-40B4-BE49-F238E27FC236}">
                <a16:creationId xmlns:a16="http://schemas.microsoft.com/office/drawing/2014/main" id="{DA32F64B-9983-775B-2D4E-C15EB1E37DA1}"/>
              </a:ext>
            </a:extLst>
          </p:cNvPr>
          <p:cNvGrpSpPr/>
          <p:nvPr userDrawn="1"/>
        </p:nvGrpSpPr>
        <p:grpSpPr>
          <a:xfrm>
            <a:off x="89885" y="6647769"/>
            <a:ext cx="1340139" cy="126539"/>
            <a:chOff x="2546350" y="3092450"/>
            <a:chExt cx="7099490" cy="670350"/>
          </a:xfrm>
          <a:solidFill>
            <a:srgbClr val="FFFFFF"/>
          </a:solidFill>
        </p:grpSpPr>
        <p:sp>
          <p:nvSpPr>
            <p:cNvPr id="26" name="Freeform 23">
              <a:extLst>
                <a:ext uri="{FF2B5EF4-FFF2-40B4-BE49-F238E27FC236}">
                  <a16:creationId xmlns:a16="http://schemas.microsoft.com/office/drawing/2014/main" id="{07EB0BBA-63BB-DD6D-D9D6-F013731BF401}"/>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27" name="Freeform 24">
              <a:extLst>
                <a:ext uri="{FF2B5EF4-FFF2-40B4-BE49-F238E27FC236}">
                  <a16:creationId xmlns:a16="http://schemas.microsoft.com/office/drawing/2014/main" id="{2344AD2C-2D7B-7B06-DCF4-2888D41B01C1}"/>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8" name="Freeform 25">
              <a:extLst>
                <a:ext uri="{FF2B5EF4-FFF2-40B4-BE49-F238E27FC236}">
                  <a16:creationId xmlns:a16="http://schemas.microsoft.com/office/drawing/2014/main" id="{CA4AE4D7-B00B-C3EB-35B6-5D9796B0F85D}"/>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29" name="Freeform 26">
              <a:extLst>
                <a:ext uri="{FF2B5EF4-FFF2-40B4-BE49-F238E27FC236}">
                  <a16:creationId xmlns:a16="http://schemas.microsoft.com/office/drawing/2014/main" id="{5D6FC0C4-5855-B2FC-BAF4-FC7DAE09E240}"/>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30" name="Freeform 27">
              <a:extLst>
                <a:ext uri="{FF2B5EF4-FFF2-40B4-BE49-F238E27FC236}">
                  <a16:creationId xmlns:a16="http://schemas.microsoft.com/office/drawing/2014/main" id="{D03E4A7D-6DA0-ED10-761C-00BB4DD857F7}"/>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31" name="Freeform 28">
              <a:extLst>
                <a:ext uri="{FF2B5EF4-FFF2-40B4-BE49-F238E27FC236}">
                  <a16:creationId xmlns:a16="http://schemas.microsoft.com/office/drawing/2014/main" id="{682D80E3-DF11-9F86-AEF8-3B44DA674C0E}"/>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32" name="Freeform 29">
              <a:extLst>
                <a:ext uri="{FF2B5EF4-FFF2-40B4-BE49-F238E27FC236}">
                  <a16:creationId xmlns:a16="http://schemas.microsoft.com/office/drawing/2014/main" id="{BC23877F-24C9-B1BE-F4EE-C9840754BA71}"/>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33" name="Freeform 30">
              <a:extLst>
                <a:ext uri="{FF2B5EF4-FFF2-40B4-BE49-F238E27FC236}">
                  <a16:creationId xmlns:a16="http://schemas.microsoft.com/office/drawing/2014/main" id="{C234F7FB-23ED-1CCD-067B-155529DC8788}"/>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34" name="Freeform 31">
              <a:extLst>
                <a:ext uri="{FF2B5EF4-FFF2-40B4-BE49-F238E27FC236}">
                  <a16:creationId xmlns:a16="http://schemas.microsoft.com/office/drawing/2014/main" id="{14AD7D3B-503F-70C7-8A51-35EAB234CB6A}"/>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35" name="Freeform 32">
              <a:extLst>
                <a:ext uri="{FF2B5EF4-FFF2-40B4-BE49-F238E27FC236}">
                  <a16:creationId xmlns:a16="http://schemas.microsoft.com/office/drawing/2014/main" id="{6D1A3ED5-0836-3CFA-5785-D25823C97249}"/>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36" name="Freeform 33">
              <a:extLst>
                <a:ext uri="{FF2B5EF4-FFF2-40B4-BE49-F238E27FC236}">
                  <a16:creationId xmlns:a16="http://schemas.microsoft.com/office/drawing/2014/main" id="{C4078187-5A1C-D8F3-CB7F-7EA9016523A9}"/>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Tree>
    <p:extLst>
      <p:ext uri="{BB962C8B-B14F-4D97-AF65-F5344CB8AC3E}">
        <p14:creationId xmlns:p14="http://schemas.microsoft.com/office/powerpoint/2010/main" val="2678853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pening Content 2">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rgbClr val="E7F0F1">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1" name="Graphic 37">
            <a:extLst>
              <a:ext uri="{FF2B5EF4-FFF2-40B4-BE49-F238E27FC236}">
                <a16:creationId xmlns:a16="http://schemas.microsoft.com/office/drawing/2014/main" id="{23123C39-AC7B-AA43-B1A1-16774F1CC11E}"/>
              </a:ext>
            </a:extLst>
          </p:cNvPr>
          <p:cNvSpPr/>
          <p:nvPr/>
        </p:nvSpPr>
        <p:spPr>
          <a:xfrm>
            <a:off x="5102880" y="0"/>
            <a:ext cx="1927769" cy="187140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bg2"/>
          </a:solidFill>
          <a:ln w="0" cap="flat">
            <a:noFill/>
            <a:prstDash val="solid"/>
            <a:miter/>
          </a:ln>
        </p:spPr>
        <p:txBody>
          <a:bodyPr rtlCol="0" anchor="ctr"/>
          <a:lstStyle/>
          <a:p>
            <a:endParaRPr lang="en-PT">
              <a:solidFill>
                <a:schemeClr val="bg2"/>
              </a:solidFill>
            </a:endParaRPr>
          </a:p>
        </p:txBody>
      </p:sp>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1" y="1232132"/>
            <a:ext cx="5775960" cy="4307838"/>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3" name="Picture Placeholder 42">
            <a:extLst>
              <a:ext uri="{FF2B5EF4-FFF2-40B4-BE49-F238E27FC236}">
                <a16:creationId xmlns:a16="http://schemas.microsoft.com/office/drawing/2014/main" id="{EE7FB1DC-91E0-4A44-923D-34FFDBDBAF24}"/>
              </a:ext>
            </a:extLst>
          </p:cNvPr>
          <p:cNvSpPr>
            <a:spLocks noGrp="1"/>
          </p:cNvSpPr>
          <p:nvPr>
            <p:ph type="pic" sz="quarter" idx="18" hasCustomPrompt="1"/>
          </p:nvPr>
        </p:nvSpPr>
        <p:spPr>
          <a:xfrm>
            <a:off x="7032601" y="331079"/>
            <a:ext cx="5170927" cy="5959384"/>
          </a:xfrm>
          <a:custGeom>
            <a:avLst/>
            <a:gdLst>
              <a:gd name="connsiteX0" fmla="*/ 3069436 w 5170927"/>
              <a:gd name="connsiteY0" fmla="*/ 0 h 5959384"/>
              <a:gd name="connsiteX1" fmla="*/ 5170927 w 5170927"/>
              <a:gd name="connsiteY1" fmla="*/ 2105854 h 5959384"/>
              <a:gd name="connsiteX2" fmla="*/ 5170927 w 5170927"/>
              <a:gd name="connsiteY2" fmla="*/ 4989433 h 5959384"/>
              <a:gd name="connsiteX3" fmla="*/ 3069436 w 5170927"/>
              <a:gd name="connsiteY3" fmla="*/ 2883579 h 5959384"/>
              <a:gd name="connsiteX4" fmla="*/ 0 w 5170927"/>
              <a:gd name="connsiteY4" fmla="*/ 5959384 h 5959384"/>
              <a:gd name="connsiteX5" fmla="*/ 0 w 5170927"/>
              <a:gd name="connsiteY5" fmla="*/ 3075805 h 5959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70927" h="5959384">
                <a:moveTo>
                  <a:pt x="3069436" y="0"/>
                </a:moveTo>
                <a:lnTo>
                  <a:pt x="5170927" y="2105854"/>
                </a:lnTo>
                <a:lnTo>
                  <a:pt x="5170927" y="4989433"/>
                </a:lnTo>
                <a:lnTo>
                  <a:pt x="3069436" y="2883579"/>
                </a:lnTo>
                <a:lnTo>
                  <a:pt x="0" y="5959384"/>
                </a:lnTo>
                <a:lnTo>
                  <a:pt x="0" y="3075805"/>
                </a:lnTo>
                <a:close/>
              </a:path>
            </a:pathLst>
          </a:custGeom>
          <a:solidFill>
            <a:schemeClr val="tx2"/>
          </a:solidFill>
          <a:ln>
            <a:noFill/>
          </a:ln>
        </p:spPr>
        <p:txBody>
          <a:bodyPr wrap="square" tIns="0" bIns="827999" anchor="ctr">
            <a:noAutofit/>
          </a:bodyPr>
          <a:lstStyle>
            <a:lvl1pPr algn="ctr">
              <a:defRPr sz="1400">
                <a:solidFill>
                  <a:schemeClr val="bg2"/>
                </a:solidFill>
              </a:defRPr>
            </a:lvl1pPr>
          </a:lstStyle>
          <a:p>
            <a:r>
              <a:rPr lang="en-GB"/>
              <a:t>Click to insert a picture</a:t>
            </a:r>
            <a:endParaRPr lang="en-PT"/>
          </a:p>
        </p:txBody>
      </p:sp>
      <p:sp>
        <p:nvSpPr>
          <p:cNvPr id="3" name="Graphic 37">
            <a:extLst>
              <a:ext uri="{FF2B5EF4-FFF2-40B4-BE49-F238E27FC236}">
                <a16:creationId xmlns:a16="http://schemas.microsoft.com/office/drawing/2014/main" id="{7C478B30-C3D9-132D-1908-F99E93363148}"/>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4" name="Rectangle 3">
            <a:extLst>
              <a:ext uri="{FF2B5EF4-FFF2-40B4-BE49-F238E27FC236}">
                <a16:creationId xmlns:a16="http://schemas.microsoft.com/office/drawing/2014/main" id="{2D93619F-2E58-E057-6B06-4F3F4844CE6D}"/>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 name="Rectangle 4">
            <a:extLst>
              <a:ext uri="{FF2B5EF4-FFF2-40B4-BE49-F238E27FC236}">
                <a16:creationId xmlns:a16="http://schemas.microsoft.com/office/drawing/2014/main" id="{6E798CE8-F2AF-4DE6-1812-814DCD5E2068}"/>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9" name="TextBox 8">
            <a:extLst>
              <a:ext uri="{FF2B5EF4-FFF2-40B4-BE49-F238E27FC236}">
                <a16:creationId xmlns:a16="http://schemas.microsoft.com/office/drawing/2014/main" id="{4BE2743F-4F16-6022-B63C-7177E900462C}"/>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10" name="TextBox 9">
            <a:extLst>
              <a:ext uri="{FF2B5EF4-FFF2-40B4-BE49-F238E27FC236}">
                <a16:creationId xmlns:a16="http://schemas.microsoft.com/office/drawing/2014/main" id="{FE2F78F6-7209-6839-AC86-76EF3D88A3F6}"/>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11" name="Graphic 21">
            <a:extLst>
              <a:ext uri="{FF2B5EF4-FFF2-40B4-BE49-F238E27FC236}">
                <a16:creationId xmlns:a16="http://schemas.microsoft.com/office/drawing/2014/main" id="{9EE12E2F-4DFC-E139-0CA1-54ECFB9733FD}"/>
              </a:ext>
            </a:extLst>
          </p:cNvPr>
          <p:cNvGrpSpPr/>
          <p:nvPr/>
        </p:nvGrpSpPr>
        <p:grpSpPr>
          <a:xfrm>
            <a:off x="89885" y="6647769"/>
            <a:ext cx="1340139" cy="126539"/>
            <a:chOff x="2546350" y="3092450"/>
            <a:chExt cx="7099490" cy="670350"/>
          </a:xfrm>
          <a:solidFill>
            <a:srgbClr val="FFFFFF"/>
          </a:solidFill>
        </p:grpSpPr>
        <p:sp>
          <p:nvSpPr>
            <p:cNvPr id="12" name="Freeform 23">
              <a:extLst>
                <a:ext uri="{FF2B5EF4-FFF2-40B4-BE49-F238E27FC236}">
                  <a16:creationId xmlns:a16="http://schemas.microsoft.com/office/drawing/2014/main" id="{F43308A3-95EB-B341-A79A-95CB2B4F81ED}"/>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3" name="Freeform 24">
              <a:extLst>
                <a:ext uri="{FF2B5EF4-FFF2-40B4-BE49-F238E27FC236}">
                  <a16:creationId xmlns:a16="http://schemas.microsoft.com/office/drawing/2014/main" id="{9986A0EB-1587-CD71-C090-424426774319}"/>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4" name="Freeform 25">
              <a:extLst>
                <a:ext uri="{FF2B5EF4-FFF2-40B4-BE49-F238E27FC236}">
                  <a16:creationId xmlns:a16="http://schemas.microsoft.com/office/drawing/2014/main" id="{0E35B9CF-22E9-3358-06B8-F060CC882F11}"/>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5" name="Freeform 26">
              <a:extLst>
                <a:ext uri="{FF2B5EF4-FFF2-40B4-BE49-F238E27FC236}">
                  <a16:creationId xmlns:a16="http://schemas.microsoft.com/office/drawing/2014/main" id="{8386E760-D06B-F0C2-8BE1-73202A98EF04}"/>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6" name="Freeform 27">
              <a:extLst>
                <a:ext uri="{FF2B5EF4-FFF2-40B4-BE49-F238E27FC236}">
                  <a16:creationId xmlns:a16="http://schemas.microsoft.com/office/drawing/2014/main" id="{79EB52AD-CE24-B80E-4792-CE70F2D20DAC}"/>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8" name="Freeform 28">
              <a:extLst>
                <a:ext uri="{FF2B5EF4-FFF2-40B4-BE49-F238E27FC236}">
                  <a16:creationId xmlns:a16="http://schemas.microsoft.com/office/drawing/2014/main" id="{3D8BEC8D-E662-A8E7-03F1-CA395479AA4D}"/>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1" name="Freeform 29">
              <a:extLst>
                <a:ext uri="{FF2B5EF4-FFF2-40B4-BE49-F238E27FC236}">
                  <a16:creationId xmlns:a16="http://schemas.microsoft.com/office/drawing/2014/main" id="{8B7492F5-F9AA-8665-A77B-3237D1C75448}"/>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2" name="Freeform 30">
              <a:extLst>
                <a:ext uri="{FF2B5EF4-FFF2-40B4-BE49-F238E27FC236}">
                  <a16:creationId xmlns:a16="http://schemas.microsoft.com/office/drawing/2014/main" id="{D9E25E50-88E9-560B-E973-95088BA29E44}"/>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37" name="Freeform 31">
              <a:extLst>
                <a:ext uri="{FF2B5EF4-FFF2-40B4-BE49-F238E27FC236}">
                  <a16:creationId xmlns:a16="http://schemas.microsoft.com/office/drawing/2014/main" id="{EDBAB391-5173-3298-4C1A-C79EF68FA2FC}"/>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38" name="Freeform 32">
              <a:extLst>
                <a:ext uri="{FF2B5EF4-FFF2-40B4-BE49-F238E27FC236}">
                  <a16:creationId xmlns:a16="http://schemas.microsoft.com/office/drawing/2014/main" id="{23439AC4-9FFD-47E4-73CC-C311913BA3DE}"/>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39" name="Freeform 33">
              <a:extLst>
                <a:ext uri="{FF2B5EF4-FFF2-40B4-BE49-F238E27FC236}">
                  <a16:creationId xmlns:a16="http://schemas.microsoft.com/office/drawing/2014/main" id="{10B67AD9-B4AD-DF5C-DB87-99160D61B905}"/>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40" name="Slide Number Placeholder 47">
            <a:extLst>
              <a:ext uri="{FF2B5EF4-FFF2-40B4-BE49-F238E27FC236}">
                <a16:creationId xmlns:a16="http://schemas.microsoft.com/office/drawing/2014/main" id="{7C27E613-1AEC-56A0-4A69-0CC1FC092D01}"/>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6" name="Straight Connector 5">
            <a:extLst>
              <a:ext uri="{FF2B5EF4-FFF2-40B4-BE49-F238E27FC236}">
                <a16:creationId xmlns:a16="http://schemas.microsoft.com/office/drawing/2014/main" id="{480ED253-5F6F-047E-5692-AF95176A9BA8}"/>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4ADA7510-0AEB-5B64-F0CC-90CF9DCA3DEB}"/>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8FA8D13A-51FF-8B32-7A65-8F3ABE9374E9}"/>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625420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pening Content 3">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rgbClr val="E7F0F1">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0" name="Freeform 49">
            <a:extLst>
              <a:ext uri="{FF2B5EF4-FFF2-40B4-BE49-F238E27FC236}">
                <a16:creationId xmlns:a16="http://schemas.microsoft.com/office/drawing/2014/main" id="{A24A3BD8-CA05-E943-980D-8711B19D1857}"/>
              </a:ext>
            </a:extLst>
          </p:cNvPr>
          <p:cNvSpPr/>
          <p:nvPr/>
        </p:nvSpPr>
        <p:spPr>
          <a:xfrm>
            <a:off x="8717281" y="6031319"/>
            <a:ext cx="2039362" cy="698698"/>
          </a:xfrm>
          <a:custGeom>
            <a:avLst/>
            <a:gdLst>
              <a:gd name="connsiteX0" fmla="*/ 1019638 w 2039362"/>
              <a:gd name="connsiteY0" fmla="*/ 0 h 698698"/>
              <a:gd name="connsiteX1" fmla="*/ 2039362 w 2039362"/>
              <a:gd name="connsiteY1" fmla="*/ 589743 h 698698"/>
              <a:gd name="connsiteX2" fmla="*/ 2039362 w 2039362"/>
              <a:gd name="connsiteY2" fmla="*/ 698698 h 698698"/>
              <a:gd name="connsiteX3" fmla="*/ 0 w 2039362"/>
              <a:gd name="connsiteY3" fmla="*/ 698698 h 698698"/>
              <a:gd name="connsiteX4" fmla="*/ 0 w 2039362"/>
              <a:gd name="connsiteY4" fmla="*/ 589743 h 698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9362" h="698698">
                <a:moveTo>
                  <a:pt x="1019638" y="0"/>
                </a:moveTo>
                <a:lnTo>
                  <a:pt x="2039362" y="589743"/>
                </a:lnTo>
                <a:lnTo>
                  <a:pt x="2039362" y="698698"/>
                </a:lnTo>
                <a:lnTo>
                  <a:pt x="0" y="698698"/>
                </a:lnTo>
                <a:lnTo>
                  <a:pt x="0" y="589743"/>
                </a:lnTo>
                <a:close/>
              </a:path>
            </a:pathLst>
          </a:custGeom>
          <a:solidFill>
            <a:schemeClr val="bg1"/>
          </a:solidFill>
          <a:ln w="0" cap="flat">
            <a:noFill/>
            <a:prstDash val="solid"/>
            <a:miter/>
          </a:ln>
        </p:spPr>
        <p:txBody>
          <a:bodyPr rtlCol="0" anchor="ctr"/>
          <a:lstStyle/>
          <a:p>
            <a:endParaRPr lang="en-PT"/>
          </a:p>
        </p:txBody>
      </p:sp>
      <p:sp>
        <p:nvSpPr>
          <p:cNvPr id="37" name="Graphic 7">
            <a:extLst>
              <a:ext uri="{FF2B5EF4-FFF2-40B4-BE49-F238E27FC236}">
                <a16:creationId xmlns:a16="http://schemas.microsoft.com/office/drawing/2014/main" id="{C8237693-D258-FA47-85D6-47F97002A7D4}"/>
              </a:ext>
            </a:extLst>
          </p:cNvPr>
          <p:cNvSpPr/>
          <p:nvPr/>
        </p:nvSpPr>
        <p:spPr>
          <a:xfrm>
            <a:off x="5204461" y="-30560"/>
            <a:ext cx="2039362" cy="2359055"/>
          </a:xfrm>
          <a:custGeom>
            <a:avLst/>
            <a:gdLst>
              <a:gd name="connsiteX0" fmla="*/ 2247805 w 2247805"/>
              <a:gd name="connsiteY0" fmla="*/ 1950155 h 2600174"/>
              <a:gd name="connsiteX1" fmla="*/ 2247805 w 2247805"/>
              <a:gd name="connsiteY1" fmla="*/ 650020 h 2600174"/>
              <a:gd name="connsiteX2" fmla="*/ 1123855 w 2247805"/>
              <a:gd name="connsiteY2" fmla="*/ 0 h 2600174"/>
              <a:gd name="connsiteX3" fmla="*/ 0 w 2247805"/>
              <a:gd name="connsiteY3" fmla="*/ 650020 h 2600174"/>
              <a:gd name="connsiteX4" fmla="*/ 0 w 2247805"/>
              <a:gd name="connsiteY4" fmla="*/ 1950155 h 2600174"/>
              <a:gd name="connsiteX5" fmla="*/ 1123855 w 2247805"/>
              <a:gd name="connsiteY5" fmla="*/ 2600174 h 2600174"/>
              <a:gd name="connsiteX6" fmla="*/ 2247805 w 2247805"/>
              <a:gd name="connsiteY6" fmla="*/ 1950155 h 260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7805" h="2600174">
                <a:moveTo>
                  <a:pt x="2247805" y="1950155"/>
                </a:moveTo>
                <a:lnTo>
                  <a:pt x="2247805" y="650020"/>
                </a:lnTo>
                <a:lnTo>
                  <a:pt x="1123855" y="0"/>
                </a:lnTo>
                <a:lnTo>
                  <a:pt x="0" y="650020"/>
                </a:lnTo>
                <a:lnTo>
                  <a:pt x="0" y="1950155"/>
                </a:lnTo>
                <a:lnTo>
                  <a:pt x="1123855" y="2600174"/>
                </a:lnTo>
                <a:lnTo>
                  <a:pt x="2247805" y="1950155"/>
                </a:lnTo>
                <a:close/>
              </a:path>
            </a:pathLst>
          </a:custGeom>
          <a:solidFill>
            <a:schemeClr val="bg1"/>
          </a:solidFill>
          <a:ln w="0" cap="flat">
            <a:noFill/>
            <a:prstDash val="solid"/>
            <a:miter/>
          </a:ln>
        </p:spPr>
        <p:txBody>
          <a:bodyPr rtlCol="0" anchor="ctr"/>
          <a:lstStyle/>
          <a:p>
            <a:endParaRPr lang="en-PT"/>
          </a:p>
        </p:txBody>
      </p:sp>
      <p:sp>
        <p:nvSpPr>
          <p:cNvPr id="51" name="Freeform 50">
            <a:extLst>
              <a:ext uri="{FF2B5EF4-FFF2-40B4-BE49-F238E27FC236}">
                <a16:creationId xmlns:a16="http://schemas.microsoft.com/office/drawing/2014/main" id="{B36A9513-2986-8443-83A7-792F437EE822}"/>
              </a:ext>
            </a:extLst>
          </p:cNvPr>
          <p:cNvSpPr/>
          <p:nvPr/>
        </p:nvSpPr>
        <p:spPr>
          <a:xfrm>
            <a:off x="9141878" y="-19651"/>
            <a:ext cx="1174893" cy="339755"/>
          </a:xfrm>
          <a:custGeom>
            <a:avLst/>
            <a:gdLst>
              <a:gd name="connsiteX0" fmla="*/ 0 w 1174893"/>
              <a:gd name="connsiteY0" fmla="*/ 0 h 339755"/>
              <a:gd name="connsiteX1" fmla="*/ 1174893 w 1174893"/>
              <a:gd name="connsiteY1" fmla="*/ 0 h 339755"/>
              <a:gd name="connsiteX2" fmla="*/ 587422 w 1174893"/>
              <a:gd name="connsiteY2" fmla="*/ 339755 h 339755"/>
            </a:gdLst>
            <a:ahLst/>
            <a:cxnLst>
              <a:cxn ang="0">
                <a:pos x="connsiteX0" y="connsiteY0"/>
              </a:cxn>
              <a:cxn ang="0">
                <a:pos x="connsiteX1" y="connsiteY1"/>
              </a:cxn>
              <a:cxn ang="0">
                <a:pos x="connsiteX2" y="connsiteY2"/>
              </a:cxn>
            </a:cxnLst>
            <a:rect l="l" t="t" r="r" b="b"/>
            <a:pathLst>
              <a:path w="1174893" h="339755">
                <a:moveTo>
                  <a:pt x="0" y="0"/>
                </a:moveTo>
                <a:lnTo>
                  <a:pt x="1174893" y="0"/>
                </a:lnTo>
                <a:lnTo>
                  <a:pt x="587422" y="339755"/>
                </a:lnTo>
                <a:close/>
              </a:path>
            </a:pathLst>
          </a:custGeom>
          <a:solidFill>
            <a:schemeClr val="bg1"/>
          </a:solidFill>
          <a:ln w="0" cap="flat">
            <a:noFill/>
            <a:prstDash val="solid"/>
            <a:miter/>
          </a:ln>
        </p:spPr>
        <p:txBody>
          <a:bodyPr rtlCol="0" anchor="ctr"/>
          <a:lstStyle/>
          <a:p>
            <a:endParaRPr lang="en-PT"/>
          </a:p>
        </p:txBody>
      </p:sp>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1" y="1232132"/>
            <a:ext cx="5775960" cy="4307838"/>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9" name="Picture Placeholder 58">
            <a:extLst>
              <a:ext uri="{FF2B5EF4-FFF2-40B4-BE49-F238E27FC236}">
                <a16:creationId xmlns:a16="http://schemas.microsoft.com/office/drawing/2014/main" id="{5AA4C693-D196-CC43-9A09-715CE77974EB}"/>
              </a:ext>
            </a:extLst>
          </p:cNvPr>
          <p:cNvSpPr>
            <a:spLocks noGrp="1"/>
          </p:cNvSpPr>
          <p:nvPr>
            <p:ph type="pic" sz="quarter" idx="19" hasCustomPrompt="1"/>
          </p:nvPr>
        </p:nvSpPr>
        <p:spPr>
          <a:xfrm>
            <a:off x="7252056" y="306070"/>
            <a:ext cx="4959182" cy="5736590"/>
          </a:xfrm>
          <a:custGeom>
            <a:avLst/>
            <a:gdLst>
              <a:gd name="connsiteX0" fmla="*/ 2479486 w 4959182"/>
              <a:gd name="connsiteY0" fmla="*/ 0 h 5736590"/>
              <a:gd name="connsiteX1" fmla="*/ 4959182 w 4959182"/>
              <a:gd name="connsiteY1" fmla="*/ 1434096 h 5736590"/>
              <a:gd name="connsiteX2" fmla="*/ 4959182 w 4959182"/>
              <a:gd name="connsiteY2" fmla="*/ 4302497 h 5736590"/>
              <a:gd name="connsiteX3" fmla="*/ 2479486 w 4959182"/>
              <a:gd name="connsiteY3" fmla="*/ 5736590 h 5736590"/>
              <a:gd name="connsiteX4" fmla="*/ 0 w 4959182"/>
              <a:gd name="connsiteY4" fmla="*/ 4302497 h 5736590"/>
              <a:gd name="connsiteX5" fmla="*/ 0 w 4959182"/>
              <a:gd name="connsiteY5" fmla="*/ 1434096 h 5736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9182" h="5736590">
                <a:moveTo>
                  <a:pt x="2479486" y="0"/>
                </a:moveTo>
                <a:lnTo>
                  <a:pt x="4959182" y="1434096"/>
                </a:lnTo>
                <a:lnTo>
                  <a:pt x="4959182" y="4302497"/>
                </a:lnTo>
                <a:lnTo>
                  <a:pt x="2479486" y="5736590"/>
                </a:lnTo>
                <a:lnTo>
                  <a:pt x="0" y="4302497"/>
                </a:lnTo>
                <a:lnTo>
                  <a:pt x="0" y="1434096"/>
                </a:lnTo>
                <a:close/>
              </a:path>
            </a:pathLst>
          </a:custGeom>
          <a:solidFill>
            <a:schemeClr val="tx2"/>
          </a:solidFill>
        </p:spPr>
        <p:txBody>
          <a:bodyPr wrap="square" tIns="0" bIns="576000" anchor="ctr">
            <a:noAutofit/>
          </a:bodyPr>
          <a:lstStyle>
            <a:lvl1pPr algn="ctr">
              <a:defRPr sz="1400">
                <a:solidFill>
                  <a:schemeClr val="bg2"/>
                </a:solidFill>
              </a:defRPr>
            </a:lvl1pPr>
          </a:lstStyle>
          <a:p>
            <a:r>
              <a:rPr lang="en-GB"/>
              <a:t>Click to insert a picture</a:t>
            </a:r>
            <a:endParaRPr lang="en-PT"/>
          </a:p>
        </p:txBody>
      </p:sp>
      <p:sp>
        <p:nvSpPr>
          <p:cNvPr id="3" name="Graphic 37">
            <a:extLst>
              <a:ext uri="{FF2B5EF4-FFF2-40B4-BE49-F238E27FC236}">
                <a16:creationId xmlns:a16="http://schemas.microsoft.com/office/drawing/2014/main" id="{AFE8BF41-F2CA-EAEE-77B9-E3FB494B6A84}"/>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4" name="Rectangle 3">
            <a:extLst>
              <a:ext uri="{FF2B5EF4-FFF2-40B4-BE49-F238E27FC236}">
                <a16:creationId xmlns:a16="http://schemas.microsoft.com/office/drawing/2014/main" id="{0D217793-F382-274F-BA05-363D3C8E11E8}"/>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 name="Rectangle 4">
            <a:extLst>
              <a:ext uri="{FF2B5EF4-FFF2-40B4-BE49-F238E27FC236}">
                <a16:creationId xmlns:a16="http://schemas.microsoft.com/office/drawing/2014/main" id="{8625B93C-BA81-4FFB-EE5C-945975FCB346}"/>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6" name="TextBox 5">
            <a:extLst>
              <a:ext uri="{FF2B5EF4-FFF2-40B4-BE49-F238E27FC236}">
                <a16:creationId xmlns:a16="http://schemas.microsoft.com/office/drawing/2014/main" id="{3B357745-6949-DA82-5C82-E0D5719ACAF2}"/>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7" name="TextBox 6">
            <a:extLst>
              <a:ext uri="{FF2B5EF4-FFF2-40B4-BE49-F238E27FC236}">
                <a16:creationId xmlns:a16="http://schemas.microsoft.com/office/drawing/2014/main" id="{26C07940-111D-6C32-DEE4-25262865EA9A}"/>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8" name="Graphic 21">
            <a:extLst>
              <a:ext uri="{FF2B5EF4-FFF2-40B4-BE49-F238E27FC236}">
                <a16:creationId xmlns:a16="http://schemas.microsoft.com/office/drawing/2014/main" id="{93064AA6-EFA7-68B7-9671-10A263C84BC6}"/>
              </a:ext>
            </a:extLst>
          </p:cNvPr>
          <p:cNvGrpSpPr/>
          <p:nvPr/>
        </p:nvGrpSpPr>
        <p:grpSpPr>
          <a:xfrm>
            <a:off x="89885" y="6647769"/>
            <a:ext cx="1340139" cy="126539"/>
            <a:chOff x="2546350" y="3092450"/>
            <a:chExt cx="7099490" cy="670350"/>
          </a:xfrm>
          <a:solidFill>
            <a:srgbClr val="FFFFFF"/>
          </a:solidFill>
        </p:grpSpPr>
        <p:sp>
          <p:nvSpPr>
            <p:cNvPr id="12" name="Freeform 23">
              <a:extLst>
                <a:ext uri="{FF2B5EF4-FFF2-40B4-BE49-F238E27FC236}">
                  <a16:creationId xmlns:a16="http://schemas.microsoft.com/office/drawing/2014/main" id="{995A0BFF-89B9-199B-B8BF-1161F824E589}"/>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3" name="Freeform 24">
              <a:extLst>
                <a:ext uri="{FF2B5EF4-FFF2-40B4-BE49-F238E27FC236}">
                  <a16:creationId xmlns:a16="http://schemas.microsoft.com/office/drawing/2014/main" id="{D9191AB1-65F8-801F-77D6-796B5E3C10F2}"/>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4" name="Freeform 25">
              <a:extLst>
                <a:ext uri="{FF2B5EF4-FFF2-40B4-BE49-F238E27FC236}">
                  <a16:creationId xmlns:a16="http://schemas.microsoft.com/office/drawing/2014/main" id="{9D1D1670-9A93-D21B-327E-45ABDDE82235}"/>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5" name="Freeform 26">
              <a:extLst>
                <a:ext uri="{FF2B5EF4-FFF2-40B4-BE49-F238E27FC236}">
                  <a16:creationId xmlns:a16="http://schemas.microsoft.com/office/drawing/2014/main" id="{3DC3C738-024D-E6F8-CFAD-BB2F0893A6B1}"/>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6" name="Freeform 27">
              <a:extLst>
                <a:ext uri="{FF2B5EF4-FFF2-40B4-BE49-F238E27FC236}">
                  <a16:creationId xmlns:a16="http://schemas.microsoft.com/office/drawing/2014/main" id="{0EACA776-FB25-6D0F-5252-0B53336A3984}"/>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8" name="Freeform 28">
              <a:extLst>
                <a:ext uri="{FF2B5EF4-FFF2-40B4-BE49-F238E27FC236}">
                  <a16:creationId xmlns:a16="http://schemas.microsoft.com/office/drawing/2014/main" id="{0AC7548B-4B06-51A7-DB58-B8BC56BE1434}"/>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1" name="Freeform 29">
              <a:extLst>
                <a:ext uri="{FF2B5EF4-FFF2-40B4-BE49-F238E27FC236}">
                  <a16:creationId xmlns:a16="http://schemas.microsoft.com/office/drawing/2014/main" id="{BE42BB05-03A3-1BDF-055E-CA0322E92D9C}"/>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2" name="Freeform 30">
              <a:extLst>
                <a:ext uri="{FF2B5EF4-FFF2-40B4-BE49-F238E27FC236}">
                  <a16:creationId xmlns:a16="http://schemas.microsoft.com/office/drawing/2014/main" id="{DA3F0C9D-97C5-B36E-6E94-8B45BFEDFEF7}"/>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35" name="Freeform 31">
              <a:extLst>
                <a:ext uri="{FF2B5EF4-FFF2-40B4-BE49-F238E27FC236}">
                  <a16:creationId xmlns:a16="http://schemas.microsoft.com/office/drawing/2014/main" id="{D82F40C9-E886-3CAD-551C-D5FAF3AEBDC7}"/>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38" name="Freeform 32">
              <a:extLst>
                <a:ext uri="{FF2B5EF4-FFF2-40B4-BE49-F238E27FC236}">
                  <a16:creationId xmlns:a16="http://schemas.microsoft.com/office/drawing/2014/main" id="{FDF5469B-F024-89E2-69DE-493E8C32658B}"/>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39" name="Freeform 33">
              <a:extLst>
                <a:ext uri="{FF2B5EF4-FFF2-40B4-BE49-F238E27FC236}">
                  <a16:creationId xmlns:a16="http://schemas.microsoft.com/office/drawing/2014/main" id="{1F40DCE9-AEE2-29E8-59BA-238F65404650}"/>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40" name="Slide Number Placeholder 47">
            <a:extLst>
              <a:ext uri="{FF2B5EF4-FFF2-40B4-BE49-F238E27FC236}">
                <a16:creationId xmlns:a16="http://schemas.microsoft.com/office/drawing/2014/main" id="{4A2C866B-A6E5-AEAF-A72F-5D7D8118E384}"/>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9" name="Straight Connector 8">
            <a:extLst>
              <a:ext uri="{FF2B5EF4-FFF2-40B4-BE49-F238E27FC236}">
                <a16:creationId xmlns:a16="http://schemas.microsoft.com/office/drawing/2014/main" id="{B0010A60-ABBD-5BBA-31DE-B2298CF28B53}"/>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1AB23640-9D7E-AA19-CE4F-CBBBC761CE00}"/>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AB0EB139-4E36-8425-6EB2-BF90D1B147D6}"/>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3375361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Opening Content 4">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rgbClr val="E7F0F1">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5" name="Triangle 34">
            <a:extLst>
              <a:ext uri="{FF2B5EF4-FFF2-40B4-BE49-F238E27FC236}">
                <a16:creationId xmlns:a16="http://schemas.microsoft.com/office/drawing/2014/main" id="{17791201-ECA2-B14B-8D0F-35313C9124DD}"/>
              </a:ext>
            </a:extLst>
          </p:cNvPr>
          <p:cNvSpPr/>
          <p:nvPr/>
        </p:nvSpPr>
        <p:spPr>
          <a:xfrm>
            <a:off x="6263640" y="-26726"/>
            <a:ext cx="2422588" cy="204165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8" name="Triangle 37">
            <a:extLst>
              <a:ext uri="{FF2B5EF4-FFF2-40B4-BE49-F238E27FC236}">
                <a16:creationId xmlns:a16="http://schemas.microsoft.com/office/drawing/2014/main" id="{F80C44AB-110D-824E-BC76-515B6E48F9EB}"/>
              </a:ext>
            </a:extLst>
          </p:cNvPr>
          <p:cNvSpPr/>
          <p:nvPr/>
        </p:nvSpPr>
        <p:spPr>
          <a:xfrm>
            <a:off x="10814544" y="-11894"/>
            <a:ext cx="1377455" cy="116086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9" name="Triangle 38">
            <a:extLst>
              <a:ext uri="{FF2B5EF4-FFF2-40B4-BE49-F238E27FC236}">
                <a16:creationId xmlns:a16="http://schemas.microsoft.com/office/drawing/2014/main" id="{BBAFA462-6BD5-0143-AEF5-797858BF60D1}"/>
              </a:ext>
            </a:extLst>
          </p:cNvPr>
          <p:cNvSpPr/>
          <p:nvPr/>
        </p:nvSpPr>
        <p:spPr>
          <a:xfrm>
            <a:off x="11247120" y="1160383"/>
            <a:ext cx="944879" cy="7963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0" name="Freeform 49">
            <a:extLst>
              <a:ext uri="{FF2B5EF4-FFF2-40B4-BE49-F238E27FC236}">
                <a16:creationId xmlns:a16="http://schemas.microsoft.com/office/drawing/2014/main" id="{A24A3BD8-CA05-E943-980D-8711B19D1857}"/>
              </a:ext>
            </a:extLst>
          </p:cNvPr>
          <p:cNvSpPr/>
          <p:nvPr/>
        </p:nvSpPr>
        <p:spPr>
          <a:xfrm>
            <a:off x="8717281" y="6031319"/>
            <a:ext cx="2039362" cy="698698"/>
          </a:xfrm>
          <a:custGeom>
            <a:avLst/>
            <a:gdLst>
              <a:gd name="connsiteX0" fmla="*/ 1019638 w 2039362"/>
              <a:gd name="connsiteY0" fmla="*/ 0 h 698698"/>
              <a:gd name="connsiteX1" fmla="*/ 2039362 w 2039362"/>
              <a:gd name="connsiteY1" fmla="*/ 589743 h 698698"/>
              <a:gd name="connsiteX2" fmla="*/ 2039362 w 2039362"/>
              <a:gd name="connsiteY2" fmla="*/ 698698 h 698698"/>
              <a:gd name="connsiteX3" fmla="*/ 0 w 2039362"/>
              <a:gd name="connsiteY3" fmla="*/ 698698 h 698698"/>
              <a:gd name="connsiteX4" fmla="*/ 0 w 2039362"/>
              <a:gd name="connsiteY4" fmla="*/ 589743 h 698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9362" h="698698">
                <a:moveTo>
                  <a:pt x="1019638" y="0"/>
                </a:moveTo>
                <a:lnTo>
                  <a:pt x="2039362" y="589743"/>
                </a:lnTo>
                <a:lnTo>
                  <a:pt x="2039362" y="698698"/>
                </a:lnTo>
                <a:lnTo>
                  <a:pt x="0" y="698698"/>
                </a:lnTo>
                <a:lnTo>
                  <a:pt x="0" y="589743"/>
                </a:lnTo>
                <a:close/>
              </a:path>
            </a:pathLst>
          </a:custGeom>
          <a:solidFill>
            <a:schemeClr val="bg1"/>
          </a:solidFill>
          <a:ln w="0" cap="flat">
            <a:noFill/>
            <a:prstDash val="solid"/>
            <a:miter/>
          </a:ln>
        </p:spPr>
        <p:txBody>
          <a:bodyPr rtlCol="0" anchor="ctr"/>
          <a:lstStyle/>
          <a:p>
            <a:endParaRPr lang="en-PT"/>
          </a:p>
        </p:txBody>
      </p:sp>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1" y="1232132"/>
            <a:ext cx="5775960" cy="4307838"/>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3" name="Picture Placeholder 42">
            <a:extLst>
              <a:ext uri="{FF2B5EF4-FFF2-40B4-BE49-F238E27FC236}">
                <a16:creationId xmlns:a16="http://schemas.microsoft.com/office/drawing/2014/main" id="{1E01A87B-1D48-DC4C-A545-B91780ABB29C}"/>
              </a:ext>
            </a:extLst>
          </p:cNvPr>
          <p:cNvSpPr>
            <a:spLocks noGrp="1"/>
          </p:cNvSpPr>
          <p:nvPr>
            <p:ph type="pic" sz="quarter" idx="20" hasCustomPrompt="1"/>
          </p:nvPr>
        </p:nvSpPr>
        <p:spPr>
          <a:xfrm>
            <a:off x="6208904" y="-21412"/>
            <a:ext cx="6010569" cy="6506476"/>
          </a:xfrm>
          <a:custGeom>
            <a:avLst/>
            <a:gdLst>
              <a:gd name="connsiteX0" fmla="*/ 3860229 w 6010569"/>
              <a:gd name="connsiteY0" fmla="*/ 0 h 6506476"/>
              <a:gd name="connsiteX1" fmla="*/ 6010569 w 6010569"/>
              <a:gd name="connsiteY1" fmla="*/ 3624431 h 6506476"/>
              <a:gd name="connsiteX2" fmla="*/ 6010569 w 6010569"/>
              <a:gd name="connsiteY2" fmla="*/ 6506476 h 6506476"/>
              <a:gd name="connsiteX3" fmla="*/ 0 w 6010569"/>
              <a:gd name="connsiteY3" fmla="*/ 6506476 h 6506476"/>
            </a:gdLst>
            <a:ahLst/>
            <a:cxnLst>
              <a:cxn ang="0">
                <a:pos x="connsiteX0" y="connsiteY0"/>
              </a:cxn>
              <a:cxn ang="0">
                <a:pos x="connsiteX1" y="connsiteY1"/>
              </a:cxn>
              <a:cxn ang="0">
                <a:pos x="connsiteX2" y="connsiteY2"/>
              </a:cxn>
              <a:cxn ang="0">
                <a:pos x="connsiteX3" y="connsiteY3"/>
              </a:cxn>
            </a:cxnLst>
            <a:rect l="l" t="t" r="r" b="b"/>
            <a:pathLst>
              <a:path w="6010569" h="6506476">
                <a:moveTo>
                  <a:pt x="3860229" y="0"/>
                </a:moveTo>
                <a:lnTo>
                  <a:pt x="6010569" y="3624431"/>
                </a:lnTo>
                <a:lnTo>
                  <a:pt x="6010569" y="6506476"/>
                </a:lnTo>
                <a:lnTo>
                  <a:pt x="0" y="6506476"/>
                </a:lnTo>
                <a:close/>
              </a:path>
            </a:pathLst>
          </a:custGeom>
          <a:solidFill>
            <a:schemeClr val="tx2"/>
          </a:solidFill>
          <a:ln>
            <a:noFill/>
          </a:ln>
        </p:spPr>
        <p:txBody>
          <a:bodyPr wrap="square" lIns="1152000" bIns="792000" anchor="ctr">
            <a:noAutofit/>
          </a:bodyPr>
          <a:lstStyle>
            <a:lvl1pPr algn="ctr">
              <a:defRPr sz="1600">
                <a:solidFill>
                  <a:schemeClr val="bg2"/>
                </a:solidFill>
              </a:defRPr>
            </a:lvl1pPr>
          </a:lstStyle>
          <a:p>
            <a:r>
              <a:rPr lang="en-GB"/>
              <a:t>Click to insert a picture</a:t>
            </a:r>
            <a:endParaRPr lang="en-PT"/>
          </a:p>
        </p:txBody>
      </p:sp>
      <p:sp>
        <p:nvSpPr>
          <p:cNvPr id="3" name="Graphic 37">
            <a:extLst>
              <a:ext uri="{FF2B5EF4-FFF2-40B4-BE49-F238E27FC236}">
                <a16:creationId xmlns:a16="http://schemas.microsoft.com/office/drawing/2014/main" id="{BA820961-F7A2-3A33-B852-170123CBFB7B}"/>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45" name="Rectangle 44">
            <a:extLst>
              <a:ext uri="{FF2B5EF4-FFF2-40B4-BE49-F238E27FC236}">
                <a16:creationId xmlns:a16="http://schemas.microsoft.com/office/drawing/2014/main" id="{1F5CA6E2-DE32-8398-14F3-99210A573429}"/>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6" name="Rectangle 45">
            <a:extLst>
              <a:ext uri="{FF2B5EF4-FFF2-40B4-BE49-F238E27FC236}">
                <a16:creationId xmlns:a16="http://schemas.microsoft.com/office/drawing/2014/main" id="{47C00365-B262-5A1D-D587-8A048098FE4B}"/>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7" name="TextBox 46">
            <a:extLst>
              <a:ext uri="{FF2B5EF4-FFF2-40B4-BE49-F238E27FC236}">
                <a16:creationId xmlns:a16="http://schemas.microsoft.com/office/drawing/2014/main" id="{4E9BA432-9118-B0E6-8916-3AD4136A0B47}"/>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49" name="TextBox 48">
            <a:extLst>
              <a:ext uri="{FF2B5EF4-FFF2-40B4-BE49-F238E27FC236}">
                <a16:creationId xmlns:a16="http://schemas.microsoft.com/office/drawing/2014/main" id="{33070D0D-81F1-469B-D9BF-B9E0C6D85838}"/>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51" name="Graphic 21">
            <a:extLst>
              <a:ext uri="{FF2B5EF4-FFF2-40B4-BE49-F238E27FC236}">
                <a16:creationId xmlns:a16="http://schemas.microsoft.com/office/drawing/2014/main" id="{59C2C0DD-B770-453C-9E8F-A8662D6EE066}"/>
              </a:ext>
            </a:extLst>
          </p:cNvPr>
          <p:cNvGrpSpPr/>
          <p:nvPr/>
        </p:nvGrpSpPr>
        <p:grpSpPr>
          <a:xfrm>
            <a:off x="89885" y="6647769"/>
            <a:ext cx="1340139" cy="126539"/>
            <a:chOff x="2546350" y="3092450"/>
            <a:chExt cx="7099490" cy="670350"/>
          </a:xfrm>
          <a:solidFill>
            <a:srgbClr val="FFFFFF"/>
          </a:solidFill>
        </p:grpSpPr>
        <p:sp>
          <p:nvSpPr>
            <p:cNvPr id="52" name="Freeform 23">
              <a:extLst>
                <a:ext uri="{FF2B5EF4-FFF2-40B4-BE49-F238E27FC236}">
                  <a16:creationId xmlns:a16="http://schemas.microsoft.com/office/drawing/2014/main" id="{A010E38F-3736-F83C-C03F-6665097C74F3}"/>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53" name="Freeform 24">
              <a:extLst>
                <a:ext uri="{FF2B5EF4-FFF2-40B4-BE49-F238E27FC236}">
                  <a16:creationId xmlns:a16="http://schemas.microsoft.com/office/drawing/2014/main" id="{3A6DE703-1491-7324-2B6C-7107C1BE11CC}"/>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54" name="Freeform 25">
              <a:extLst>
                <a:ext uri="{FF2B5EF4-FFF2-40B4-BE49-F238E27FC236}">
                  <a16:creationId xmlns:a16="http://schemas.microsoft.com/office/drawing/2014/main" id="{C8928278-ACD9-3F00-BF89-BDDBC813786E}"/>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55" name="Freeform 26">
              <a:extLst>
                <a:ext uri="{FF2B5EF4-FFF2-40B4-BE49-F238E27FC236}">
                  <a16:creationId xmlns:a16="http://schemas.microsoft.com/office/drawing/2014/main" id="{C8A82572-E56A-90BE-2924-01AD0173B5A8}"/>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56" name="Freeform 27">
              <a:extLst>
                <a:ext uri="{FF2B5EF4-FFF2-40B4-BE49-F238E27FC236}">
                  <a16:creationId xmlns:a16="http://schemas.microsoft.com/office/drawing/2014/main" id="{082277A0-70EA-EDE3-F253-CC476A0B087D}"/>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57" name="Freeform 28">
              <a:extLst>
                <a:ext uri="{FF2B5EF4-FFF2-40B4-BE49-F238E27FC236}">
                  <a16:creationId xmlns:a16="http://schemas.microsoft.com/office/drawing/2014/main" id="{A7FEE202-5D06-9433-4A3D-EC68FE65BAB7}"/>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58" name="Freeform 29">
              <a:extLst>
                <a:ext uri="{FF2B5EF4-FFF2-40B4-BE49-F238E27FC236}">
                  <a16:creationId xmlns:a16="http://schemas.microsoft.com/office/drawing/2014/main" id="{2AF72884-F5C1-8351-8E4C-2BE3F031024F}"/>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59" name="Freeform 30">
              <a:extLst>
                <a:ext uri="{FF2B5EF4-FFF2-40B4-BE49-F238E27FC236}">
                  <a16:creationId xmlns:a16="http://schemas.microsoft.com/office/drawing/2014/main" id="{FCF44AC2-8D72-3EBE-7A92-DA5514985D63}"/>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61" name="Freeform 31">
              <a:extLst>
                <a:ext uri="{FF2B5EF4-FFF2-40B4-BE49-F238E27FC236}">
                  <a16:creationId xmlns:a16="http://schemas.microsoft.com/office/drawing/2014/main" id="{8736AD36-39A9-9B77-8EA9-179458739A9F}"/>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62" name="Freeform 32">
              <a:extLst>
                <a:ext uri="{FF2B5EF4-FFF2-40B4-BE49-F238E27FC236}">
                  <a16:creationId xmlns:a16="http://schemas.microsoft.com/office/drawing/2014/main" id="{AD4CAB65-EFDB-2D58-144A-C13347FCDE57}"/>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63" name="Freeform 33">
              <a:extLst>
                <a:ext uri="{FF2B5EF4-FFF2-40B4-BE49-F238E27FC236}">
                  <a16:creationId xmlns:a16="http://schemas.microsoft.com/office/drawing/2014/main" id="{749FF0BA-2CAA-6328-DC62-1F7163C7B857}"/>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64" name="Slide Number Placeholder 47">
            <a:extLst>
              <a:ext uri="{FF2B5EF4-FFF2-40B4-BE49-F238E27FC236}">
                <a16:creationId xmlns:a16="http://schemas.microsoft.com/office/drawing/2014/main" id="{1A621A47-17DF-B6F2-19CB-361262C2C896}"/>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4" name="Straight Connector 3">
            <a:extLst>
              <a:ext uri="{FF2B5EF4-FFF2-40B4-BE49-F238E27FC236}">
                <a16:creationId xmlns:a16="http://schemas.microsoft.com/office/drawing/2014/main" id="{C54D0976-5587-CCD6-FAAE-109B1B5A7253}"/>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2FD53DE4-5603-9F62-8746-1EDBAB75513F}"/>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6" name="Text Placeholder 12">
            <a:extLst>
              <a:ext uri="{FF2B5EF4-FFF2-40B4-BE49-F238E27FC236}">
                <a16:creationId xmlns:a16="http://schemas.microsoft.com/office/drawing/2014/main" id="{32B0D1A8-D56E-9334-64CF-E6FBAA77FDB1}"/>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374262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Opening Content 5">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rgbClr val="E7F0F1">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2DE5C04A-D6E5-D14D-B886-D76CD73B3D8F}"/>
              </a:ext>
            </a:extLst>
          </p:cNvPr>
          <p:cNvSpPr>
            <a:spLocks noGrp="1"/>
          </p:cNvSpPr>
          <p:nvPr>
            <p:ph type="title" hasCustomPrompt="1"/>
          </p:nvPr>
        </p:nvSpPr>
        <p:spPr>
          <a:xfrm>
            <a:off x="320040" y="2390725"/>
            <a:ext cx="5632139" cy="368656"/>
          </a:xfrm>
        </p:spPr>
        <p:txBody>
          <a:bodyPr anchor="t">
            <a:noAutofit/>
          </a:bodyPr>
          <a:lstStyle>
            <a:lvl1pPr>
              <a:defRPr sz="2800"/>
            </a:lvl1pPr>
          </a:lstStyle>
          <a:p>
            <a:r>
              <a:rPr lang="en-GB"/>
              <a:t>Click to insert a Headline</a:t>
            </a:r>
            <a:endParaRPr lang="en-PT"/>
          </a:p>
        </p:txBody>
      </p:sp>
      <p:sp>
        <p:nvSpPr>
          <p:cNvPr id="13" name="Text Placeholder 12">
            <a:extLst>
              <a:ext uri="{FF2B5EF4-FFF2-40B4-BE49-F238E27FC236}">
                <a16:creationId xmlns:a16="http://schemas.microsoft.com/office/drawing/2014/main" id="{973F46BB-2334-8248-9E94-742CB1B52251}"/>
              </a:ext>
            </a:extLst>
          </p:cNvPr>
          <p:cNvSpPr>
            <a:spLocks noGrp="1"/>
          </p:cNvSpPr>
          <p:nvPr>
            <p:ph type="body" sz="quarter" idx="13" hasCustomPrompt="1"/>
          </p:nvPr>
        </p:nvSpPr>
        <p:spPr>
          <a:xfrm>
            <a:off x="320040" y="2824739"/>
            <a:ext cx="5632138" cy="469657"/>
          </a:xfrm>
        </p:spPr>
        <p:txBody>
          <a:bodyPr anchor="t">
            <a:noAutofit/>
          </a:bodyPr>
          <a:lstStyle>
            <a:lvl1pPr>
              <a:defRPr sz="1800" b="1"/>
            </a:lvl1pPr>
          </a:lstStyle>
          <a:p>
            <a:pPr lvl="0"/>
            <a:r>
              <a:rPr lang="en-GB"/>
              <a:t>Click to insert a Tagline in one or two rows</a:t>
            </a:r>
            <a:endParaRPr lang="en-PT"/>
          </a:p>
        </p:txBody>
      </p:sp>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0" y="3359754"/>
            <a:ext cx="5632139" cy="1857134"/>
          </a:xfrm>
        </p:spPr>
        <p:txBody>
          <a:bodyPr anchor="t">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0" name="Graphic 37">
            <a:extLst>
              <a:ext uri="{FF2B5EF4-FFF2-40B4-BE49-F238E27FC236}">
                <a16:creationId xmlns:a16="http://schemas.microsoft.com/office/drawing/2014/main" id="{85A394F1-76F7-F244-9F40-E46405D94531}"/>
              </a:ext>
            </a:extLst>
          </p:cNvPr>
          <p:cNvSpPr/>
          <p:nvPr/>
        </p:nvSpPr>
        <p:spPr>
          <a:xfrm>
            <a:off x="11526508" y="420995"/>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7" name="Rectangle 6">
            <a:extLst>
              <a:ext uri="{FF2B5EF4-FFF2-40B4-BE49-F238E27FC236}">
                <a16:creationId xmlns:a16="http://schemas.microsoft.com/office/drawing/2014/main" id="{D2C9F70B-E437-2349-B44A-84D575AEB735}"/>
              </a:ext>
            </a:extLst>
          </p:cNvPr>
          <p:cNvSpPr/>
          <p:nvPr/>
        </p:nvSpPr>
        <p:spPr>
          <a:xfrm>
            <a:off x="6371924" y="-19651"/>
            <a:ext cx="5831604" cy="1342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9" name="Picture Placeholder 8">
            <a:extLst>
              <a:ext uri="{FF2B5EF4-FFF2-40B4-BE49-F238E27FC236}">
                <a16:creationId xmlns:a16="http://schemas.microsoft.com/office/drawing/2014/main" id="{E6EF2FC8-5B5A-8E47-9EFB-26C095A7D7A6}"/>
              </a:ext>
            </a:extLst>
          </p:cNvPr>
          <p:cNvSpPr>
            <a:spLocks noGrp="1"/>
          </p:cNvSpPr>
          <p:nvPr>
            <p:ph type="pic" sz="quarter" idx="19" hasCustomPrompt="1"/>
          </p:nvPr>
        </p:nvSpPr>
        <p:spPr>
          <a:xfrm>
            <a:off x="6372125" y="115372"/>
            <a:ext cx="5815967" cy="6434194"/>
          </a:xfrm>
          <a:solidFill>
            <a:schemeClr val="accent2"/>
          </a:solidFill>
          <a:ln>
            <a:noFill/>
          </a:ln>
        </p:spPr>
        <p:txBody>
          <a:bodyPr bIns="827999" anchor="ctr">
            <a:normAutofit/>
          </a:bodyPr>
          <a:lstStyle>
            <a:lvl1pPr algn="ctr">
              <a:defRPr sz="1400"/>
            </a:lvl1pPr>
          </a:lstStyle>
          <a:p>
            <a:r>
              <a:rPr lang="en-PT"/>
              <a:t>Click to insert a picture</a:t>
            </a:r>
          </a:p>
        </p:txBody>
      </p:sp>
      <p:sp>
        <p:nvSpPr>
          <p:cNvPr id="37" name="Graphic 37">
            <a:extLst>
              <a:ext uri="{FF2B5EF4-FFF2-40B4-BE49-F238E27FC236}">
                <a16:creationId xmlns:a16="http://schemas.microsoft.com/office/drawing/2014/main" id="{096293AA-6C48-DF41-8092-55F5497C0DA3}"/>
              </a:ext>
            </a:extLst>
          </p:cNvPr>
          <p:cNvSpPr/>
          <p:nvPr/>
        </p:nvSpPr>
        <p:spPr>
          <a:xfrm>
            <a:off x="413333" y="332398"/>
            <a:ext cx="666632" cy="647141"/>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bg2"/>
          </a:solidFill>
          <a:ln w="0" cap="flat">
            <a:noFill/>
            <a:prstDash val="solid"/>
            <a:miter/>
          </a:ln>
        </p:spPr>
        <p:txBody>
          <a:bodyPr rtlCol="0" anchor="ctr"/>
          <a:lstStyle/>
          <a:p>
            <a:endParaRPr lang="en-PT">
              <a:solidFill>
                <a:schemeClr val="bg2"/>
              </a:solidFill>
            </a:endParaRPr>
          </a:p>
        </p:txBody>
      </p:sp>
      <p:sp>
        <p:nvSpPr>
          <p:cNvPr id="3" name="Rectangle 2">
            <a:extLst>
              <a:ext uri="{FF2B5EF4-FFF2-40B4-BE49-F238E27FC236}">
                <a16:creationId xmlns:a16="http://schemas.microsoft.com/office/drawing/2014/main" id="{DF5CE56B-EC02-9614-1B06-ED59D8B5CAC8}"/>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 name="Rectangle 3">
            <a:extLst>
              <a:ext uri="{FF2B5EF4-FFF2-40B4-BE49-F238E27FC236}">
                <a16:creationId xmlns:a16="http://schemas.microsoft.com/office/drawing/2014/main" id="{9F1B5145-5E0B-DD6F-12F7-C699DA70457C}"/>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 name="TextBox 4">
            <a:extLst>
              <a:ext uri="{FF2B5EF4-FFF2-40B4-BE49-F238E27FC236}">
                <a16:creationId xmlns:a16="http://schemas.microsoft.com/office/drawing/2014/main" id="{B076EC5C-267E-DCD8-B67E-13CFAE92D422}"/>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6" name="TextBox 5">
            <a:extLst>
              <a:ext uri="{FF2B5EF4-FFF2-40B4-BE49-F238E27FC236}">
                <a16:creationId xmlns:a16="http://schemas.microsoft.com/office/drawing/2014/main" id="{5C592044-27AA-6EF2-59D1-CE81063E37B5}"/>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8" name="Graphic 21">
            <a:extLst>
              <a:ext uri="{FF2B5EF4-FFF2-40B4-BE49-F238E27FC236}">
                <a16:creationId xmlns:a16="http://schemas.microsoft.com/office/drawing/2014/main" id="{A35C3849-7E69-7AA5-70B2-8D932BAC8202}"/>
              </a:ext>
            </a:extLst>
          </p:cNvPr>
          <p:cNvGrpSpPr/>
          <p:nvPr/>
        </p:nvGrpSpPr>
        <p:grpSpPr>
          <a:xfrm>
            <a:off x="89885" y="6647769"/>
            <a:ext cx="1340139" cy="126539"/>
            <a:chOff x="2546350" y="3092450"/>
            <a:chExt cx="7099490" cy="670350"/>
          </a:xfrm>
          <a:solidFill>
            <a:srgbClr val="FFFFFF"/>
          </a:solidFill>
        </p:grpSpPr>
        <p:sp>
          <p:nvSpPr>
            <p:cNvPr id="10" name="Freeform 23">
              <a:extLst>
                <a:ext uri="{FF2B5EF4-FFF2-40B4-BE49-F238E27FC236}">
                  <a16:creationId xmlns:a16="http://schemas.microsoft.com/office/drawing/2014/main" id="{2FCB0A84-11B5-02F4-D7E1-3024BB9F8CF5}"/>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1" name="Freeform 24">
              <a:extLst>
                <a:ext uri="{FF2B5EF4-FFF2-40B4-BE49-F238E27FC236}">
                  <a16:creationId xmlns:a16="http://schemas.microsoft.com/office/drawing/2014/main" id="{20150162-BDE7-7BB1-3E90-A27182EA686F}"/>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2" name="Freeform 25">
              <a:extLst>
                <a:ext uri="{FF2B5EF4-FFF2-40B4-BE49-F238E27FC236}">
                  <a16:creationId xmlns:a16="http://schemas.microsoft.com/office/drawing/2014/main" id="{8A4F5EED-7A5C-59D8-2AC1-E96F6EC70C82}"/>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4" name="Freeform 26">
              <a:extLst>
                <a:ext uri="{FF2B5EF4-FFF2-40B4-BE49-F238E27FC236}">
                  <a16:creationId xmlns:a16="http://schemas.microsoft.com/office/drawing/2014/main" id="{9887BE33-9549-1B41-E90F-38851319D8CA}"/>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5" name="Freeform 27">
              <a:extLst>
                <a:ext uri="{FF2B5EF4-FFF2-40B4-BE49-F238E27FC236}">
                  <a16:creationId xmlns:a16="http://schemas.microsoft.com/office/drawing/2014/main" id="{75219E56-BBD6-0D52-07C5-472D6B8C4F44}"/>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6" name="Freeform 28">
              <a:extLst>
                <a:ext uri="{FF2B5EF4-FFF2-40B4-BE49-F238E27FC236}">
                  <a16:creationId xmlns:a16="http://schemas.microsoft.com/office/drawing/2014/main" id="{6F814EE7-4F13-FF68-4E68-3D654F3AF590}"/>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18" name="Freeform 29">
              <a:extLst>
                <a:ext uri="{FF2B5EF4-FFF2-40B4-BE49-F238E27FC236}">
                  <a16:creationId xmlns:a16="http://schemas.microsoft.com/office/drawing/2014/main" id="{CCD4417F-3C7B-768F-1D3B-911F9A4A1579}"/>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1" name="Freeform 30">
              <a:extLst>
                <a:ext uri="{FF2B5EF4-FFF2-40B4-BE49-F238E27FC236}">
                  <a16:creationId xmlns:a16="http://schemas.microsoft.com/office/drawing/2014/main" id="{F12239FC-5E4F-1ADA-4CB7-DF5619153874}"/>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22" name="Freeform 31">
              <a:extLst>
                <a:ext uri="{FF2B5EF4-FFF2-40B4-BE49-F238E27FC236}">
                  <a16:creationId xmlns:a16="http://schemas.microsoft.com/office/drawing/2014/main" id="{09F0A7EC-7F74-B72F-8FB6-2D968927A06B}"/>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35" name="Freeform 32">
              <a:extLst>
                <a:ext uri="{FF2B5EF4-FFF2-40B4-BE49-F238E27FC236}">
                  <a16:creationId xmlns:a16="http://schemas.microsoft.com/office/drawing/2014/main" id="{0ECA2D60-6B36-75EE-87CD-3CA728C24BA0}"/>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38" name="Freeform 33">
              <a:extLst>
                <a:ext uri="{FF2B5EF4-FFF2-40B4-BE49-F238E27FC236}">
                  <a16:creationId xmlns:a16="http://schemas.microsoft.com/office/drawing/2014/main" id="{B940DBE7-0660-5D6D-4D53-BA54D1F16AB0}"/>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39" name="Slide Number Placeholder 47">
            <a:extLst>
              <a:ext uri="{FF2B5EF4-FFF2-40B4-BE49-F238E27FC236}">
                <a16:creationId xmlns:a16="http://schemas.microsoft.com/office/drawing/2014/main" id="{85D212B7-2586-4594-8BD9-78E94E702E89}"/>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spTree>
    <p:extLst>
      <p:ext uri="{BB962C8B-B14F-4D97-AF65-F5344CB8AC3E}">
        <p14:creationId xmlns:p14="http://schemas.microsoft.com/office/powerpoint/2010/main" val="1979320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Opening Content 6">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9" name="Freeform 48">
            <a:extLst>
              <a:ext uri="{FF2B5EF4-FFF2-40B4-BE49-F238E27FC236}">
                <a16:creationId xmlns:a16="http://schemas.microsoft.com/office/drawing/2014/main" id="{491612E6-6694-2246-9947-9BE2F58F95D7}"/>
              </a:ext>
            </a:extLst>
          </p:cNvPr>
          <p:cNvSpPr/>
          <p:nvPr/>
        </p:nvSpPr>
        <p:spPr>
          <a:xfrm>
            <a:off x="1151244" y="-10379"/>
            <a:ext cx="9663960" cy="6673300"/>
          </a:xfrm>
          <a:custGeom>
            <a:avLst/>
            <a:gdLst>
              <a:gd name="connsiteX0" fmla="*/ 4831982 w 9663960"/>
              <a:gd name="connsiteY0" fmla="*/ 0 h 6673300"/>
              <a:gd name="connsiteX1" fmla="*/ 9663960 w 9663960"/>
              <a:gd name="connsiteY1" fmla="*/ 4842008 h 6673300"/>
              <a:gd name="connsiteX2" fmla="*/ 9663960 w 9663960"/>
              <a:gd name="connsiteY2" fmla="*/ 6673300 h 6673300"/>
              <a:gd name="connsiteX3" fmla="*/ 6961460 w 9663960"/>
              <a:gd name="connsiteY3" fmla="*/ 6673300 h 6673300"/>
              <a:gd name="connsiteX4" fmla="*/ 4831982 w 9663960"/>
              <a:gd name="connsiteY4" fmla="*/ 4539402 h 6673300"/>
              <a:gd name="connsiteX5" fmla="*/ 2702502 w 9663960"/>
              <a:gd name="connsiteY5" fmla="*/ 6673300 h 6673300"/>
              <a:gd name="connsiteX6" fmla="*/ 0 w 9663960"/>
              <a:gd name="connsiteY6" fmla="*/ 6673300 h 6673300"/>
              <a:gd name="connsiteX7" fmla="*/ 0 w 9663960"/>
              <a:gd name="connsiteY7" fmla="*/ 4842008 h 667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63960" h="6673300">
                <a:moveTo>
                  <a:pt x="4831982" y="0"/>
                </a:moveTo>
                <a:lnTo>
                  <a:pt x="9663960" y="4842008"/>
                </a:lnTo>
                <a:lnTo>
                  <a:pt x="9663960" y="6673300"/>
                </a:lnTo>
                <a:lnTo>
                  <a:pt x="6961460" y="6673300"/>
                </a:lnTo>
                <a:lnTo>
                  <a:pt x="4831982" y="4539402"/>
                </a:lnTo>
                <a:lnTo>
                  <a:pt x="2702502" y="6673300"/>
                </a:lnTo>
                <a:lnTo>
                  <a:pt x="0" y="6673300"/>
                </a:lnTo>
                <a:lnTo>
                  <a:pt x="0" y="4842008"/>
                </a:lnTo>
                <a:close/>
              </a:path>
            </a:pathLst>
          </a:custGeom>
          <a:solidFill>
            <a:schemeClr val="tx2"/>
          </a:solidFill>
          <a:ln w="0" cap="flat">
            <a:noFill/>
            <a:prstDash val="solid"/>
            <a:miter/>
          </a:ln>
        </p:spPr>
        <p:txBody>
          <a:bodyPr wrap="square" rtlCol="0" anchor="ctr">
            <a:noAutofit/>
          </a:bodyPr>
          <a:lstStyle/>
          <a:p>
            <a:endParaRPr lang="en-PT">
              <a:solidFill>
                <a:schemeClr val="bg2"/>
              </a:solidFill>
            </a:endParaRPr>
          </a:p>
        </p:txBody>
      </p:sp>
      <p:sp>
        <p:nvSpPr>
          <p:cNvPr id="6" name="Rectangle 5">
            <a:extLst>
              <a:ext uri="{FF2B5EF4-FFF2-40B4-BE49-F238E27FC236}">
                <a16:creationId xmlns:a16="http://schemas.microsoft.com/office/drawing/2014/main" id="{D4DA6446-E70A-D54F-A05D-9216A3BF4C71}"/>
              </a:ext>
            </a:extLst>
          </p:cNvPr>
          <p:cNvSpPr/>
          <p:nvPr/>
        </p:nvSpPr>
        <p:spPr>
          <a:xfrm>
            <a:off x="772673" y="878541"/>
            <a:ext cx="10657327" cy="10757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1" name="Rectangle 50">
            <a:extLst>
              <a:ext uri="{FF2B5EF4-FFF2-40B4-BE49-F238E27FC236}">
                <a16:creationId xmlns:a16="http://schemas.microsoft.com/office/drawing/2014/main" id="{A84203C5-48F0-2248-BA37-4A6CA9DA9969}"/>
              </a:ext>
            </a:extLst>
          </p:cNvPr>
          <p:cNvSpPr/>
          <p:nvPr/>
        </p:nvSpPr>
        <p:spPr>
          <a:xfrm>
            <a:off x="772673" y="987532"/>
            <a:ext cx="10657327" cy="49560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9" name="Picture Placeholder 8">
            <a:extLst>
              <a:ext uri="{FF2B5EF4-FFF2-40B4-BE49-F238E27FC236}">
                <a16:creationId xmlns:a16="http://schemas.microsoft.com/office/drawing/2014/main" id="{CA96C5CA-4A9F-D044-AB0C-C7A2B97A9759}"/>
              </a:ext>
            </a:extLst>
          </p:cNvPr>
          <p:cNvSpPr>
            <a:spLocks noGrp="1"/>
          </p:cNvSpPr>
          <p:nvPr>
            <p:ph type="pic" sz="quarter" idx="19" hasCustomPrompt="1"/>
          </p:nvPr>
        </p:nvSpPr>
        <p:spPr>
          <a:xfrm>
            <a:off x="5970588" y="994736"/>
            <a:ext cx="5459412" cy="4956068"/>
          </a:xfrm>
          <a:solidFill>
            <a:schemeClr val="accent2"/>
          </a:solidFill>
          <a:ln>
            <a:noFill/>
          </a:ln>
        </p:spPr>
        <p:txBody>
          <a:bodyPr>
            <a:normAutofit/>
          </a:bodyPr>
          <a:lstStyle>
            <a:lvl1pPr algn="ctr">
              <a:defRPr sz="1400"/>
            </a:lvl1pPr>
          </a:lstStyle>
          <a:p>
            <a:r>
              <a:rPr lang="en-PT"/>
              <a:t>Click to insert a picture</a:t>
            </a:r>
          </a:p>
        </p:txBody>
      </p:sp>
      <p:sp>
        <p:nvSpPr>
          <p:cNvPr id="2" name="Title 1">
            <a:extLst>
              <a:ext uri="{FF2B5EF4-FFF2-40B4-BE49-F238E27FC236}">
                <a16:creationId xmlns:a16="http://schemas.microsoft.com/office/drawing/2014/main" id="{2DE5C04A-D6E5-D14D-B886-D76CD73B3D8F}"/>
              </a:ext>
            </a:extLst>
          </p:cNvPr>
          <p:cNvSpPr>
            <a:spLocks noGrp="1"/>
          </p:cNvSpPr>
          <p:nvPr>
            <p:ph type="title" hasCustomPrompt="1"/>
          </p:nvPr>
        </p:nvSpPr>
        <p:spPr>
          <a:xfrm>
            <a:off x="1187638" y="1548466"/>
            <a:ext cx="4513914" cy="396875"/>
          </a:xfrm>
        </p:spPr>
        <p:txBody>
          <a:bodyPr anchor="t">
            <a:noAutofit/>
          </a:bodyPr>
          <a:lstStyle>
            <a:lvl1pPr>
              <a:defRPr sz="2800"/>
            </a:lvl1pPr>
          </a:lstStyle>
          <a:p>
            <a:r>
              <a:rPr lang="en-GB"/>
              <a:t>Click to insert a Headline</a:t>
            </a:r>
            <a:endParaRPr lang="en-PT"/>
          </a:p>
        </p:txBody>
      </p:sp>
      <p:sp>
        <p:nvSpPr>
          <p:cNvPr id="13" name="Text Placeholder 12">
            <a:extLst>
              <a:ext uri="{FF2B5EF4-FFF2-40B4-BE49-F238E27FC236}">
                <a16:creationId xmlns:a16="http://schemas.microsoft.com/office/drawing/2014/main" id="{973F46BB-2334-8248-9E94-742CB1B52251}"/>
              </a:ext>
            </a:extLst>
          </p:cNvPr>
          <p:cNvSpPr>
            <a:spLocks noGrp="1"/>
          </p:cNvSpPr>
          <p:nvPr>
            <p:ph type="body" sz="quarter" idx="13" hasCustomPrompt="1"/>
          </p:nvPr>
        </p:nvSpPr>
        <p:spPr>
          <a:xfrm>
            <a:off x="1187639" y="2020458"/>
            <a:ext cx="4513914" cy="543448"/>
          </a:xfrm>
        </p:spPr>
        <p:txBody>
          <a:bodyPr anchor="t">
            <a:noAutofit/>
          </a:bodyPr>
          <a:lstStyle>
            <a:lvl1pPr>
              <a:defRPr sz="1800" b="1"/>
            </a:lvl1pPr>
          </a:lstStyle>
          <a:p>
            <a:pPr lvl="0"/>
            <a:r>
              <a:rPr lang="en-GB"/>
              <a:t>Click to insert a Tagline in one row</a:t>
            </a:r>
            <a:endParaRPr lang="en-PT"/>
          </a:p>
        </p:txBody>
      </p:sp>
      <p:sp>
        <p:nvSpPr>
          <p:cNvPr id="50" name="Text Placeholder 12">
            <a:extLst>
              <a:ext uri="{FF2B5EF4-FFF2-40B4-BE49-F238E27FC236}">
                <a16:creationId xmlns:a16="http://schemas.microsoft.com/office/drawing/2014/main" id="{1FE0FB1B-D2B5-334C-A89E-AC8072942628}"/>
              </a:ext>
            </a:extLst>
          </p:cNvPr>
          <p:cNvSpPr>
            <a:spLocks noGrp="1"/>
          </p:cNvSpPr>
          <p:nvPr>
            <p:ph type="body" sz="quarter" idx="18" hasCustomPrompt="1"/>
          </p:nvPr>
        </p:nvSpPr>
        <p:spPr>
          <a:xfrm>
            <a:off x="1187639" y="2683846"/>
            <a:ext cx="4513914" cy="2829448"/>
          </a:xfrm>
        </p:spPr>
        <p:txBody>
          <a:bodyPr anchor="t">
            <a:noAutofit/>
          </a:bodyPr>
          <a:lstStyle>
            <a:lvl1pPr>
              <a:defRPr sz="1400" b="0"/>
            </a:lvl1pPr>
          </a:lstStyle>
          <a:p>
            <a:pPr lvl="0"/>
            <a:r>
              <a:rPr lang="en-GB"/>
              <a:t>Click to insert a Tagline in one row</a:t>
            </a:r>
            <a:endParaRPr lang="en-PT"/>
          </a:p>
        </p:txBody>
      </p:sp>
      <p:sp>
        <p:nvSpPr>
          <p:cNvPr id="3" name="Rectangle 2">
            <a:extLst>
              <a:ext uri="{FF2B5EF4-FFF2-40B4-BE49-F238E27FC236}">
                <a16:creationId xmlns:a16="http://schemas.microsoft.com/office/drawing/2014/main" id="{C085DD8C-DF8D-AA98-6BEB-6BA8F4544B14}"/>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 name="Rectangle 3">
            <a:extLst>
              <a:ext uri="{FF2B5EF4-FFF2-40B4-BE49-F238E27FC236}">
                <a16:creationId xmlns:a16="http://schemas.microsoft.com/office/drawing/2014/main" id="{7F1FD907-458A-6FAB-D3EE-1D67BCDCED9C}"/>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 name="TextBox 4">
            <a:extLst>
              <a:ext uri="{FF2B5EF4-FFF2-40B4-BE49-F238E27FC236}">
                <a16:creationId xmlns:a16="http://schemas.microsoft.com/office/drawing/2014/main" id="{82392498-F1BF-A6C7-A2F1-732B6A411103}"/>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7" name="TextBox 6">
            <a:extLst>
              <a:ext uri="{FF2B5EF4-FFF2-40B4-BE49-F238E27FC236}">
                <a16:creationId xmlns:a16="http://schemas.microsoft.com/office/drawing/2014/main" id="{05B0EA3D-8662-AC93-2A19-318CCC6B2703}"/>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8" name="Graphic 21">
            <a:extLst>
              <a:ext uri="{FF2B5EF4-FFF2-40B4-BE49-F238E27FC236}">
                <a16:creationId xmlns:a16="http://schemas.microsoft.com/office/drawing/2014/main" id="{F6012AB8-84D6-AB48-36F1-32FC7D9132F8}"/>
              </a:ext>
            </a:extLst>
          </p:cNvPr>
          <p:cNvGrpSpPr/>
          <p:nvPr/>
        </p:nvGrpSpPr>
        <p:grpSpPr>
          <a:xfrm>
            <a:off x="89885" y="6647769"/>
            <a:ext cx="1340139" cy="126539"/>
            <a:chOff x="2546350" y="3092450"/>
            <a:chExt cx="7099490" cy="670350"/>
          </a:xfrm>
          <a:solidFill>
            <a:srgbClr val="FFFFFF"/>
          </a:solidFill>
        </p:grpSpPr>
        <p:sp>
          <p:nvSpPr>
            <p:cNvPr id="10" name="Freeform 23">
              <a:extLst>
                <a:ext uri="{FF2B5EF4-FFF2-40B4-BE49-F238E27FC236}">
                  <a16:creationId xmlns:a16="http://schemas.microsoft.com/office/drawing/2014/main" id="{B7B88985-C102-149C-6FEF-7A0CFFD5C2DF}"/>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1" name="Freeform 24">
              <a:extLst>
                <a:ext uri="{FF2B5EF4-FFF2-40B4-BE49-F238E27FC236}">
                  <a16:creationId xmlns:a16="http://schemas.microsoft.com/office/drawing/2014/main" id="{6CBBF0A4-BE1A-F64C-C8A8-6AE14EA43A70}"/>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2" name="Freeform 25">
              <a:extLst>
                <a:ext uri="{FF2B5EF4-FFF2-40B4-BE49-F238E27FC236}">
                  <a16:creationId xmlns:a16="http://schemas.microsoft.com/office/drawing/2014/main" id="{C075BCC1-B438-24FA-7BC7-39B3C0C49D68}"/>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4" name="Freeform 26">
              <a:extLst>
                <a:ext uri="{FF2B5EF4-FFF2-40B4-BE49-F238E27FC236}">
                  <a16:creationId xmlns:a16="http://schemas.microsoft.com/office/drawing/2014/main" id="{33178825-5FC2-5479-E16D-E0B6BBA1954A}"/>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5" name="Freeform 27">
              <a:extLst>
                <a:ext uri="{FF2B5EF4-FFF2-40B4-BE49-F238E27FC236}">
                  <a16:creationId xmlns:a16="http://schemas.microsoft.com/office/drawing/2014/main" id="{9040F6F7-5555-C8D5-1736-2F47FEBAF5A7}"/>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6" name="Freeform 28">
              <a:extLst>
                <a:ext uri="{FF2B5EF4-FFF2-40B4-BE49-F238E27FC236}">
                  <a16:creationId xmlns:a16="http://schemas.microsoft.com/office/drawing/2014/main" id="{E6B97652-E592-4A7D-B9A6-9BB8F480F36D}"/>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17" name="Freeform 29">
              <a:extLst>
                <a:ext uri="{FF2B5EF4-FFF2-40B4-BE49-F238E27FC236}">
                  <a16:creationId xmlns:a16="http://schemas.microsoft.com/office/drawing/2014/main" id="{1398D702-9400-D051-EC99-06517703CADB}"/>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8" name="Freeform 30">
              <a:extLst>
                <a:ext uri="{FF2B5EF4-FFF2-40B4-BE49-F238E27FC236}">
                  <a16:creationId xmlns:a16="http://schemas.microsoft.com/office/drawing/2014/main" id="{4CAC43AD-7B4C-E8E3-358B-4FBE3FACFDBE}"/>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21" name="Freeform 31">
              <a:extLst>
                <a:ext uri="{FF2B5EF4-FFF2-40B4-BE49-F238E27FC236}">
                  <a16:creationId xmlns:a16="http://schemas.microsoft.com/office/drawing/2014/main" id="{DB3C03C6-FABD-3F08-AF76-49CB89E3E469}"/>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22" name="Freeform 32">
              <a:extLst>
                <a:ext uri="{FF2B5EF4-FFF2-40B4-BE49-F238E27FC236}">
                  <a16:creationId xmlns:a16="http://schemas.microsoft.com/office/drawing/2014/main" id="{05FD409A-9AB0-9049-C35C-00E1A66C4ABF}"/>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37" name="Freeform 33">
              <a:extLst>
                <a:ext uri="{FF2B5EF4-FFF2-40B4-BE49-F238E27FC236}">
                  <a16:creationId xmlns:a16="http://schemas.microsoft.com/office/drawing/2014/main" id="{DEFD1A47-374B-07D2-623B-87E424EBEA49}"/>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38" name="Slide Number Placeholder 47">
            <a:extLst>
              <a:ext uri="{FF2B5EF4-FFF2-40B4-BE49-F238E27FC236}">
                <a16:creationId xmlns:a16="http://schemas.microsoft.com/office/drawing/2014/main" id="{73E2A8F6-9161-C8A3-0446-48F5D3797EA5}"/>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spTree>
    <p:extLst>
      <p:ext uri="{BB962C8B-B14F-4D97-AF65-F5344CB8AC3E}">
        <p14:creationId xmlns:p14="http://schemas.microsoft.com/office/powerpoint/2010/main" val="250363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 Blank BG">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0" y="1651201"/>
            <a:ext cx="5587699" cy="3923867"/>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8" name="Text Placeholder 16">
            <a:extLst>
              <a:ext uri="{FF2B5EF4-FFF2-40B4-BE49-F238E27FC236}">
                <a16:creationId xmlns:a16="http://schemas.microsoft.com/office/drawing/2014/main" id="{333BBA6D-B18D-A546-98F2-1E489D6A9E03}"/>
              </a:ext>
            </a:extLst>
          </p:cNvPr>
          <p:cNvSpPr>
            <a:spLocks noGrp="1"/>
          </p:cNvSpPr>
          <p:nvPr>
            <p:ph type="body" sz="quarter" idx="19" hasCustomPrompt="1"/>
          </p:nvPr>
        </p:nvSpPr>
        <p:spPr>
          <a:xfrm>
            <a:off x="320042"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7" name="Text Placeholder 16">
            <a:extLst>
              <a:ext uri="{FF2B5EF4-FFF2-40B4-BE49-F238E27FC236}">
                <a16:creationId xmlns:a16="http://schemas.microsoft.com/office/drawing/2014/main" id="{B4F1AAAB-962D-2845-8EB5-DE13DB8880CF}"/>
              </a:ext>
            </a:extLst>
          </p:cNvPr>
          <p:cNvSpPr>
            <a:spLocks noGrp="1"/>
          </p:cNvSpPr>
          <p:nvPr>
            <p:ph type="body" sz="quarter" idx="22" hasCustomPrompt="1"/>
          </p:nvPr>
        </p:nvSpPr>
        <p:spPr>
          <a:xfrm>
            <a:off x="6165029" y="1651201"/>
            <a:ext cx="5587699" cy="3923867"/>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9" name="Text Placeholder 16">
            <a:extLst>
              <a:ext uri="{FF2B5EF4-FFF2-40B4-BE49-F238E27FC236}">
                <a16:creationId xmlns:a16="http://schemas.microsoft.com/office/drawing/2014/main" id="{9ECBF84E-BC7F-584F-B569-19260D022A83}"/>
              </a:ext>
            </a:extLst>
          </p:cNvPr>
          <p:cNvSpPr>
            <a:spLocks noGrp="1"/>
          </p:cNvSpPr>
          <p:nvPr>
            <p:ph type="body" sz="quarter" idx="23" hasCustomPrompt="1"/>
          </p:nvPr>
        </p:nvSpPr>
        <p:spPr>
          <a:xfrm>
            <a:off x="6165031"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 name="Graphic 37">
            <a:extLst>
              <a:ext uri="{FF2B5EF4-FFF2-40B4-BE49-F238E27FC236}">
                <a16:creationId xmlns:a16="http://schemas.microsoft.com/office/drawing/2014/main" id="{C6E28D03-C4E1-7CB2-5424-C08BA490481F}"/>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4" name="Rectangle 3">
            <a:extLst>
              <a:ext uri="{FF2B5EF4-FFF2-40B4-BE49-F238E27FC236}">
                <a16:creationId xmlns:a16="http://schemas.microsoft.com/office/drawing/2014/main" id="{F256CCA8-038B-BBA9-AD42-D7A656D120E5}"/>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 name="Rectangle 4">
            <a:extLst>
              <a:ext uri="{FF2B5EF4-FFF2-40B4-BE49-F238E27FC236}">
                <a16:creationId xmlns:a16="http://schemas.microsoft.com/office/drawing/2014/main" id="{FC0EAA2C-74E8-2EB4-5B95-BEB5822A2A72}"/>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6" name="TextBox 5">
            <a:extLst>
              <a:ext uri="{FF2B5EF4-FFF2-40B4-BE49-F238E27FC236}">
                <a16:creationId xmlns:a16="http://schemas.microsoft.com/office/drawing/2014/main" id="{7447C82E-0C4D-34EE-DD0D-632AF8517057}"/>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7" name="TextBox 6">
            <a:extLst>
              <a:ext uri="{FF2B5EF4-FFF2-40B4-BE49-F238E27FC236}">
                <a16:creationId xmlns:a16="http://schemas.microsoft.com/office/drawing/2014/main" id="{4759A1D0-93DF-05E2-7E83-71FE6F65F6F0}"/>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8" name="Graphic 21">
            <a:extLst>
              <a:ext uri="{FF2B5EF4-FFF2-40B4-BE49-F238E27FC236}">
                <a16:creationId xmlns:a16="http://schemas.microsoft.com/office/drawing/2014/main" id="{A341F1FA-10F8-33E6-9DA8-9D068E177842}"/>
              </a:ext>
            </a:extLst>
          </p:cNvPr>
          <p:cNvGrpSpPr/>
          <p:nvPr/>
        </p:nvGrpSpPr>
        <p:grpSpPr>
          <a:xfrm>
            <a:off x="89885" y="6647769"/>
            <a:ext cx="1340139" cy="126539"/>
            <a:chOff x="2546350" y="3092450"/>
            <a:chExt cx="7099490" cy="670350"/>
          </a:xfrm>
          <a:solidFill>
            <a:srgbClr val="FFFFFF"/>
          </a:solidFill>
        </p:grpSpPr>
        <p:sp>
          <p:nvSpPr>
            <p:cNvPr id="9" name="Freeform 23">
              <a:extLst>
                <a:ext uri="{FF2B5EF4-FFF2-40B4-BE49-F238E27FC236}">
                  <a16:creationId xmlns:a16="http://schemas.microsoft.com/office/drawing/2014/main" id="{A5CA82DF-30D0-B333-2CFB-CADA498548F5}"/>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3" name="Freeform 24">
              <a:extLst>
                <a:ext uri="{FF2B5EF4-FFF2-40B4-BE49-F238E27FC236}">
                  <a16:creationId xmlns:a16="http://schemas.microsoft.com/office/drawing/2014/main" id="{2BF7D5BC-4CDE-3806-31C6-6FC844761FCD}"/>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4" name="Freeform 25">
              <a:extLst>
                <a:ext uri="{FF2B5EF4-FFF2-40B4-BE49-F238E27FC236}">
                  <a16:creationId xmlns:a16="http://schemas.microsoft.com/office/drawing/2014/main" id="{699E5173-BC21-EF7F-F51C-C1F6986FCF30}"/>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5" name="Freeform 26">
              <a:extLst>
                <a:ext uri="{FF2B5EF4-FFF2-40B4-BE49-F238E27FC236}">
                  <a16:creationId xmlns:a16="http://schemas.microsoft.com/office/drawing/2014/main" id="{456C0580-8A47-E97F-FC4E-0A119326788F}"/>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6" name="Freeform 27">
              <a:extLst>
                <a:ext uri="{FF2B5EF4-FFF2-40B4-BE49-F238E27FC236}">
                  <a16:creationId xmlns:a16="http://schemas.microsoft.com/office/drawing/2014/main" id="{17BD3D3E-0319-C241-A10D-F0044CE5904A}"/>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8" name="Freeform 28">
              <a:extLst>
                <a:ext uri="{FF2B5EF4-FFF2-40B4-BE49-F238E27FC236}">
                  <a16:creationId xmlns:a16="http://schemas.microsoft.com/office/drawing/2014/main" id="{D4E95206-81B5-41FB-818A-82558D3F1949}"/>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1" name="Freeform 29">
              <a:extLst>
                <a:ext uri="{FF2B5EF4-FFF2-40B4-BE49-F238E27FC236}">
                  <a16:creationId xmlns:a16="http://schemas.microsoft.com/office/drawing/2014/main" id="{5D63491E-C5C0-A0C8-AAA4-AC15C175508E}"/>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2" name="Freeform 30">
              <a:extLst>
                <a:ext uri="{FF2B5EF4-FFF2-40B4-BE49-F238E27FC236}">
                  <a16:creationId xmlns:a16="http://schemas.microsoft.com/office/drawing/2014/main" id="{50C5B748-E7BA-8D38-A833-7D03B5DB9689}"/>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37" name="Freeform 31">
              <a:extLst>
                <a:ext uri="{FF2B5EF4-FFF2-40B4-BE49-F238E27FC236}">
                  <a16:creationId xmlns:a16="http://schemas.microsoft.com/office/drawing/2014/main" id="{9038BE32-5F85-DC7B-A998-14738CC0D992}"/>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39" name="Freeform 32">
              <a:extLst>
                <a:ext uri="{FF2B5EF4-FFF2-40B4-BE49-F238E27FC236}">
                  <a16:creationId xmlns:a16="http://schemas.microsoft.com/office/drawing/2014/main" id="{6E975B1D-E68F-D8BC-59BA-D97025D35B08}"/>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0" name="Freeform 33">
              <a:extLst>
                <a:ext uri="{FF2B5EF4-FFF2-40B4-BE49-F238E27FC236}">
                  <a16:creationId xmlns:a16="http://schemas.microsoft.com/office/drawing/2014/main" id="{A1F07FBD-0336-049F-7E81-33B47A60A211}"/>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41" name="Slide Number Placeholder 47">
            <a:extLst>
              <a:ext uri="{FF2B5EF4-FFF2-40B4-BE49-F238E27FC236}">
                <a16:creationId xmlns:a16="http://schemas.microsoft.com/office/drawing/2014/main" id="{317A7F37-2D67-A641-C33A-8D9E6EDBDF0E}"/>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10" name="Straight Connector 9">
            <a:extLst>
              <a:ext uri="{FF2B5EF4-FFF2-40B4-BE49-F238E27FC236}">
                <a16:creationId xmlns:a16="http://schemas.microsoft.com/office/drawing/2014/main" id="{18907F5B-43D7-60A5-82DC-685E59F1691C}"/>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000942E7-AAD3-8174-093E-EF7C44F63E50}"/>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4EBCD012-E184-AD90-6F28-D419C17EC746}"/>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2553966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 Chevron 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rgbClr val="E7F0F1">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7" name="Freeform 36">
            <a:extLst>
              <a:ext uri="{FF2B5EF4-FFF2-40B4-BE49-F238E27FC236}">
                <a16:creationId xmlns:a16="http://schemas.microsoft.com/office/drawing/2014/main" id="{BD6BAE71-8D36-6F4C-9751-5F716296AE97}"/>
              </a:ext>
            </a:extLst>
          </p:cNvPr>
          <p:cNvSpPr/>
          <p:nvPr/>
        </p:nvSpPr>
        <p:spPr>
          <a:xfrm>
            <a:off x="2344310" y="-19651"/>
            <a:ext cx="9847690" cy="6730689"/>
          </a:xfrm>
          <a:custGeom>
            <a:avLst/>
            <a:gdLst>
              <a:gd name="connsiteX0" fmla="*/ 4723801 w 9847690"/>
              <a:gd name="connsiteY0" fmla="*/ 0 h 6730689"/>
              <a:gd name="connsiteX1" fmla="*/ 5842224 w 9847690"/>
              <a:gd name="connsiteY1" fmla="*/ 0 h 6730689"/>
              <a:gd name="connsiteX2" fmla="*/ 9847690 w 9847690"/>
              <a:gd name="connsiteY2" fmla="*/ 4013778 h 6730689"/>
              <a:gd name="connsiteX3" fmla="*/ 9847690 w 9847690"/>
              <a:gd name="connsiteY3" fmla="*/ 6730689 h 6730689"/>
              <a:gd name="connsiteX4" fmla="*/ 7606132 w 9847690"/>
              <a:gd name="connsiteY4" fmla="*/ 6730689 h 6730689"/>
              <a:gd name="connsiteX5" fmla="*/ 5283013 w 9847690"/>
              <a:gd name="connsiteY5" fmla="*/ 4402749 h 6730689"/>
              <a:gd name="connsiteX6" fmla="*/ 2959892 w 9847690"/>
              <a:gd name="connsiteY6" fmla="*/ 6730689 h 6730689"/>
              <a:gd name="connsiteX7" fmla="*/ 0 w 9847690"/>
              <a:gd name="connsiteY7" fmla="*/ 6730689 h 6730689"/>
              <a:gd name="connsiteX8" fmla="*/ 0 w 9847690"/>
              <a:gd name="connsiteY8" fmla="*/ 4733600 h 67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7690" h="6730689">
                <a:moveTo>
                  <a:pt x="4723801" y="0"/>
                </a:moveTo>
                <a:lnTo>
                  <a:pt x="5842224" y="0"/>
                </a:lnTo>
                <a:lnTo>
                  <a:pt x="9847690" y="4013778"/>
                </a:lnTo>
                <a:lnTo>
                  <a:pt x="9847690" y="6730689"/>
                </a:lnTo>
                <a:lnTo>
                  <a:pt x="7606132" y="6730689"/>
                </a:lnTo>
                <a:lnTo>
                  <a:pt x="5283013" y="4402749"/>
                </a:lnTo>
                <a:lnTo>
                  <a:pt x="2959892" y="6730689"/>
                </a:lnTo>
                <a:lnTo>
                  <a:pt x="0" y="6730689"/>
                </a:lnTo>
                <a:lnTo>
                  <a:pt x="0" y="4733600"/>
                </a:lnTo>
                <a:close/>
              </a:path>
            </a:pathLst>
          </a:custGeom>
          <a:solidFill>
            <a:schemeClr val="bg2"/>
          </a:solidFill>
          <a:ln w="0" cap="flat">
            <a:noFill/>
            <a:prstDash val="solid"/>
            <a:miter/>
          </a:ln>
        </p:spPr>
        <p:txBody>
          <a:bodyPr wrap="square" rtlCol="0" anchor="ctr">
            <a:noAutofit/>
          </a:bodyPr>
          <a:lstStyle/>
          <a:p>
            <a:endParaRPr lang="en-PT">
              <a:solidFill>
                <a:schemeClr val="bg2"/>
              </a:solidFill>
            </a:endParaRPr>
          </a:p>
        </p:txBody>
      </p:sp>
      <p:sp>
        <p:nvSpPr>
          <p:cNvPr id="3" name="Graphic 37">
            <a:extLst>
              <a:ext uri="{FF2B5EF4-FFF2-40B4-BE49-F238E27FC236}">
                <a16:creationId xmlns:a16="http://schemas.microsoft.com/office/drawing/2014/main" id="{E345CF27-52B1-B8B5-E13E-25788ED9D184}"/>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2" name="Text Placeholder 16">
            <a:extLst>
              <a:ext uri="{FF2B5EF4-FFF2-40B4-BE49-F238E27FC236}">
                <a16:creationId xmlns:a16="http://schemas.microsoft.com/office/drawing/2014/main" id="{FF47B48A-9926-16CA-181A-BE42492BD9DB}"/>
              </a:ext>
            </a:extLst>
          </p:cNvPr>
          <p:cNvSpPr>
            <a:spLocks noGrp="1"/>
          </p:cNvSpPr>
          <p:nvPr>
            <p:ph type="body" sz="quarter" idx="14" hasCustomPrompt="1"/>
          </p:nvPr>
        </p:nvSpPr>
        <p:spPr>
          <a:xfrm>
            <a:off x="320040" y="1651201"/>
            <a:ext cx="5587699" cy="3923867"/>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 name="Text Placeholder 16">
            <a:extLst>
              <a:ext uri="{FF2B5EF4-FFF2-40B4-BE49-F238E27FC236}">
                <a16:creationId xmlns:a16="http://schemas.microsoft.com/office/drawing/2014/main" id="{E3F694D8-F63D-EC09-619E-917B0D188C23}"/>
              </a:ext>
            </a:extLst>
          </p:cNvPr>
          <p:cNvSpPr>
            <a:spLocks noGrp="1"/>
          </p:cNvSpPr>
          <p:nvPr>
            <p:ph type="body" sz="quarter" idx="19" hasCustomPrompt="1"/>
          </p:nvPr>
        </p:nvSpPr>
        <p:spPr>
          <a:xfrm>
            <a:off x="320042"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8" name="Text Placeholder 16">
            <a:extLst>
              <a:ext uri="{FF2B5EF4-FFF2-40B4-BE49-F238E27FC236}">
                <a16:creationId xmlns:a16="http://schemas.microsoft.com/office/drawing/2014/main" id="{11413DA1-D62F-DEE0-5353-5E4A9BAD35EB}"/>
              </a:ext>
            </a:extLst>
          </p:cNvPr>
          <p:cNvSpPr>
            <a:spLocks noGrp="1"/>
          </p:cNvSpPr>
          <p:nvPr>
            <p:ph type="body" sz="quarter" idx="22" hasCustomPrompt="1"/>
          </p:nvPr>
        </p:nvSpPr>
        <p:spPr>
          <a:xfrm>
            <a:off x="6165029" y="1651201"/>
            <a:ext cx="5587699" cy="3923867"/>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9" name="Text Placeholder 16">
            <a:extLst>
              <a:ext uri="{FF2B5EF4-FFF2-40B4-BE49-F238E27FC236}">
                <a16:creationId xmlns:a16="http://schemas.microsoft.com/office/drawing/2014/main" id="{A7A2BB34-B1E3-B7BA-142D-AA3D82C0A411}"/>
              </a:ext>
            </a:extLst>
          </p:cNvPr>
          <p:cNvSpPr>
            <a:spLocks noGrp="1"/>
          </p:cNvSpPr>
          <p:nvPr>
            <p:ph type="body" sz="quarter" idx="23" hasCustomPrompt="1"/>
          </p:nvPr>
        </p:nvSpPr>
        <p:spPr>
          <a:xfrm>
            <a:off x="6165031"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6" name="Rectangle 45">
            <a:extLst>
              <a:ext uri="{FF2B5EF4-FFF2-40B4-BE49-F238E27FC236}">
                <a16:creationId xmlns:a16="http://schemas.microsoft.com/office/drawing/2014/main" id="{42532476-813A-63B7-FA7C-A00FBBF50510}"/>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7" name="Rectangle 46">
            <a:extLst>
              <a:ext uri="{FF2B5EF4-FFF2-40B4-BE49-F238E27FC236}">
                <a16:creationId xmlns:a16="http://schemas.microsoft.com/office/drawing/2014/main" id="{1398C60F-0502-FFC8-BDBC-D9B1D5A2886B}"/>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9" name="TextBox 48">
            <a:extLst>
              <a:ext uri="{FF2B5EF4-FFF2-40B4-BE49-F238E27FC236}">
                <a16:creationId xmlns:a16="http://schemas.microsoft.com/office/drawing/2014/main" id="{2784B63D-3D4D-7A38-34A0-D3C81ECE4FAD}"/>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50" name="TextBox 49">
            <a:extLst>
              <a:ext uri="{FF2B5EF4-FFF2-40B4-BE49-F238E27FC236}">
                <a16:creationId xmlns:a16="http://schemas.microsoft.com/office/drawing/2014/main" id="{22AF4ED4-58BE-EA75-FDE2-49E9B76A9C3F}"/>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51" name="Graphic 21">
            <a:extLst>
              <a:ext uri="{FF2B5EF4-FFF2-40B4-BE49-F238E27FC236}">
                <a16:creationId xmlns:a16="http://schemas.microsoft.com/office/drawing/2014/main" id="{EE9D3A25-A519-38F0-5E39-89D6A15903FF}"/>
              </a:ext>
            </a:extLst>
          </p:cNvPr>
          <p:cNvGrpSpPr/>
          <p:nvPr/>
        </p:nvGrpSpPr>
        <p:grpSpPr>
          <a:xfrm>
            <a:off x="89885" y="6647769"/>
            <a:ext cx="1340139" cy="126539"/>
            <a:chOff x="2546350" y="3092450"/>
            <a:chExt cx="7099490" cy="670350"/>
          </a:xfrm>
          <a:solidFill>
            <a:srgbClr val="FFFFFF"/>
          </a:solidFill>
        </p:grpSpPr>
        <p:sp>
          <p:nvSpPr>
            <p:cNvPr id="52" name="Freeform 23">
              <a:extLst>
                <a:ext uri="{FF2B5EF4-FFF2-40B4-BE49-F238E27FC236}">
                  <a16:creationId xmlns:a16="http://schemas.microsoft.com/office/drawing/2014/main" id="{A8126E36-E048-4D1C-A20A-F40F3385E82A}"/>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53" name="Freeform 24">
              <a:extLst>
                <a:ext uri="{FF2B5EF4-FFF2-40B4-BE49-F238E27FC236}">
                  <a16:creationId xmlns:a16="http://schemas.microsoft.com/office/drawing/2014/main" id="{686ADAAD-AFA5-53B1-785B-B9C3A308AB07}"/>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54" name="Freeform 25">
              <a:extLst>
                <a:ext uri="{FF2B5EF4-FFF2-40B4-BE49-F238E27FC236}">
                  <a16:creationId xmlns:a16="http://schemas.microsoft.com/office/drawing/2014/main" id="{72246397-7E0D-8A5A-C1D9-332B449722E4}"/>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55" name="Freeform 26">
              <a:extLst>
                <a:ext uri="{FF2B5EF4-FFF2-40B4-BE49-F238E27FC236}">
                  <a16:creationId xmlns:a16="http://schemas.microsoft.com/office/drawing/2014/main" id="{8619DA72-0E3B-462B-9185-86D1F176FD28}"/>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56" name="Freeform 27">
              <a:extLst>
                <a:ext uri="{FF2B5EF4-FFF2-40B4-BE49-F238E27FC236}">
                  <a16:creationId xmlns:a16="http://schemas.microsoft.com/office/drawing/2014/main" id="{E70501B1-28EF-6FB3-DBA1-E6989AD3C07D}"/>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57" name="Freeform 28">
              <a:extLst>
                <a:ext uri="{FF2B5EF4-FFF2-40B4-BE49-F238E27FC236}">
                  <a16:creationId xmlns:a16="http://schemas.microsoft.com/office/drawing/2014/main" id="{D9156A44-5F23-A382-D631-1AD4A58160C9}"/>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58" name="Freeform 29">
              <a:extLst>
                <a:ext uri="{FF2B5EF4-FFF2-40B4-BE49-F238E27FC236}">
                  <a16:creationId xmlns:a16="http://schemas.microsoft.com/office/drawing/2014/main" id="{8318F9C5-331A-457C-6CB9-0968C129C587}"/>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59" name="Freeform 30">
              <a:extLst>
                <a:ext uri="{FF2B5EF4-FFF2-40B4-BE49-F238E27FC236}">
                  <a16:creationId xmlns:a16="http://schemas.microsoft.com/office/drawing/2014/main" id="{6CDFB105-1A66-5CDA-9770-3CD2FBD65793}"/>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60" name="Freeform 31">
              <a:extLst>
                <a:ext uri="{FF2B5EF4-FFF2-40B4-BE49-F238E27FC236}">
                  <a16:creationId xmlns:a16="http://schemas.microsoft.com/office/drawing/2014/main" id="{DA0C1FFB-2DAC-5032-ED61-59C20F5E04E9}"/>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61" name="Freeform 32">
              <a:extLst>
                <a:ext uri="{FF2B5EF4-FFF2-40B4-BE49-F238E27FC236}">
                  <a16:creationId xmlns:a16="http://schemas.microsoft.com/office/drawing/2014/main" id="{42B44180-829D-2B79-7C9C-D1112F1048ED}"/>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62" name="Freeform 33">
              <a:extLst>
                <a:ext uri="{FF2B5EF4-FFF2-40B4-BE49-F238E27FC236}">
                  <a16:creationId xmlns:a16="http://schemas.microsoft.com/office/drawing/2014/main" id="{2664691F-66D1-1939-F6D0-B7B7F8524187}"/>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63" name="Slide Number Placeholder 47">
            <a:extLst>
              <a:ext uri="{FF2B5EF4-FFF2-40B4-BE49-F238E27FC236}">
                <a16:creationId xmlns:a16="http://schemas.microsoft.com/office/drawing/2014/main" id="{4AA29637-AE3F-587A-2CE4-2DC999FD5226}"/>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6" name="Straight Connector 5">
            <a:extLst>
              <a:ext uri="{FF2B5EF4-FFF2-40B4-BE49-F238E27FC236}">
                <a16:creationId xmlns:a16="http://schemas.microsoft.com/office/drawing/2014/main" id="{550AAF33-F6AB-D951-2832-8A54AC67242A}"/>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7" name="Title 1">
            <a:extLst>
              <a:ext uri="{FF2B5EF4-FFF2-40B4-BE49-F238E27FC236}">
                <a16:creationId xmlns:a16="http://schemas.microsoft.com/office/drawing/2014/main" id="{76A471FF-1486-C9B5-6CC7-18B28CC2B318}"/>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10" name="Text Placeholder 12">
            <a:extLst>
              <a:ext uri="{FF2B5EF4-FFF2-40B4-BE49-F238E27FC236}">
                <a16:creationId xmlns:a16="http://schemas.microsoft.com/office/drawing/2014/main" id="{4027BDD2-2F02-A532-D1AF-5245447811A4}"/>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184153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 Chart - Blank BG">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0" y="1651201"/>
            <a:ext cx="5587699" cy="3923867"/>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8" name="Text Placeholder 16">
            <a:extLst>
              <a:ext uri="{FF2B5EF4-FFF2-40B4-BE49-F238E27FC236}">
                <a16:creationId xmlns:a16="http://schemas.microsoft.com/office/drawing/2014/main" id="{333BBA6D-B18D-A546-98F2-1E489D6A9E03}"/>
              </a:ext>
            </a:extLst>
          </p:cNvPr>
          <p:cNvSpPr>
            <a:spLocks noGrp="1"/>
          </p:cNvSpPr>
          <p:nvPr>
            <p:ph type="body" sz="quarter" idx="19" hasCustomPrompt="1"/>
          </p:nvPr>
        </p:nvSpPr>
        <p:spPr>
          <a:xfrm>
            <a:off x="320042"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6" name="Chart Placeholder 5">
            <a:extLst>
              <a:ext uri="{FF2B5EF4-FFF2-40B4-BE49-F238E27FC236}">
                <a16:creationId xmlns:a16="http://schemas.microsoft.com/office/drawing/2014/main" id="{8D9EDA17-6D88-2F4D-9B82-BFCBAAF33FB5}"/>
              </a:ext>
            </a:extLst>
          </p:cNvPr>
          <p:cNvSpPr>
            <a:spLocks noGrp="1"/>
          </p:cNvSpPr>
          <p:nvPr>
            <p:ph type="chart" sz="quarter" idx="20" hasCustomPrompt="1"/>
          </p:nvPr>
        </p:nvSpPr>
        <p:spPr>
          <a:xfrm>
            <a:off x="6165031" y="1651547"/>
            <a:ext cx="5533257" cy="3924300"/>
          </a:xfrm>
        </p:spPr>
        <p:txBody>
          <a:bodyPr anchor="t" anchorCtr="0">
            <a:noAutofit/>
          </a:bodyPr>
          <a:lstStyle>
            <a:lvl1pPr algn="ctr">
              <a:defRPr sz="1400"/>
            </a:lvl1pPr>
          </a:lstStyle>
          <a:p>
            <a:r>
              <a:rPr lang="en-PT"/>
              <a:t>Click to insert a chart</a:t>
            </a:r>
          </a:p>
        </p:txBody>
      </p:sp>
      <p:sp>
        <p:nvSpPr>
          <p:cNvPr id="3" name="Graphic 37">
            <a:extLst>
              <a:ext uri="{FF2B5EF4-FFF2-40B4-BE49-F238E27FC236}">
                <a16:creationId xmlns:a16="http://schemas.microsoft.com/office/drawing/2014/main" id="{D00DECED-B36E-3DEB-AF4F-1C582083F68B}"/>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9" name="Text Placeholder 16">
            <a:extLst>
              <a:ext uri="{FF2B5EF4-FFF2-40B4-BE49-F238E27FC236}">
                <a16:creationId xmlns:a16="http://schemas.microsoft.com/office/drawing/2014/main" id="{20BCC58D-4197-B4B3-346A-EAFA52C6344E}"/>
              </a:ext>
            </a:extLst>
          </p:cNvPr>
          <p:cNvSpPr>
            <a:spLocks noGrp="1"/>
          </p:cNvSpPr>
          <p:nvPr>
            <p:ph type="body" sz="quarter" idx="23" hasCustomPrompt="1"/>
          </p:nvPr>
        </p:nvSpPr>
        <p:spPr>
          <a:xfrm>
            <a:off x="6165031"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7" name="Rectangle 6">
            <a:extLst>
              <a:ext uri="{FF2B5EF4-FFF2-40B4-BE49-F238E27FC236}">
                <a16:creationId xmlns:a16="http://schemas.microsoft.com/office/drawing/2014/main" id="{07B8B331-2C60-6CB6-55E8-2DE6F2CDCB5B}"/>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8" name="Rectangle 7">
            <a:extLst>
              <a:ext uri="{FF2B5EF4-FFF2-40B4-BE49-F238E27FC236}">
                <a16:creationId xmlns:a16="http://schemas.microsoft.com/office/drawing/2014/main" id="{42F6591F-5528-302A-D73B-6449D7EB1FF0}"/>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1" name="TextBox 10">
            <a:extLst>
              <a:ext uri="{FF2B5EF4-FFF2-40B4-BE49-F238E27FC236}">
                <a16:creationId xmlns:a16="http://schemas.microsoft.com/office/drawing/2014/main" id="{EABE1528-D273-EE8B-A9B2-E3737C3C42C0}"/>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12" name="TextBox 11">
            <a:extLst>
              <a:ext uri="{FF2B5EF4-FFF2-40B4-BE49-F238E27FC236}">
                <a16:creationId xmlns:a16="http://schemas.microsoft.com/office/drawing/2014/main" id="{A9EF6E70-59F3-3744-48D6-9F82B42CBA4A}"/>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13" name="Graphic 21">
            <a:extLst>
              <a:ext uri="{FF2B5EF4-FFF2-40B4-BE49-F238E27FC236}">
                <a16:creationId xmlns:a16="http://schemas.microsoft.com/office/drawing/2014/main" id="{583EFAF5-72EF-DC9E-3A7A-4763140AEB3F}"/>
              </a:ext>
            </a:extLst>
          </p:cNvPr>
          <p:cNvGrpSpPr/>
          <p:nvPr/>
        </p:nvGrpSpPr>
        <p:grpSpPr>
          <a:xfrm>
            <a:off x="89885" y="6647769"/>
            <a:ext cx="1340139" cy="126539"/>
            <a:chOff x="2546350" y="3092450"/>
            <a:chExt cx="7099490" cy="670350"/>
          </a:xfrm>
          <a:solidFill>
            <a:srgbClr val="FFFFFF"/>
          </a:solidFill>
        </p:grpSpPr>
        <p:sp>
          <p:nvSpPr>
            <p:cNvPr id="14" name="Freeform 23">
              <a:extLst>
                <a:ext uri="{FF2B5EF4-FFF2-40B4-BE49-F238E27FC236}">
                  <a16:creationId xmlns:a16="http://schemas.microsoft.com/office/drawing/2014/main" id="{CB7F07A4-D882-6652-0727-A218F3907AEB}"/>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5" name="Freeform 24">
              <a:extLst>
                <a:ext uri="{FF2B5EF4-FFF2-40B4-BE49-F238E27FC236}">
                  <a16:creationId xmlns:a16="http://schemas.microsoft.com/office/drawing/2014/main" id="{310C04F4-1937-82D1-2F35-D36792A2AC08}"/>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6" name="Freeform 25">
              <a:extLst>
                <a:ext uri="{FF2B5EF4-FFF2-40B4-BE49-F238E27FC236}">
                  <a16:creationId xmlns:a16="http://schemas.microsoft.com/office/drawing/2014/main" id="{A62005D8-DAEC-B964-3635-9E2CC6DBE560}"/>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8" name="Freeform 26">
              <a:extLst>
                <a:ext uri="{FF2B5EF4-FFF2-40B4-BE49-F238E27FC236}">
                  <a16:creationId xmlns:a16="http://schemas.microsoft.com/office/drawing/2014/main" id="{FD1AE3E6-5AA1-6910-EEEC-FBDA9AF11EAC}"/>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21" name="Freeform 27">
              <a:extLst>
                <a:ext uri="{FF2B5EF4-FFF2-40B4-BE49-F238E27FC236}">
                  <a16:creationId xmlns:a16="http://schemas.microsoft.com/office/drawing/2014/main" id="{177D5760-B4E8-5051-FC6F-5DFEFA96D266}"/>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22" name="Freeform 28">
              <a:extLst>
                <a:ext uri="{FF2B5EF4-FFF2-40B4-BE49-F238E27FC236}">
                  <a16:creationId xmlns:a16="http://schemas.microsoft.com/office/drawing/2014/main" id="{5F730DFA-B7D2-906E-E2D5-1FF456B8E9D4}"/>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37" name="Freeform 29">
              <a:extLst>
                <a:ext uri="{FF2B5EF4-FFF2-40B4-BE49-F238E27FC236}">
                  <a16:creationId xmlns:a16="http://schemas.microsoft.com/office/drawing/2014/main" id="{DF4E14C1-01DC-E8B1-D637-33F8A49CD65D}"/>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39" name="Freeform 30">
              <a:extLst>
                <a:ext uri="{FF2B5EF4-FFF2-40B4-BE49-F238E27FC236}">
                  <a16:creationId xmlns:a16="http://schemas.microsoft.com/office/drawing/2014/main" id="{4FC584DF-7805-6114-D19E-CEB50CA91267}"/>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40" name="Freeform 31">
              <a:extLst>
                <a:ext uri="{FF2B5EF4-FFF2-40B4-BE49-F238E27FC236}">
                  <a16:creationId xmlns:a16="http://schemas.microsoft.com/office/drawing/2014/main" id="{EB7C31B9-BB87-1382-50D0-BD59D8623B86}"/>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41" name="Freeform 32">
              <a:extLst>
                <a:ext uri="{FF2B5EF4-FFF2-40B4-BE49-F238E27FC236}">
                  <a16:creationId xmlns:a16="http://schemas.microsoft.com/office/drawing/2014/main" id="{603B068E-95BE-8845-2828-CF8EBAB755E3}"/>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2" name="Freeform 33">
              <a:extLst>
                <a:ext uri="{FF2B5EF4-FFF2-40B4-BE49-F238E27FC236}">
                  <a16:creationId xmlns:a16="http://schemas.microsoft.com/office/drawing/2014/main" id="{6037A28C-38B5-DB7E-B0DE-43A742C392FD}"/>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43" name="Slide Number Placeholder 47">
            <a:extLst>
              <a:ext uri="{FF2B5EF4-FFF2-40B4-BE49-F238E27FC236}">
                <a16:creationId xmlns:a16="http://schemas.microsoft.com/office/drawing/2014/main" id="{B7891BEC-D315-4D98-4232-5448033F74B3}"/>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2" name="Straight Connector 1">
            <a:extLst>
              <a:ext uri="{FF2B5EF4-FFF2-40B4-BE49-F238E27FC236}">
                <a16:creationId xmlns:a16="http://schemas.microsoft.com/office/drawing/2014/main" id="{D93AFD93-45C6-16A6-A5D2-0F6D9B954DEC}"/>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384DC245-541E-12F1-E0A1-B8128182C54A}"/>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4EF8A4FD-0007-1C80-D33D-5FAA91D47847}"/>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3622114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 Chart - Chevron 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rgbClr val="E7F0F1">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7" name="Freeform 36">
            <a:extLst>
              <a:ext uri="{FF2B5EF4-FFF2-40B4-BE49-F238E27FC236}">
                <a16:creationId xmlns:a16="http://schemas.microsoft.com/office/drawing/2014/main" id="{BD6BAE71-8D36-6F4C-9751-5F716296AE97}"/>
              </a:ext>
            </a:extLst>
          </p:cNvPr>
          <p:cNvSpPr/>
          <p:nvPr/>
        </p:nvSpPr>
        <p:spPr>
          <a:xfrm>
            <a:off x="2344310" y="-19651"/>
            <a:ext cx="9847690" cy="6730689"/>
          </a:xfrm>
          <a:custGeom>
            <a:avLst/>
            <a:gdLst>
              <a:gd name="connsiteX0" fmla="*/ 4723801 w 9847690"/>
              <a:gd name="connsiteY0" fmla="*/ 0 h 6730689"/>
              <a:gd name="connsiteX1" fmla="*/ 5842224 w 9847690"/>
              <a:gd name="connsiteY1" fmla="*/ 0 h 6730689"/>
              <a:gd name="connsiteX2" fmla="*/ 9847690 w 9847690"/>
              <a:gd name="connsiteY2" fmla="*/ 4013778 h 6730689"/>
              <a:gd name="connsiteX3" fmla="*/ 9847690 w 9847690"/>
              <a:gd name="connsiteY3" fmla="*/ 6730689 h 6730689"/>
              <a:gd name="connsiteX4" fmla="*/ 7606132 w 9847690"/>
              <a:gd name="connsiteY4" fmla="*/ 6730689 h 6730689"/>
              <a:gd name="connsiteX5" fmla="*/ 5283013 w 9847690"/>
              <a:gd name="connsiteY5" fmla="*/ 4402749 h 6730689"/>
              <a:gd name="connsiteX6" fmla="*/ 2959892 w 9847690"/>
              <a:gd name="connsiteY6" fmla="*/ 6730689 h 6730689"/>
              <a:gd name="connsiteX7" fmla="*/ 0 w 9847690"/>
              <a:gd name="connsiteY7" fmla="*/ 6730689 h 6730689"/>
              <a:gd name="connsiteX8" fmla="*/ 0 w 9847690"/>
              <a:gd name="connsiteY8" fmla="*/ 4733600 h 67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7690" h="6730689">
                <a:moveTo>
                  <a:pt x="4723801" y="0"/>
                </a:moveTo>
                <a:lnTo>
                  <a:pt x="5842224" y="0"/>
                </a:lnTo>
                <a:lnTo>
                  <a:pt x="9847690" y="4013778"/>
                </a:lnTo>
                <a:lnTo>
                  <a:pt x="9847690" y="6730689"/>
                </a:lnTo>
                <a:lnTo>
                  <a:pt x="7606132" y="6730689"/>
                </a:lnTo>
                <a:lnTo>
                  <a:pt x="5283013" y="4402749"/>
                </a:lnTo>
                <a:lnTo>
                  <a:pt x="2959892" y="6730689"/>
                </a:lnTo>
                <a:lnTo>
                  <a:pt x="0" y="6730689"/>
                </a:lnTo>
                <a:lnTo>
                  <a:pt x="0" y="4733600"/>
                </a:lnTo>
                <a:close/>
              </a:path>
            </a:pathLst>
          </a:custGeom>
          <a:solidFill>
            <a:schemeClr val="bg2"/>
          </a:solidFill>
          <a:ln w="0" cap="flat">
            <a:noFill/>
            <a:prstDash val="solid"/>
            <a:miter/>
          </a:ln>
        </p:spPr>
        <p:txBody>
          <a:bodyPr wrap="square" rtlCol="0" anchor="ctr">
            <a:noAutofit/>
          </a:bodyPr>
          <a:lstStyle/>
          <a:p>
            <a:endParaRPr lang="en-PT">
              <a:solidFill>
                <a:schemeClr val="bg2"/>
              </a:solidFill>
            </a:endParaRPr>
          </a:p>
        </p:txBody>
      </p:sp>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0" y="1651201"/>
            <a:ext cx="5587699" cy="3923867"/>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8" name="Text Placeholder 16">
            <a:extLst>
              <a:ext uri="{FF2B5EF4-FFF2-40B4-BE49-F238E27FC236}">
                <a16:creationId xmlns:a16="http://schemas.microsoft.com/office/drawing/2014/main" id="{333BBA6D-B18D-A546-98F2-1E489D6A9E03}"/>
              </a:ext>
            </a:extLst>
          </p:cNvPr>
          <p:cNvSpPr>
            <a:spLocks noGrp="1"/>
          </p:cNvSpPr>
          <p:nvPr>
            <p:ph type="body" sz="quarter" idx="19" hasCustomPrompt="1"/>
          </p:nvPr>
        </p:nvSpPr>
        <p:spPr>
          <a:xfrm>
            <a:off x="320042"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6" name="Chart Placeholder 5">
            <a:extLst>
              <a:ext uri="{FF2B5EF4-FFF2-40B4-BE49-F238E27FC236}">
                <a16:creationId xmlns:a16="http://schemas.microsoft.com/office/drawing/2014/main" id="{8D9EDA17-6D88-2F4D-9B82-BFCBAAF33FB5}"/>
              </a:ext>
            </a:extLst>
          </p:cNvPr>
          <p:cNvSpPr>
            <a:spLocks noGrp="1"/>
          </p:cNvSpPr>
          <p:nvPr>
            <p:ph type="chart" sz="quarter" idx="20" hasCustomPrompt="1"/>
          </p:nvPr>
        </p:nvSpPr>
        <p:spPr>
          <a:xfrm>
            <a:off x="6165031" y="1651547"/>
            <a:ext cx="5533257" cy="3924300"/>
          </a:xfrm>
        </p:spPr>
        <p:txBody>
          <a:bodyPr anchor="t" anchorCtr="0">
            <a:noAutofit/>
          </a:bodyPr>
          <a:lstStyle>
            <a:lvl1pPr algn="ctr">
              <a:defRPr sz="1400"/>
            </a:lvl1pPr>
          </a:lstStyle>
          <a:p>
            <a:r>
              <a:rPr lang="en-PT"/>
              <a:t>Click to insert a chart</a:t>
            </a:r>
          </a:p>
        </p:txBody>
      </p:sp>
      <p:sp>
        <p:nvSpPr>
          <p:cNvPr id="3" name="Graphic 37">
            <a:extLst>
              <a:ext uri="{FF2B5EF4-FFF2-40B4-BE49-F238E27FC236}">
                <a16:creationId xmlns:a16="http://schemas.microsoft.com/office/drawing/2014/main" id="{61769B8F-81EC-2D73-0924-DAE829524E30}"/>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10" name="Text Placeholder 16">
            <a:extLst>
              <a:ext uri="{FF2B5EF4-FFF2-40B4-BE49-F238E27FC236}">
                <a16:creationId xmlns:a16="http://schemas.microsoft.com/office/drawing/2014/main" id="{E5FC2D32-3E05-A1D2-7761-1991270DDC0B}"/>
              </a:ext>
            </a:extLst>
          </p:cNvPr>
          <p:cNvSpPr>
            <a:spLocks noGrp="1"/>
          </p:cNvSpPr>
          <p:nvPr>
            <p:ph type="body" sz="quarter" idx="23" hasCustomPrompt="1"/>
          </p:nvPr>
        </p:nvSpPr>
        <p:spPr>
          <a:xfrm>
            <a:off x="6165031"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8" name="Rectangle 7">
            <a:extLst>
              <a:ext uri="{FF2B5EF4-FFF2-40B4-BE49-F238E27FC236}">
                <a16:creationId xmlns:a16="http://schemas.microsoft.com/office/drawing/2014/main" id="{20E41451-D8F0-321A-4FF4-20F3C014500A}"/>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9" name="Rectangle 8">
            <a:extLst>
              <a:ext uri="{FF2B5EF4-FFF2-40B4-BE49-F238E27FC236}">
                <a16:creationId xmlns:a16="http://schemas.microsoft.com/office/drawing/2014/main" id="{AAB9ED72-5D0A-20B6-E34C-162CB3831508}"/>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1" name="TextBox 10">
            <a:extLst>
              <a:ext uri="{FF2B5EF4-FFF2-40B4-BE49-F238E27FC236}">
                <a16:creationId xmlns:a16="http://schemas.microsoft.com/office/drawing/2014/main" id="{67EA0C0E-289D-B133-6D49-0AF79A83043B}"/>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12" name="TextBox 11">
            <a:extLst>
              <a:ext uri="{FF2B5EF4-FFF2-40B4-BE49-F238E27FC236}">
                <a16:creationId xmlns:a16="http://schemas.microsoft.com/office/drawing/2014/main" id="{B9F8CF45-E85F-CCBF-6F50-ACC392995E48}"/>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13" name="Graphic 21">
            <a:extLst>
              <a:ext uri="{FF2B5EF4-FFF2-40B4-BE49-F238E27FC236}">
                <a16:creationId xmlns:a16="http://schemas.microsoft.com/office/drawing/2014/main" id="{51FA636F-48EA-7EA8-46AC-EDC3316C09B3}"/>
              </a:ext>
            </a:extLst>
          </p:cNvPr>
          <p:cNvGrpSpPr/>
          <p:nvPr/>
        </p:nvGrpSpPr>
        <p:grpSpPr>
          <a:xfrm>
            <a:off x="89885" y="6647769"/>
            <a:ext cx="1340139" cy="126539"/>
            <a:chOff x="2546350" y="3092450"/>
            <a:chExt cx="7099490" cy="670350"/>
          </a:xfrm>
          <a:solidFill>
            <a:srgbClr val="FFFFFF"/>
          </a:solidFill>
        </p:grpSpPr>
        <p:sp>
          <p:nvSpPr>
            <p:cNvPr id="14" name="Freeform 23">
              <a:extLst>
                <a:ext uri="{FF2B5EF4-FFF2-40B4-BE49-F238E27FC236}">
                  <a16:creationId xmlns:a16="http://schemas.microsoft.com/office/drawing/2014/main" id="{6040E759-FE41-D696-EED8-8E3F058BD7CC}"/>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5" name="Freeform 24">
              <a:extLst>
                <a:ext uri="{FF2B5EF4-FFF2-40B4-BE49-F238E27FC236}">
                  <a16:creationId xmlns:a16="http://schemas.microsoft.com/office/drawing/2014/main" id="{4D2A10E3-9CB6-D8FF-8454-EB036FE510B1}"/>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6" name="Freeform 25">
              <a:extLst>
                <a:ext uri="{FF2B5EF4-FFF2-40B4-BE49-F238E27FC236}">
                  <a16:creationId xmlns:a16="http://schemas.microsoft.com/office/drawing/2014/main" id="{D4415EB1-AE9C-90DD-C9C4-A0E4EC728E26}"/>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8" name="Freeform 26">
              <a:extLst>
                <a:ext uri="{FF2B5EF4-FFF2-40B4-BE49-F238E27FC236}">
                  <a16:creationId xmlns:a16="http://schemas.microsoft.com/office/drawing/2014/main" id="{A53EDFD7-376C-7715-0A65-AB48AA2CB6C3}"/>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21" name="Freeform 27">
              <a:extLst>
                <a:ext uri="{FF2B5EF4-FFF2-40B4-BE49-F238E27FC236}">
                  <a16:creationId xmlns:a16="http://schemas.microsoft.com/office/drawing/2014/main" id="{EE72327D-E69A-6E12-B520-08F7EEA0EDAD}"/>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22" name="Freeform 28">
              <a:extLst>
                <a:ext uri="{FF2B5EF4-FFF2-40B4-BE49-F238E27FC236}">
                  <a16:creationId xmlns:a16="http://schemas.microsoft.com/office/drawing/2014/main" id="{A948F65E-CC2A-1367-4B24-4A6731BA02F2}"/>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39" name="Freeform 29">
              <a:extLst>
                <a:ext uri="{FF2B5EF4-FFF2-40B4-BE49-F238E27FC236}">
                  <a16:creationId xmlns:a16="http://schemas.microsoft.com/office/drawing/2014/main" id="{7949D304-CB9D-EF9C-BFCA-F2B4DD4E2B55}"/>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40" name="Freeform 30">
              <a:extLst>
                <a:ext uri="{FF2B5EF4-FFF2-40B4-BE49-F238E27FC236}">
                  <a16:creationId xmlns:a16="http://schemas.microsoft.com/office/drawing/2014/main" id="{BFB5B07E-4AF3-3137-59C5-CAE8D8AD47A9}"/>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41" name="Freeform 31">
              <a:extLst>
                <a:ext uri="{FF2B5EF4-FFF2-40B4-BE49-F238E27FC236}">
                  <a16:creationId xmlns:a16="http://schemas.microsoft.com/office/drawing/2014/main" id="{5F37EBC3-38A4-24DB-35B9-8A33F82B63EC}"/>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43" name="Freeform 32">
              <a:extLst>
                <a:ext uri="{FF2B5EF4-FFF2-40B4-BE49-F238E27FC236}">
                  <a16:creationId xmlns:a16="http://schemas.microsoft.com/office/drawing/2014/main" id="{BB45B03C-2F89-B2AC-5756-6386F777745A}"/>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4" name="Freeform 33">
              <a:extLst>
                <a:ext uri="{FF2B5EF4-FFF2-40B4-BE49-F238E27FC236}">
                  <a16:creationId xmlns:a16="http://schemas.microsoft.com/office/drawing/2014/main" id="{009FCE98-D9AF-066D-ABCA-DDB893612DEA}"/>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45" name="Slide Number Placeholder 47">
            <a:extLst>
              <a:ext uri="{FF2B5EF4-FFF2-40B4-BE49-F238E27FC236}">
                <a16:creationId xmlns:a16="http://schemas.microsoft.com/office/drawing/2014/main" id="{607CD004-9DCB-F325-DD05-6B399CB2BB8E}"/>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2" name="Straight Connector 1">
            <a:extLst>
              <a:ext uri="{FF2B5EF4-FFF2-40B4-BE49-F238E27FC236}">
                <a16:creationId xmlns:a16="http://schemas.microsoft.com/office/drawing/2014/main" id="{126F3DD5-5256-A53A-6224-01A87B042513}"/>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03087E09-28AB-CA6D-6499-1749C4E58CEC}"/>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0D398BED-B098-3F36-9DC2-57D0C97E7AE3}"/>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479604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nd Chart - No Headers">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rgbClr val="E7F0F1">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7" name="Freeform 36">
            <a:extLst>
              <a:ext uri="{FF2B5EF4-FFF2-40B4-BE49-F238E27FC236}">
                <a16:creationId xmlns:a16="http://schemas.microsoft.com/office/drawing/2014/main" id="{BD6BAE71-8D36-6F4C-9751-5F716296AE97}"/>
              </a:ext>
            </a:extLst>
          </p:cNvPr>
          <p:cNvSpPr/>
          <p:nvPr/>
        </p:nvSpPr>
        <p:spPr>
          <a:xfrm>
            <a:off x="2344310" y="-19651"/>
            <a:ext cx="9847690" cy="6730689"/>
          </a:xfrm>
          <a:custGeom>
            <a:avLst/>
            <a:gdLst>
              <a:gd name="connsiteX0" fmla="*/ 4723801 w 9847690"/>
              <a:gd name="connsiteY0" fmla="*/ 0 h 6730689"/>
              <a:gd name="connsiteX1" fmla="*/ 5842224 w 9847690"/>
              <a:gd name="connsiteY1" fmla="*/ 0 h 6730689"/>
              <a:gd name="connsiteX2" fmla="*/ 9847690 w 9847690"/>
              <a:gd name="connsiteY2" fmla="*/ 4013778 h 6730689"/>
              <a:gd name="connsiteX3" fmla="*/ 9847690 w 9847690"/>
              <a:gd name="connsiteY3" fmla="*/ 6730689 h 6730689"/>
              <a:gd name="connsiteX4" fmla="*/ 7606132 w 9847690"/>
              <a:gd name="connsiteY4" fmla="*/ 6730689 h 6730689"/>
              <a:gd name="connsiteX5" fmla="*/ 5283013 w 9847690"/>
              <a:gd name="connsiteY5" fmla="*/ 4402749 h 6730689"/>
              <a:gd name="connsiteX6" fmla="*/ 2959892 w 9847690"/>
              <a:gd name="connsiteY6" fmla="*/ 6730689 h 6730689"/>
              <a:gd name="connsiteX7" fmla="*/ 0 w 9847690"/>
              <a:gd name="connsiteY7" fmla="*/ 6730689 h 6730689"/>
              <a:gd name="connsiteX8" fmla="*/ 0 w 9847690"/>
              <a:gd name="connsiteY8" fmla="*/ 4733600 h 67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7690" h="6730689">
                <a:moveTo>
                  <a:pt x="4723801" y="0"/>
                </a:moveTo>
                <a:lnTo>
                  <a:pt x="5842224" y="0"/>
                </a:lnTo>
                <a:lnTo>
                  <a:pt x="9847690" y="4013778"/>
                </a:lnTo>
                <a:lnTo>
                  <a:pt x="9847690" y="6730689"/>
                </a:lnTo>
                <a:lnTo>
                  <a:pt x="7606132" y="6730689"/>
                </a:lnTo>
                <a:lnTo>
                  <a:pt x="5283013" y="4402749"/>
                </a:lnTo>
                <a:lnTo>
                  <a:pt x="2959892" y="6730689"/>
                </a:lnTo>
                <a:lnTo>
                  <a:pt x="0" y="6730689"/>
                </a:lnTo>
                <a:lnTo>
                  <a:pt x="0" y="4733600"/>
                </a:lnTo>
                <a:close/>
              </a:path>
            </a:pathLst>
          </a:custGeom>
          <a:solidFill>
            <a:schemeClr val="bg2"/>
          </a:solidFill>
          <a:ln w="0" cap="flat">
            <a:noFill/>
            <a:prstDash val="solid"/>
            <a:miter/>
          </a:ln>
        </p:spPr>
        <p:txBody>
          <a:bodyPr wrap="square" rtlCol="0" anchor="ctr">
            <a:noAutofit/>
          </a:bodyPr>
          <a:lstStyle/>
          <a:p>
            <a:endParaRPr lang="en-PT">
              <a:solidFill>
                <a:schemeClr val="bg2"/>
              </a:solidFill>
            </a:endParaRPr>
          </a:p>
        </p:txBody>
      </p:sp>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1" y="1232131"/>
            <a:ext cx="5591175" cy="4761225"/>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7" name="Content Placeholder 6">
            <a:extLst>
              <a:ext uri="{FF2B5EF4-FFF2-40B4-BE49-F238E27FC236}">
                <a16:creationId xmlns:a16="http://schemas.microsoft.com/office/drawing/2014/main" id="{E54AB342-43EC-6D49-B9AC-ED43658899FC}"/>
              </a:ext>
            </a:extLst>
          </p:cNvPr>
          <p:cNvSpPr>
            <a:spLocks noGrp="1"/>
          </p:cNvSpPr>
          <p:nvPr>
            <p:ph sz="quarter" idx="18" hasCustomPrompt="1"/>
          </p:nvPr>
        </p:nvSpPr>
        <p:spPr>
          <a:xfrm>
            <a:off x="6176963" y="1232131"/>
            <a:ext cx="5591175" cy="4761227"/>
          </a:xfrm>
        </p:spPr>
        <p:txBody>
          <a:bodyPr anchor="t" anchorCtr="0">
            <a:noAutofit/>
          </a:bodyPr>
          <a:lstStyle>
            <a:lvl1pPr algn="ctr">
              <a:defRPr sz="1400"/>
            </a:lvl1pPr>
          </a:lstStyle>
          <a:p>
            <a:pPr lvl="0"/>
            <a:r>
              <a:rPr lang="en-GB"/>
              <a:t>Click to insert a Chart, table, Graph or image</a:t>
            </a:r>
            <a:endParaRPr lang="en-PT"/>
          </a:p>
        </p:txBody>
      </p:sp>
      <p:sp>
        <p:nvSpPr>
          <p:cNvPr id="3" name="Graphic 37">
            <a:extLst>
              <a:ext uri="{FF2B5EF4-FFF2-40B4-BE49-F238E27FC236}">
                <a16:creationId xmlns:a16="http://schemas.microsoft.com/office/drawing/2014/main" id="{12C3E42C-91CB-EA61-0B1C-ADB056E3DDFF}"/>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6" name="Rectangle 5">
            <a:extLst>
              <a:ext uri="{FF2B5EF4-FFF2-40B4-BE49-F238E27FC236}">
                <a16:creationId xmlns:a16="http://schemas.microsoft.com/office/drawing/2014/main" id="{380EE2BE-738C-4880-4B10-5B3FF0C2040A}"/>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8" name="Rectangle 7">
            <a:extLst>
              <a:ext uri="{FF2B5EF4-FFF2-40B4-BE49-F238E27FC236}">
                <a16:creationId xmlns:a16="http://schemas.microsoft.com/office/drawing/2014/main" id="{C2292398-FC29-EF0B-6ABE-F041D802DD29}"/>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0" name="TextBox 9">
            <a:extLst>
              <a:ext uri="{FF2B5EF4-FFF2-40B4-BE49-F238E27FC236}">
                <a16:creationId xmlns:a16="http://schemas.microsoft.com/office/drawing/2014/main" id="{99583AD0-0C33-20ED-56CB-A4E4720BB19E}"/>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11" name="TextBox 10">
            <a:extLst>
              <a:ext uri="{FF2B5EF4-FFF2-40B4-BE49-F238E27FC236}">
                <a16:creationId xmlns:a16="http://schemas.microsoft.com/office/drawing/2014/main" id="{459F7876-1199-E602-F2BA-F62BC0BD893F}"/>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12" name="Graphic 21">
            <a:extLst>
              <a:ext uri="{FF2B5EF4-FFF2-40B4-BE49-F238E27FC236}">
                <a16:creationId xmlns:a16="http://schemas.microsoft.com/office/drawing/2014/main" id="{ABC679F4-2ED9-4542-298C-27C22CF06DCC}"/>
              </a:ext>
            </a:extLst>
          </p:cNvPr>
          <p:cNvGrpSpPr/>
          <p:nvPr/>
        </p:nvGrpSpPr>
        <p:grpSpPr>
          <a:xfrm>
            <a:off x="89885" y="6647769"/>
            <a:ext cx="1340139" cy="126539"/>
            <a:chOff x="2546350" y="3092450"/>
            <a:chExt cx="7099490" cy="670350"/>
          </a:xfrm>
          <a:solidFill>
            <a:srgbClr val="FFFFFF"/>
          </a:solidFill>
        </p:grpSpPr>
        <p:sp>
          <p:nvSpPr>
            <p:cNvPr id="13" name="Freeform 23">
              <a:extLst>
                <a:ext uri="{FF2B5EF4-FFF2-40B4-BE49-F238E27FC236}">
                  <a16:creationId xmlns:a16="http://schemas.microsoft.com/office/drawing/2014/main" id="{C982A0EF-E42F-F0F0-9B64-8FAA9DEC0834}"/>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4" name="Freeform 24">
              <a:extLst>
                <a:ext uri="{FF2B5EF4-FFF2-40B4-BE49-F238E27FC236}">
                  <a16:creationId xmlns:a16="http://schemas.microsoft.com/office/drawing/2014/main" id="{E59A922B-D9E3-4FA7-C498-0863B6EE1C65}"/>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5" name="Freeform 25">
              <a:extLst>
                <a:ext uri="{FF2B5EF4-FFF2-40B4-BE49-F238E27FC236}">
                  <a16:creationId xmlns:a16="http://schemas.microsoft.com/office/drawing/2014/main" id="{56783477-9B3E-252B-0D63-2CD83D25814F}"/>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6" name="Freeform 26">
              <a:extLst>
                <a:ext uri="{FF2B5EF4-FFF2-40B4-BE49-F238E27FC236}">
                  <a16:creationId xmlns:a16="http://schemas.microsoft.com/office/drawing/2014/main" id="{C66B9701-EA5A-4B71-DC98-735507BCACC9}"/>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8" name="Freeform 27">
              <a:extLst>
                <a:ext uri="{FF2B5EF4-FFF2-40B4-BE49-F238E27FC236}">
                  <a16:creationId xmlns:a16="http://schemas.microsoft.com/office/drawing/2014/main" id="{E9CC5F1C-E08E-6659-408A-92DE7523F991}"/>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21" name="Freeform 28">
              <a:extLst>
                <a:ext uri="{FF2B5EF4-FFF2-40B4-BE49-F238E27FC236}">
                  <a16:creationId xmlns:a16="http://schemas.microsoft.com/office/drawing/2014/main" id="{AB8F8E83-3C5F-7DA5-B6B2-DA36183CC015}"/>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2" name="Freeform 29">
              <a:extLst>
                <a:ext uri="{FF2B5EF4-FFF2-40B4-BE49-F238E27FC236}">
                  <a16:creationId xmlns:a16="http://schemas.microsoft.com/office/drawing/2014/main" id="{47ED6A4A-D5AE-492C-D155-12F420DA2AF8}"/>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38" name="Freeform 30">
              <a:extLst>
                <a:ext uri="{FF2B5EF4-FFF2-40B4-BE49-F238E27FC236}">
                  <a16:creationId xmlns:a16="http://schemas.microsoft.com/office/drawing/2014/main" id="{3AF5416D-5A64-8285-2297-D7350481C6E6}"/>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39" name="Freeform 31">
              <a:extLst>
                <a:ext uri="{FF2B5EF4-FFF2-40B4-BE49-F238E27FC236}">
                  <a16:creationId xmlns:a16="http://schemas.microsoft.com/office/drawing/2014/main" id="{455039F1-F449-DC8A-99DA-C536CD51BBC6}"/>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40" name="Freeform 32">
              <a:extLst>
                <a:ext uri="{FF2B5EF4-FFF2-40B4-BE49-F238E27FC236}">
                  <a16:creationId xmlns:a16="http://schemas.microsoft.com/office/drawing/2014/main" id="{B3346B11-4654-E808-D7BE-934835E310AD}"/>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1" name="Freeform 33">
              <a:extLst>
                <a:ext uri="{FF2B5EF4-FFF2-40B4-BE49-F238E27FC236}">
                  <a16:creationId xmlns:a16="http://schemas.microsoft.com/office/drawing/2014/main" id="{37C60A55-0101-AF5D-5041-9493DC00E46B}"/>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43" name="Slide Number Placeholder 47">
            <a:extLst>
              <a:ext uri="{FF2B5EF4-FFF2-40B4-BE49-F238E27FC236}">
                <a16:creationId xmlns:a16="http://schemas.microsoft.com/office/drawing/2014/main" id="{0DFF1E5C-D899-C641-111E-25131F29DE74}"/>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2" name="Straight Connector 1">
            <a:extLst>
              <a:ext uri="{FF2B5EF4-FFF2-40B4-BE49-F238E27FC236}">
                <a16:creationId xmlns:a16="http://schemas.microsoft.com/office/drawing/2014/main" id="{4A53AA3E-24DA-5EB0-C345-B3472141C9F8}"/>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E3398D4A-CB1B-7669-08D7-0C8A6D649829}"/>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05D862BA-C036-921E-696F-CE8A72F95BA7}"/>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1552404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 3 Sub-Sections">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rgbClr val="E7F0F1">
              <a:alpha val="50196"/>
            </a:srgbClr>
          </a:solidFill>
          <a:ln>
            <a:solidFill>
              <a:srgbClr val="000000">
                <a:alpha val="5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7" name="Freeform 36">
            <a:extLst>
              <a:ext uri="{FF2B5EF4-FFF2-40B4-BE49-F238E27FC236}">
                <a16:creationId xmlns:a16="http://schemas.microsoft.com/office/drawing/2014/main" id="{BD6BAE71-8D36-6F4C-9751-5F716296AE97}"/>
              </a:ext>
            </a:extLst>
          </p:cNvPr>
          <p:cNvSpPr/>
          <p:nvPr/>
        </p:nvSpPr>
        <p:spPr>
          <a:xfrm>
            <a:off x="2344310" y="-19651"/>
            <a:ext cx="9847690" cy="6730689"/>
          </a:xfrm>
          <a:custGeom>
            <a:avLst/>
            <a:gdLst>
              <a:gd name="connsiteX0" fmla="*/ 4723801 w 9847690"/>
              <a:gd name="connsiteY0" fmla="*/ 0 h 6730689"/>
              <a:gd name="connsiteX1" fmla="*/ 5842224 w 9847690"/>
              <a:gd name="connsiteY1" fmla="*/ 0 h 6730689"/>
              <a:gd name="connsiteX2" fmla="*/ 9847690 w 9847690"/>
              <a:gd name="connsiteY2" fmla="*/ 4013778 h 6730689"/>
              <a:gd name="connsiteX3" fmla="*/ 9847690 w 9847690"/>
              <a:gd name="connsiteY3" fmla="*/ 6730689 h 6730689"/>
              <a:gd name="connsiteX4" fmla="*/ 7606132 w 9847690"/>
              <a:gd name="connsiteY4" fmla="*/ 6730689 h 6730689"/>
              <a:gd name="connsiteX5" fmla="*/ 5283013 w 9847690"/>
              <a:gd name="connsiteY5" fmla="*/ 4402749 h 6730689"/>
              <a:gd name="connsiteX6" fmla="*/ 2959892 w 9847690"/>
              <a:gd name="connsiteY6" fmla="*/ 6730689 h 6730689"/>
              <a:gd name="connsiteX7" fmla="*/ 0 w 9847690"/>
              <a:gd name="connsiteY7" fmla="*/ 6730689 h 6730689"/>
              <a:gd name="connsiteX8" fmla="*/ 0 w 9847690"/>
              <a:gd name="connsiteY8" fmla="*/ 4733600 h 67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7690" h="6730689">
                <a:moveTo>
                  <a:pt x="4723801" y="0"/>
                </a:moveTo>
                <a:lnTo>
                  <a:pt x="5842224" y="0"/>
                </a:lnTo>
                <a:lnTo>
                  <a:pt x="9847690" y="4013778"/>
                </a:lnTo>
                <a:lnTo>
                  <a:pt x="9847690" y="6730689"/>
                </a:lnTo>
                <a:lnTo>
                  <a:pt x="7606132" y="6730689"/>
                </a:lnTo>
                <a:lnTo>
                  <a:pt x="5283013" y="4402749"/>
                </a:lnTo>
                <a:lnTo>
                  <a:pt x="2959892" y="6730689"/>
                </a:lnTo>
                <a:lnTo>
                  <a:pt x="0" y="6730689"/>
                </a:lnTo>
                <a:lnTo>
                  <a:pt x="0" y="4733600"/>
                </a:lnTo>
                <a:close/>
              </a:path>
            </a:pathLst>
          </a:custGeom>
          <a:solidFill>
            <a:schemeClr val="bg2"/>
          </a:solidFill>
          <a:ln w="0" cap="flat">
            <a:noFill/>
            <a:prstDash val="solid"/>
            <a:miter/>
          </a:ln>
        </p:spPr>
        <p:txBody>
          <a:bodyPr wrap="square" rtlCol="0" anchor="ctr">
            <a:noAutofit/>
          </a:bodyPr>
          <a:lstStyle/>
          <a:p>
            <a:endParaRPr lang="en-PT">
              <a:solidFill>
                <a:schemeClr val="bg2"/>
              </a:solidFill>
            </a:endParaRPr>
          </a:p>
        </p:txBody>
      </p:sp>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2" y="4563444"/>
            <a:ext cx="3678218" cy="1656523"/>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7" name="Content Placeholder 6">
            <a:extLst>
              <a:ext uri="{FF2B5EF4-FFF2-40B4-BE49-F238E27FC236}">
                <a16:creationId xmlns:a16="http://schemas.microsoft.com/office/drawing/2014/main" id="{E54AB342-43EC-6D49-B9AC-ED43658899FC}"/>
              </a:ext>
            </a:extLst>
          </p:cNvPr>
          <p:cNvSpPr>
            <a:spLocks noGrp="1"/>
          </p:cNvSpPr>
          <p:nvPr>
            <p:ph sz="quarter" idx="18" hasCustomPrompt="1"/>
          </p:nvPr>
        </p:nvSpPr>
        <p:spPr>
          <a:xfrm>
            <a:off x="321310" y="1336284"/>
            <a:ext cx="11446829" cy="2549996"/>
          </a:xfrm>
        </p:spPr>
        <p:txBody>
          <a:bodyPr anchor="t" anchorCtr="0">
            <a:noAutofit/>
          </a:bodyPr>
          <a:lstStyle>
            <a:lvl1pPr algn="ctr">
              <a:defRPr sz="1400"/>
            </a:lvl1pPr>
          </a:lstStyle>
          <a:p>
            <a:pPr lvl="0"/>
            <a:r>
              <a:rPr lang="en-GB"/>
              <a:t>Click to insert a Chart, table, Graph or image</a:t>
            </a:r>
            <a:endParaRPr lang="en-PT"/>
          </a:p>
        </p:txBody>
      </p:sp>
      <p:sp>
        <p:nvSpPr>
          <p:cNvPr id="38" name="Text Placeholder 16">
            <a:extLst>
              <a:ext uri="{FF2B5EF4-FFF2-40B4-BE49-F238E27FC236}">
                <a16:creationId xmlns:a16="http://schemas.microsoft.com/office/drawing/2014/main" id="{333BBA6D-B18D-A546-98F2-1E489D6A9E03}"/>
              </a:ext>
            </a:extLst>
          </p:cNvPr>
          <p:cNvSpPr>
            <a:spLocks noGrp="1"/>
          </p:cNvSpPr>
          <p:nvPr>
            <p:ph type="body" sz="quarter" idx="19" hasCustomPrompt="1"/>
          </p:nvPr>
        </p:nvSpPr>
        <p:spPr>
          <a:xfrm>
            <a:off x="320042" y="4177961"/>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9" name="Text Placeholder 16">
            <a:extLst>
              <a:ext uri="{FF2B5EF4-FFF2-40B4-BE49-F238E27FC236}">
                <a16:creationId xmlns:a16="http://schemas.microsoft.com/office/drawing/2014/main" id="{E55AE5E5-47E2-2C4E-ADC2-8277BE67A321}"/>
              </a:ext>
            </a:extLst>
          </p:cNvPr>
          <p:cNvSpPr>
            <a:spLocks noGrp="1"/>
          </p:cNvSpPr>
          <p:nvPr>
            <p:ph type="body" sz="quarter" idx="20" hasCustomPrompt="1"/>
          </p:nvPr>
        </p:nvSpPr>
        <p:spPr>
          <a:xfrm>
            <a:off x="4210723" y="4563444"/>
            <a:ext cx="3678218" cy="1656523"/>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1" name="Text Placeholder 16">
            <a:extLst>
              <a:ext uri="{FF2B5EF4-FFF2-40B4-BE49-F238E27FC236}">
                <a16:creationId xmlns:a16="http://schemas.microsoft.com/office/drawing/2014/main" id="{60147446-5DD0-A140-A08B-3E7C4CB0E0AB}"/>
              </a:ext>
            </a:extLst>
          </p:cNvPr>
          <p:cNvSpPr>
            <a:spLocks noGrp="1"/>
          </p:cNvSpPr>
          <p:nvPr>
            <p:ph type="body" sz="quarter" idx="21" hasCustomPrompt="1"/>
          </p:nvPr>
        </p:nvSpPr>
        <p:spPr>
          <a:xfrm>
            <a:off x="4210723" y="4177961"/>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3" name="Text Placeholder 16">
            <a:extLst>
              <a:ext uri="{FF2B5EF4-FFF2-40B4-BE49-F238E27FC236}">
                <a16:creationId xmlns:a16="http://schemas.microsoft.com/office/drawing/2014/main" id="{9F86AE6B-37B1-1F49-AE6C-D27188CCAC0E}"/>
              </a:ext>
            </a:extLst>
          </p:cNvPr>
          <p:cNvSpPr>
            <a:spLocks noGrp="1"/>
          </p:cNvSpPr>
          <p:nvPr>
            <p:ph type="body" sz="quarter" idx="22" hasCustomPrompt="1"/>
          </p:nvPr>
        </p:nvSpPr>
        <p:spPr>
          <a:xfrm>
            <a:off x="8092442" y="4563444"/>
            <a:ext cx="3678218" cy="1656523"/>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4" name="Text Placeholder 16">
            <a:extLst>
              <a:ext uri="{FF2B5EF4-FFF2-40B4-BE49-F238E27FC236}">
                <a16:creationId xmlns:a16="http://schemas.microsoft.com/office/drawing/2014/main" id="{D0D3CFDD-436B-1E43-B6B1-C76554A55305}"/>
              </a:ext>
            </a:extLst>
          </p:cNvPr>
          <p:cNvSpPr>
            <a:spLocks noGrp="1"/>
          </p:cNvSpPr>
          <p:nvPr>
            <p:ph type="body" sz="quarter" idx="23" hasCustomPrompt="1"/>
          </p:nvPr>
        </p:nvSpPr>
        <p:spPr>
          <a:xfrm>
            <a:off x="8092442" y="4177961"/>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 name="Graphic 37">
            <a:extLst>
              <a:ext uri="{FF2B5EF4-FFF2-40B4-BE49-F238E27FC236}">
                <a16:creationId xmlns:a16="http://schemas.microsoft.com/office/drawing/2014/main" id="{A4B4C321-85BE-420D-DEBD-410B8DE43CC2}"/>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6" name="Rectangle 5">
            <a:extLst>
              <a:ext uri="{FF2B5EF4-FFF2-40B4-BE49-F238E27FC236}">
                <a16:creationId xmlns:a16="http://schemas.microsoft.com/office/drawing/2014/main" id="{E451F32F-980C-E5BF-9E6A-4526406ECD45}"/>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8" name="Rectangle 7">
            <a:extLst>
              <a:ext uri="{FF2B5EF4-FFF2-40B4-BE49-F238E27FC236}">
                <a16:creationId xmlns:a16="http://schemas.microsoft.com/office/drawing/2014/main" id="{8AC0C49D-8C95-CB27-5DDE-90DFBA1A63E7}"/>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0" name="TextBox 9">
            <a:extLst>
              <a:ext uri="{FF2B5EF4-FFF2-40B4-BE49-F238E27FC236}">
                <a16:creationId xmlns:a16="http://schemas.microsoft.com/office/drawing/2014/main" id="{44CE54D9-0085-D3CE-9901-176B7742642D}"/>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11" name="TextBox 10">
            <a:extLst>
              <a:ext uri="{FF2B5EF4-FFF2-40B4-BE49-F238E27FC236}">
                <a16:creationId xmlns:a16="http://schemas.microsoft.com/office/drawing/2014/main" id="{6EA9EC21-2389-8500-D01B-6C2DFE011C82}"/>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12" name="Graphic 21">
            <a:extLst>
              <a:ext uri="{FF2B5EF4-FFF2-40B4-BE49-F238E27FC236}">
                <a16:creationId xmlns:a16="http://schemas.microsoft.com/office/drawing/2014/main" id="{C1EF02D0-8AB0-487B-450F-242301892759}"/>
              </a:ext>
            </a:extLst>
          </p:cNvPr>
          <p:cNvGrpSpPr/>
          <p:nvPr/>
        </p:nvGrpSpPr>
        <p:grpSpPr>
          <a:xfrm>
            <a:off x="89885" y="6647769"/>
            <a:ext cx="1340139" cy="126539"/>
            <a:chOff x="2546350" y="3092450"/>
            <a:chExt cx="7099490" cy="670350"/>
          </a:xfrm>
          <a:solidFill>
            <a:srgbClr val="FFFFFF"/>
          </a:solidFill>
        </p:grpSpPr>
        <p:sp>
          <p:nvSpPr>
            <p:cNvPr id="13" name="Freeform 23">
              <a:extLst>
                <a:ext uri="{FF2B5EF4-FFF2-40B4-BE49-F238E27FC236}">
                  <a16:creationId xmlns:a16="http://schemas.microsoft.com/office/drawing/2014/main" id="{ED19D705-D621-79C5-69B8-2BEB856D8905}"/>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4" name="Freeform 24">
              <a:extLst>
                <a:ext uri="{FF2B5EF4-FFF2-40B4-BE49-F238E27FC236}">
                  <a16:creationId xmlns:a16="http://schemas.microsoft.com/office/drawing/2014/main" id="{01A0311C-7C35-DC0C-6F04-F95D87B29722}"/>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5" name="Freeform 25">
              <a:extLst>
                <a:ext uri="{FF2B5EF4-FFF2-40B4-BE49-F238E27FC236}">
                  <a16:creationId xmlns:a16="http://schemas.microsoft.com/office/drawing/2014/main" id="{39013B7D-F208-4C9A-9FE2-46F210B9D069}"/>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6" name="Freeform 26">
              <a:extLst>
                <a:ext uri="{FF2B5EF4-FFF2-40B4-BE49-F238E27FC236}">
                  <a16:creationId xmlns:a16="http://schemas.microsoft.com/office/drawing/2014/main" id="{E311B0C9-F2DF-202A-86DC-7B06CF1DAA9B}"/>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8" name="Freeform 27">
              <a:extLst>
                <a:ext uri="{FF2B5EF4-FFF2-40B4-BE49-F238E27FC236}">
                  <a16:creationId xmlns:a16="http://schemas.microsoft.com/office/drawing/2014/main" id="{191DFBAE-D2E0-1B3C-F16C-4C2E9392BB72}"/>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21" name="Freeform 28">
              <a:extLst>
                <a:ext uri="{FF2B5EF4-FFF2-40B4-BE49-F238E27FC236}">
                  <a16:creationId xmlns:a16="http://schemas.microsoft.com/office/drawing/2014/main" id="{F9A7CFE5-4DBB-CEA0-1AC7-04D472DBC06E}"/>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2" name="Freeform 29">
              <a:extLst>
                <a:ext uri="{FF2B5EF4-FFF2-40B4-BE49-F238E27FC236}">
                  <a16:creationId xmlns:a16="http://schemas.microsoft.com/office/drawing/2014/main" id="{8C4E086F-C696-8F37-3046-AFCB06B11C7D}"/>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40" name="Freeform 30">
              <a:extLst>
                <a:ext uri="{FF2B5EF4-FFF2-40B4-BE49-F238E27FC236}">
                  <a16:creationId xmlns:a16="http://schemas.microsoft.com/office/drawing/2014/main" id="{04EFB2F9-DD22-B0B8-626F-5F80A727D762}"/>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45" name="Freeform 31">
              <a:extLst>
                <a:ext uri="{FF2B5EF4-FFF2-40B4-BE49-F238E27FC236}">
                  <a16:creationId xmlns:a16="http://schemas.microsoft.com/office/drawing/2014/main" id="{F6487330-E25B-70C7-72DB-C2CE78078421}"/>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46" name="Freeform 32">
              <a:extLst>
                <a:ext uri="{FF2B5EF4-FFF2-40B4-BE49-F238E27FC236}">
                  <a16:creationId xmlns:a16="http://schemas.microsoft.com/office/drawing/2014/main" id="{A8E32C84-9984-CB08-696B-B4097D0C71A6}"/>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7" name="Freeform 33">
              <a:extLst>
                <a:ext uri="{FF2B5EF4-FFF2-40B4-BE49-F238E27FC236}">
                  <a16:creationId xmlns:a16="http://schemas.microsoft.com/office/drawing/2014/main" id="{20C322F7-5DE5-F5B0-7041-1D40BE941105}"/>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49" name="Slide Number Placeholder 47">
            <a:extLst>
              <a:ext uri="{FF2B5EF4-FFF2-40B4-BE49-F238E27FC236}">
                <a16:creationId xmlns:a16="http://schemas.microsoft.com/office/drawing/2014/main" id="{DF1C4C6F-CABD-9848-851A-1EB482023C9B}"/>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2" name="Straight Connector 1">
            <a:extLst>
              <a:ext uri="{FF2B5EF4-FFF2-40B4-BE49-F238E27FC236}">
                <a16:creationId xmlns:a16="http://schemas.microsoft.com/office/drawing/2014/main" id="{A3DF4B68-29AF-930E-3905-0AD219D6528F}"/>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C7F59BB4-37DC-78E5-1E79-E3A698013B3F}"/>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305F0A54-956E-6F80-A4F1-8ACBFE7902FE}"/>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4057739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 2 Charts and 3 Sub-Sections">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rgbClr val="E7F0F1">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7" name="Freeform 36">
            <a:extLst>
              <a:ext uri="{FF2B5EF4-FFF2-40B4-BE49-F238E27FC236}">
                <a16:creationId xmlns:a16="http://schemas.microsoft.com/office/drawing/2014/main" id="{BD6BAE71-8D36-6F4C-9751-5F716296AE97}"/>
              </a:ext>
            </a:extLst>
          </p:cNvPr>
          <p:cNvSpPr/>
          <p:nvPr/>
        </p:nvSpPr>
        <p:spPr>
          <a:xfrm>
            <a:off x="2344310" y="-19651"/>
            <a:ext cx="9847690" cy="6730689"/>
          </a:xfrm>
          <a:custGeom>
            <a:avLst/>
            <a:gdLst>
              <a:gd name="connsiteX0" fmla="*/ 4723801 w 9847690"/>
              <a:gd name="connsiteY0" fmla="*/ 0 h 6730689"/>
              <a:gd name="connsiteX1" fmla="*/ 5842224 w 9847690"/>
              <a:gd name="connsiteY1" fmla="*/ 0 h 6730689"/>
              <a:gd name="connsiteX2" fmla="*/ 9847690 w 9847690"/>
              <a:gd name="connsiteY2" fmla="*/ 4013778 h 6730689"/>
              <a:gd name="connsiteX3" fmla="*/ 9847690 w 9847690"/>
              <a:gd name="connsiteY3" fmla="*/ 6730689 h 6730689"/>
              <a:gd name="connsiteX4" fmla="*/ 7606132 w 9847690"/>
              <a:gd name="connsiteY4" fmla="*/ 6730689 h 6730689"/>
              <a:gd name="connsiteX5" fmla="*/ 5283013 w 9847690"/>
              <a:gd name="connsiteY5" fmla="*/ 4402749 h 6730689"/>
              <a:gd name="connsiteX6" fmla="*/ 2959892 w 9847690"/>
              <a:gd name="connsiteY6" fmla="*/ 6730689 h 6730689"/>
              <a:gd name="connsiteX7" fmla="*/ 0 w 9847690"/>
              <a:gd name="connsiteY7" fmla="*/ 6730689 h 6730689"/>
              <a:gd name="connsiteX8" fmla="*/ 0 w 9847690"/>
              <a:gd name="connsiteY8" fmla="*/ 4733600 h 67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7690" h="6730689">
                <a:moveTo>
                  <a:pt x="4723801" y="0"/>
                </a:moveTo>
                <a:lnTo>
                  <a:pt x="5842224" y="0"/>
                </a:lnTo>
                <a:lnTo>
                  <a:pt x="9847690" y="4013778"/>
                </a:lnTo>
                <a:lnTo>
                  <a:pt x="9847690" y="6730689"/>
                </a:lnTo>
                <a:lnTo>
                  <a:pt x="7606132" y="6730689"/>
                </a:lnTo>
                <a:lnTo>
                  <a:pt x="5283013" y="4402749"/>
                </a:lnTo>
                <a:lnTo>
                  <a:pt x="2959892" y="6730689"/>
                </a:lnTo>
                <a:lnTo>
                  <a:pt x="0" y="6730689"/>
                </a:lnTo>
                <a:lnTo>
                  <a:pt x="0" y="4733600"/>
                </a:lnTo>
                <a:close/>
              </a:path>
            </a:pathLst>
          </a:custGeom>
          <a:solidFill>
            <a:schemeClr val="bg2"/>
          </a:solidFill>
          <a:ln w="0" cap="flat">
            <a:noFill/>
            <a:prstDash val="solid"/>
            <a:miter/>
          </a:ln>
        </p:spPr>
        <p:txBody>
          <a:bodyPr wrap="square" rtlCol="0" anchor="ctr">
            <a:noAutofit/>
          </a:bodyPr>
          <a:lstStyle/>
          <a:p>
            <a:endParaRPr lang="en-PT">
              <a:solidFill>
                <a:schemeClr val="bg2"/>
              </a:solidFill>
            </a:endParaRPr>
          </a:p>
        </p:txBody>
      </p:sp>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2" y="4563444"/>
            <a:ext cx="3678218" cy="1656523"/>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7" name="Content Placeholder 6">
            <a:extLst>
              <a:ext uri="{FF2B5EF4-FFF2-40B4-BE49-F238E27FC236}">
                <a16:creationId xmlns:a16="http://schemas.microsoft.com/office/drawing/2014/main" id="{E54AB342-43EC-6D49-B9AC-ED43658899FC}"/>
              </a:ext>
            </a:extLst>
          </p:cNvPr>
          <p:cNvSpPr>
            <a:spLocks noGrp="1"/>
          </p:cNvSpPr>
          <p:nvPr>
            <p:ph sz="quarter" idx="18" hasCustomPrompt="1"/>
          </p:nvPr>
        </p:nvSpPr>
        <p:spPr>
          <a:xfrm>
            <a:off x="322196" y="1325154"/>
            <a:ext cx="5598758" cy="2549996"/>
          </a:xfrm>
        </p:spPr>
        <p:txBody>
          <a:bodyPr anchor="t" anchorCtr="0">
            <a:noAutofit/>
          </a:bodyPr>
          <a:lstStyle>
            <a:lvl1pPr algn="ctr">
              <a:defRPr sz="1400"/>
            </a:lvl1pPr>
          </a:lstStyle>
          <a:p>
            <a:pPr lvl="0"/>
            <a:r>
              <a:rPr lang="en-GB"/>
              <a:t>Click to insert a Chart, table, Graph or image</a:t>
            </a:r>
            <a:endParaRPr lang="en-PT"/>
          </a:p>
        </p:txBody>
      </p:sp>
      <p:sp>
        <p:nvSpPr>
          <p:cNvPr id="38" name="Text Placeholder 16">
            <a:extLst>
              <a:ext uri="{FF2B5EF4-FFF2-40B4-BE49-F238E27FC236}">
                <a16:creationId xmlns:a16="http://schemas.microsoft.com/office/drawing/2014/main" id="{333BBA6D-B18D-A546-98F2-1E489D6A9E03}"/>
              </a:ext>
            </a:extLst>
          </p:cNvPr>
          <p:cNvSpPr>
            <a:spLocks noGrp="1"/>
          </p:cNvSpPr>
          <p:nvPr>
            <p:ph type="body" sz="quarter" idx="19" hasCustomPrompt="1"/>
          </p:nvPr>
        </p:nvSpPr>
        <p:spPr>
          <a:xfrm>
            <a:off x="320042" y="4177961"/>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9" name="Text Placeholder 16">
            <a:extLst>
              <a:ext uri="{FF2B5EF4-FFF2-40B4-BE49-F238E27FC236}">
                <a16:creationId xmlns:a16="http://schemas.microsoft.com/office/drawing/2014/main" id="{E55AE5E5-47E2-2C4E-ADC2-8277BE67A321}"/>
              </a:ext>
            </a:extLst>
          </p:cNvPr>
          <p:cNvSpPr>
            <a:spLocks noGrp="1"/>
          </p:cNvSpPr>
          <p:nvPr>
            <p:ph type="body" sz="quarter" idx="20" hasCustomPrompt="1"/>
          </p:nvPr>
        </p:nvSpPr>
        <p:spPr>
          <a:xfrm>
            <a:off x="4206242" y="4563444"/>
            <a:ext cx="3678218" cy="1656523"/>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1" name="Text Placeholder 16">
            <a:extLst>
              <a:ext uri="{FF2B5EF4-FFF2-40B4-BE49-F238E27FC236}">
                <a16:creationId xmlns:a16="http://schemas.microsoft.com/office/drawing/2014/main" id="{60147446-5DD0-A140-A08B-3E7C4CB0E0AB}"/>
              </a:ext>
            </a:extLst>
          </p:cNvPr>
          <p:cNvSpPr>
            <a:spLocks noGrp="1"/>
          </p:cNvSpPr>
          <p:nvPr>
            <p:ph type="body" sz="quarter" idx="21" hasCustomPrompt="1"/>
          </p:nvPr>
        </p:nvSpPr>
        <p:spPr>
          <a:xfrm>
            <a:off x="4206242" y="4177961"/>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3" name="Text Placeholder 16">
            <a:extLst>
              <a:ext uri="{FF2B5EF4-FFF2-40B4-BE49-F238E27FC236}">
                <a16:creationId xmlns:a16="http://schemas.microsoft.com/office/drawing/2014/main" id="{9F86AE6B-37B1-1F49-AE6C-D27188CCAC0E}"/>
              </a:ext>
            </a:extLst>
          </p:cNvPr>
          <p:cNvSpPr>
            <a:spLocks noGrp="1"/>
          </p:cNvSpPr>
          <p:nvPr>
            <p:ph type="body" sz="quarter" idx="22" hasCustomPrompt="1"/>
          </p:nvPr>
        </p:nvSpPr>
        <p:spPr>
          <a:xfrm>
            <a:off x="8092442" y="4563444"/>
            <a:ext cx="3678218" cy="1656523"/>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4" name="Text Placeholder 16">
            <a:extLst>
              <a:ext uri="{FF2B5EF4-FFF2-40B4-BE49-F238E27FC236}">
                <a16:creationId xmlns:a16="http://schemas.microsoft.com/office/drawing/2014/main" id="{D0D3CFDD-436B-1E43-B6B1-C76554A55305}"/>
              </a:ext>
            </a:extLst>
          </p:cNvPr>
          <p:cNvSpPr>
            <a:spLocks noGrp="1"/>
          </p:cNvSpPr>
          <p:nvPr>
            <p:ph type="body" sz="quarter" idx="23" hasCustomPrompt="1"/>
          </p:nvPr>
        </p:nvSpPr>
        <p:spPr>
          <a:xfrm>
            <a:off x="8092442" y="4177961"/>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5" name="Content Placeholder 6">
            <a:extLst>
              <a:ext uri="{FF2B5EF4-FFF2-40B4-BE49-F238E27FC236}">
                <a16:creationId xmlns:a16="http://schemas.microsoft.com/office/drawing/2014/main" id="{DA875EC6-D0A9-8644-B8F5-4A31DAAB7140}"/>
              </a:ext>
            </a:extLst>
          </p:cNvPr>
          <p:cNvSpPr>
            <a:spLocks noGrp="1"/>
          </p:cNvSpPr>
          <p:nvPr>
            <p:ph sz="quarter" idx="24" hasCustomPrompt="1"/>
          </p:nvPr>
        </p:nvSpPr>
        <p:spPr>
          <a:xfrm>
            <a:off x="6170587" y="1336284"/>
            <a:ext cx="5591107" cy="2549996"/>
          </a:xfrm>
        </p:spPr>
        <p:txBody>
          <a:bodyPr anchor="t" anchorCtr="0">
            <a:noAutofit/>
          </a:bodyPr>
          <a:lstStyle>
            <a:lvl1pPr algn="ctr">
              <a:defRPr sz="1400"/>
            </a:lvl1pPr>
          </a:lstStyle>
          <a:p>
            <a:pPr lvl="0"/>
            <a:r>
              <a:rPr lang="en-GB"/>
              <a:t>Click to insert a Chart, table, Graph or image</a:t>
            </a:r>
            <a:endParaRPr lang="en-PT"/>
          </a:p>
        </p:txBody>
      </p:sp>
      <p:sp>
        <p:nvSpPr>
          <p:cNvPr id="3" name="Graphic 37">
            <a:extLst>
              <a:ext uri="{FF2B5EF4-FFF2-40B4-BE49-F238E27FC236}">
                <a16:creationId xmlns:a16="http://schemas.microsoft.com/office/drawing/2014/main" id="{96EF0F81-0A1B-DE58-9FD1-D9AEFB341B32}"/>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6" name="Rectangle 5">
            <a:extLst>
              <a:ext uri="{FF2B5EF4-FFF2-40B4-BE49-F238E27FC236}">
                <a16:creationId xmlns:a16="http://schemas.microsoft.com/office/drawing/2014/main" id="{100F33D5-AA19-A13E-A236-48C3CE15B979}"/>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8" name="Rectangle 7">
            <a:extLst>
              <a:ext uri="{FF2B5EF4-FFF2-40B4-BE49-F238E27FC236}">
                <a16:creationId xmlns:a16="http://schemas.microsoft.com/office/drawing/2014/main" id="{C3F3ABBA-3D7E-D616-ED75-FCDB661389A7}"/>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0" name="TextBox 9">
            <a:extLst>
              <a:ext uri="{FF2B5EF4-FFF2-40B4-BE49-F238E27FC236}">
                <a16:creationId xmlns:a16="http://schemas.microsoft.com/office/drawing/2014/main" id="{799C6879-1598-E52D-C31A-CECCD318EC82}"/>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11" name="TextBox 10">
            <a:extLst>
              <a:ext uri="{FF2B5EF4-FFF2-40B4-BE49-F238E27FC236}">
                <a16:creationId xmlns:a16="http://schemas.microsoft.com/office/drawing/2014/main" id="{3B3CFF71-CF9E-BC4D-C68D-304CBC679721}"/>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12" name="Graphic 21">
            <a:extLst>
              <a:ext uri="{FF2B5EF4-FFF2-40B4-BE49-F238E27FC236}">
                <a16:creationId xmlns:a16="http://schemas.microsoft.com/office/drawing/2014/main" id="{B9FA9D64-259D-E25C-1605-7A7CD9571CBD}"/>
              </a:ext>
            </a:extLst>
          </p:cNvPr>
          <p:cNvGrpSpPr/>
          <p:nvPr/>
        </p:nvGrpSpPr>
        <p:grpSpPr>
          <a:xfrm>
            <a:off x="89885" y="6647769"/>
            <a:ext cx="1340139" cy="126539"/>
            <a:chOff x="2546350" y="3092450"/>
            <a:chExt cx="7099490" cy="670350"/>
          </a:xfrm>
          <a:solidFill>
            <a:srgbClr val="FFFFFF"/>
          </a:solidFill>
        </p:grpSpPr>
        <p:sp>
          <p:nvSpPr>
            <p:cNvPr id="13" name="Freeform 23">
              <a:extLst>
                <a:ext uri="{FF2B5EF4-FFF2-40B4-BE49-F238E27FC236}">
                  <a16:creationId xmlns:a16="http://schemas.microsoft.com/office/drawing/2014/main" id="{571461B7-C3B7-CF89-D0DB-C668BEFB0169}"/>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4" name="Freeform 24">
              <a:extLst>
                <a:ext uri="{FF2B5EF4-FFF2-40B4-BE49-F238E27FC236}">
                  <a16:creationId xmlns:a16="http://schemas.microsoft.com/office/drawing/2014/main" id="{DBE7B703-5127-4F99-0268-8BADF0023D8E}"/>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5" name="Freeform 25">
              <a:extLst>
                <a:ext uri="{FF2B5EF4-FFF2-40B4-BE49-F238E27FC236}">
                  <a16:creationId xmlns:a16="http://schemas.microsoft.com/office/drawing/2014/main" id="{50FF2297-B288-BA3B-6083-C019368DAB0A}"/>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6" name="Freeform 26">
              <a:extLst>
                <a:ext uri="{FF2B5EF4-FFF2-40B4-BE49-F238E27FC236}">
                  <a16:creationId xmlns:a16="http://schemas.microsoft.com/office/drawing/2014/main" id="{B2057B11-32C0-3C8C-DA02-26B2D3AEE6C1}"/>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8" name="Freeform 27">
              <a:extLst>
                <a:ext uri="{FF2B5EF4-FFF2-40B4-BE49-F238E27FC236}">
                  <a16:creationId xmlns:a16="http://schemas.microsoft.com/office/drawing/2014/main" id="{B284A8DD-7017-0205-F767-DD9709BDE68A}"/>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21" name="Freeform 28">
              <a:extLst>
                <a:ext uri="{FF2B5EF4-FFF2-40B4-BE49-F238E27FC236}">
                  <a16:creationId xmlns:a16="http://schemas.microsoft.com/office/drawing/2014/main" id="{201CCC52-F274-0F00-0DC2-136EED12EE01}"/>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2" name="Freeform 29">
              <a:extLst>
                <a:ext uri="{FF2B5EF4-FFF2-40B4-BE49-F238E27FC236}">
                  <a16:creationId xmlns:a16="http://schemas.microsoft.com/office/drawing/2014/main" id="{1E3EB3C0-160C-4F2B-A8DE-9BBC2254B888}"/>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40" name="Freeform 30">
              <a:extLst>
                <a:ext uri="{FF2B5EF4-FFF2-40B4-BE49-F238E27FC236}">
                  <a16:creationId xmlns:a16="http://schemas.microsoft.com/office/drawing/2014/main" id="{542B5FC8-3AE3-EBCD-2B2E-EE49D19515B5}"/>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46" name="Freeform 31">
              <a:extLst>
                <a:ext uri="{FF2B5EF4-FFF2-40B4-BE49-F238E27FC236}">
                  <a16:creationId xmlns:a16="http://schemas.microsoft.com/office/drawing/2014/main" id="{05202ACB-C9E6-7EB2-93AB-9C741DEF5CB2}"/>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47" name="Freeform 32">
              <a:extLst>
                <a:ext uri="{FF2B5EF4-FFF2-40B4-BE49-F238E27FC236}">
                  <a16:creationId xmlns:a16="http://schemas.microsoft.com/office/drawing/2014/main" id="{396937BC-40A0-7310-548A-0F64BB711EF9}"/>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9" name="Freeform 33">
              <a:extLst>
                <a:ext uri="{FF2B5EF4-FFF2-40B4-BE49-F238E27FC236}">
                  <a16:creationId xmlns:a16="http://schemas.microsoft.com/office/drawing/2014/main" id="{E762219E-49EF-6DC4-0F09-EBFA296F542F}"/>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50" name="Slide Number Placeholder 47">
            <a:extLst>
              <a:ext uri="{FF2B5EF4-FFF2-40B4-BE49-F238E27FC236}">
                <a16:creationId xmlns:a16="http://schemas.microsoft.com/office/drawing/2014/main" id="{4900039C-9523-BF08-9D6F-A4AA1F0975CF}"/>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2" name="Straight Connector 1">
            <a:extLst>
              <a:ext uri="{FF2B5EF4-FFF2-40B4-BE49-F238E27FC236}">
                <a16:creationId xmlns:a16="http://schemas.microsoft.com/office/drawing/2014/main" id="{4027BF2C-47BD-4302-DDC3-DE5E20760266}"/>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95258074-212E-61A1-C4DE-69CDCB367C30}"/>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EC5A7A93-CA32-80BA-596C-DE361330C201}"/>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20068798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 4-Tile Blank BG">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0" y="1651201"/>
            <a:ext cx="5587699" cy="1640959"/>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8" name="Text Placeholder 16">
            <a:extLst>
              <a:ext uri="{FF2B5EF4-FFF2-40B4-BE49-F238E27FC236}">
                <a16:creationId xmlns:a16="http://schemas.microsoft.com/office/drawing/2014/main" id="{333BBA6D-B18D-A546-98F2-1E489D6A9E03}"/>
              </a:ext>
            </a:extLst>
          </p:cNvPr>
          <p:cNvSpPr>
            <a:spLocks noGrp="1"/>
          </p:cNvSpPr>
          <p:nvPr>
            <p:ph type="body" sz="quarter" idx="19" hasCustomPrompt="1"/>
          </p:nvPr>
        </p:nvSpPr>
        <p:spPr>
          <a:xfrm>
            <a:off x="320041" y="1228136"/>
            <a:ext cx="5587697"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5" name="Text Placeholder 16">
            <a:extLst>
              <a:ext uri="{FF2B5EF4-FFF2-40B4-BE49-F238E27FC236}">
                <a16:creationId xmlns:a16="http://schemas.microsoft.com/office/drawing/2014/main" id="{CC5DE4B5-14A6-6D46-8684-C15E4B36B169}"/>
              </a:ext>
            </a:extLst>
          </p:cNvPr>
          <p:cNvSpPr>
            <a:spLocks noGrp="1"/>
          </p:cNvSpPr>
          <p:nvPr>
            <p:ph type="body" sz="quarter" idx="20" hasCustomPrompt="1"/>
          </p:nvPr>
        </p:nvSpPr>
        <p:spPr>
          <a:xfrm>
            <a:off x="320040" y="3934116"/>
            <a:ext cx="5587699" cy="1640959"/>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6" name="Text Placeholder 16">
            <a:extLst>
              <a:ext uri="{FF2B5EF4-FFF2-40B4-BE49-F238E27FC236}">
                <a16:creationId xmlns:a16="http://schemas.microsoft.com/office/drawing/2014/main" id="{5DC6F28D-4366-B04D-8E03-37F6F4DC7882}"/>
              </a:ext>
            </a:extLst>
          </p:cNvPr>
          <p:cNvSpPr>
            <a:spLocks noGrp="1"/>
          </p:cNvSpPr>
          <p:nvPr>
            <p:ph type="body" sz="quarter" idx="21" hasCustomPrompt="1"/>
          </p:nvPr>
        </p:nvSpPr>
        <p:spPr>
          <a:xfrm>
            <a:off x="320042" y="3511051"/>
            <a:ext cx="5587696"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7" name="Text Placeholder 16">
            <a:extLst>
              <a:ext uri="{FF2B5EF4-FFF2-40B4-BE49-F238E27FC236}">
                <a16:creationId xmlns:a16="http://schemas.microsoft.com/office/drawing/2014/main" id="{B4F1AAAB-962D-2845-8EB5-DE13DB8880CF}"/>
              </a:ext>
            </a:extLst>
          </p:cNvPr>
          <p:cNvSpPr>
            <a:spLocks noGrp="1"/>
          </p:cNvSpPr>
          <p:nvPr>
            <p:ph type="body" sz="quarter" idx="22" hasCustomPrompt="1"/>
          </p:nvPr>
        </p:nvSpPr>
        <p:spPr>
          <a:xfrm>
            <a:off x="6165029" y="1651201"/>
            <a:ext cx="5587699" cy="1640959"/>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9" name="Text Placeholder 16">
            <a:extLst>
              <a:ext uri="{FF2B5EF4-FFF2-40B4-BE49-F238E27FC236}">
                <a16:creationId xmlns:a16="http://schemas.microsoft.com/office/drawing/2014/main" id="{9ECBF84E-BC7F-584F-B569-19260D022A83}"/>
              </a:ext>
            </a:extLst>
          </p:cNvPr>
          <p:cNvSpPr>
            <a:spLocks noGrp="1"/>
          </p:cNvSpPr>
          <p:nvPr>
            <p:ph type="body" sz="quarter" idx="23" hasCustomPrompt="1"/>
          </p:nvPr>
        </p:nvSpPr>
        <p:spPr>
          <a:xfrm>
            <a:off x="6165030" y="1228136"/>
            <a:ext cx="5586279"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0" name="Text Placeholder 16">
            <a:extLst>
              <a:ext uri="{FF2B5EF4-FFF2-40B4-BE49-F238E27FC236}">
                <a16:creationId xmlns:a16="http://schemas.microsoft.com/office/drawing/2014/main" id="{3C518E66-6EC5-BE4A-BF8F-55D4456693DF}"/>
              </a:ext>
            </a:extLst>
          </p:cNvPr>
          <p:cNvSpPr>
            <a:spLocks noGrp="1"/>
          </p:cNvSpPr>
          <p:nvPr>
            <p:ph type="body" sz="quarter" idx="24" hasCustomPrompt="1"/>
          </p:nvPr>
        </p:nvSpPr>
        <p:spPr>
          <a:xfrm>
            <a:off x="6165029" y="3934116"/>
            <a:ext cx="5587699" cy="1640959"/>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1" name="Text Placeholder 16">
            <a:extLst>
              <a:ext uri="{FF2B5EF4-FFF2-40B4-BE49-F238E27FC236}">
                <a16:creationId xmlns:a16="http://schemas.microsoft.com/office/drawing/2014/main" id="{2FC94F84-FC47-264B-9C21-3E8C60C9E22D}"/>
              </a:ext>
            </a:extLst>
          </p:cNvPr>
          <p:cNvSpPr>
            <a:spLocks noGrp="1"/>
          </p:cNvSpPr>
          <p:nvPr>
            <p:ph type="body" sz="quarter" idx="25" hasCustomPrompt="1"/>
          </p:nvPr>
        </p:nvSpPr>
        <p:spPr>
          <a:xfrm>
            <a:off x="6165031" y="3511051"/>
            <a:ext cx="558627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 name="Graphic 37">
            <a:extLst>
              <a:ext uri="{FF2B5EF4-FFF2-40B4-BE49-F238E27FC236}">
                <a16:creationId xmlns:a16="http://schemas.microsoft.com/office/drawing/2014/main" id="{E9770A62-871A-CF47-4654-ED5B77AF91EE}"/>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42" name="Rectangle 41">
            <a:extLst>
              <a:ext uri="{FF2B5EF4-FFF2-40B4-BE49-F238E27FC236}">
                <a16:creationId xmlns:a16="http://schemas.microsoft.com/office/drawing/2014/main" id="{B5CF3FCB-2E79-C9E1-4B4C-012630D6929C}"/>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3" name="Rectangle 42">
            <a:extLst>
              <a:ext uri="{FF2B5EF4-FFF2-40B4-BE49-F238E27FC236}">
                <a16:creationId xmlns:a16="http://schemas.microsoft.com/office/drawing/2014/main" id="{B531EA5C-DBBE-2A7D-D558-938BF3522983}"/>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4" name="TextBox 43">
            <a:extLst>
              <a:ext uri="{FF2B5EF4-FFF2-40B4-BE49-F238E27FC236}">
                <a16:creationId xmlns:a16="http://schemas.microsoft.com/office/drawing/2014/main" id="{5F34F02B-B96E-6A4C-C6E5-A93B3ED18176}"/>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52" name="TextBox 51">
            <a:extLst>
              <a:ext uri="{FF2B5EF4-FFF2-40B4-BE49-F238E27FC236}">
                <a16:creationId xmlns:a16="http://schemas.microsoft.com/office/drawing/2014/main" id="{E661CAFF-A45D-5C0E-A3FD-9E78C88BE658}"/>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53" name="Graphic 21">
            <a:extLst>
              <a:ext uri="{FF2B5EF4-FFF2-40B4-BE49-F238E27FC236}">
                <a16:creationId xmlns:a16="http://schemas.microsoft.com/office/drawing/2014/main" id="{A6EE37FA-E98C-9844-04AF-7878DFE314DC}"/>
              </a:ext>
            </a:extLst>
          </p:cNvPr>
          <p:cNvGrpSpPr/>
          <p:nvPr/>
        </p:nvGrpSpPr>
        <p:grpSpPr>
          <a:xfrm>
            <a:off x="89885" y="6647769"/>
            <a:ext cx="1340139" cy="126539"/>
            <a:chOff x="2546350" y="3092450"/>
            <a:chExt cx="7099490" cy="670350"/>
          </a:xfrm>
          <a:solidFill>
            <a:srgbClr val="FFFFFF"/>
          </a:solidFill>
        </p:grpSpPr>
        <p:sp>
          <p:nvSpPr>
            <p:cNvPr id="54" name="Freeform 23">
              <a:extLst>
                <a:ext uri="{FF2B5EF4-FFF2-40B4-BE49-F238E27FC236}">
                  <a16:creationId xmlns:a16="http://schemas.microsoft.com/office/drawing/2014/main" id="{DB28BA81-1BEB-B27F-BBF2-E68D3D32EEFC}"/>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55" name="Freeform 24">
              <a:extLst>
                <a:ext uri="{FF2B5EF4-FFF2-40B4-BE49-F238E27FC236}">
                  <a16:creationId xmlns:a16="http://schemas.microsoft.com/office/drawing/2014/main" id="{8F0D39E9-8556-40E6-AF6F-7C5E6FA57EEF}"/>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56" name="Freeform 25">
              <a:extLst>
                <a:ext uri="{FF2B5EF4-FFF2-40B4-BE49-F238E27FC236}">
                  <a16:creationId xmlns:a16="http://schemas.microsoft.com/office/drawing/2014/main" id="{9531EB90-FC5D-F13A-0D4E-6126F45BD7C2}"/>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57" name="Freeform 26">
              <a:extLst>
                <a:ext uri="{FF2B5EF4-FFF2-40B4-BE49-F238E27FC236}">
                  <a16:creationId xmlns:a16="http://schemas.microsoft.com/office/drawing/2014/main" id="{B51C95DF-AE1B-FC87-B07E-C20CBF651425}"/>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58" name="Freeform 27">
              <a:extLst>
                <a:ext uri="{FF2B5EF4-FFF2-40B4-BE49-F238E27FC236}">
                  <a16:creationId xmlns:a16="http://schemas.microsoft.com/office/drawing/2014/main" id="{B7ACE089-510A-52E1-1C0F-B622BECBE3AB}"/>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59" name="Freeform 28">
              <a:extLst>
                <a:ext uri="{FF2B5EF4-FFF2-40B4-BE49-F238E27FC236}">
                  <a16:creationId xmlns:a16="http://schemas.microsoft.com/office/drawing/2014/main" id="{AEED8034-C5BD-8DA7-CC62-30A48FF92DB3}"/>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60" name="Freeform 29">
              <a:extLst>
                <a:ext uri="{FF2B5EF4-FFF2-40B4-BE49-F238E27FC236}">
                  <a16:creationId xmlns:a16="http://schemas.microsoft.com/office/drawing/2014/main" id="{25EE6264-A1FD-8A7C-B96D-E3239FFF7B11}"/>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61" name="Freeform 30">
              <a:extLst>
                <a:ext uri="{FF2B5EF4-FFF2-40B4-BE49-F238E27FC236}">
                  <a16:creationId xmlns:a16="http://schemas.microsoft.com/office/drawing/2014/main" id="{D25B62AB-52A6-8670-1E36-4EF322F4576E}"/>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62" name="Freeform 31">
              <a:extLst>
                <a:ext uri="{FF2B5EF4-FFF2-40B4-BE49-F238E27FC236}">
                  <a16:creationId xmlns:a16="http://schemas.microsoft.com/office/drawing/2014/main" id="{95CC19AC-27C4-A896-DEA9-1128CC19F042}"/>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63" name="Freeform 32">
              <a:extLst>
                <a:ext uri="{FF2B5EF4-FFF2-40B4-BE49-F238E27FC236}">
                  <a16:creationId xmlns:a16="http://schemas.microsoft.com/office/drawing/2014/main" id="{3BE8BAE8-95BF-D0AF-C04B-716DDE41F26C}"/>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64" name="Freeform 33">
              <a:extLst>
                <a:ext uri="{FF2B5EF4-FFF2-40B4-BE49-F238E27FC236}">
                  <a16:creationId xmlns:a16="http://schemas.microsoft.com/office/drawing/2014/main" id="{B561062D-F4C1-F87F-C875-6626FC5AD5BA}"/>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65" name="Slide Number Placeholder 47">
            <a:extLst>
              <a:ext uri="{FF2B5EF4-FFF2-40B4-BE49-F238E27FC236}">
                <a16:creationId xmlns:a16="http://schemas.microsoft.com/office/drawing/2014/main" id="{37075DE0-C2BF-D798-E869-B38C0A9349BB}"/>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2" name="Straight Connector 1">
            <a:extLst>
              <a:ext uri="{FF2B5EF4-FFF2-40B4-BE49-F238E27FC236}">
                <a16:creationId xmlns:a16="http://schemas.microsoft.com/office/drawing/2014/main" id="{E4E86621-1475-761C-331C-E4AF6A0ABFC7}"/>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A7828CD1-3A06-F672-378E-0A384A51E520}"/>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7" name="Text Placeholder 12">
            <a:extLst>
              <a:ext uri="{FF2B5EF4-FFF2-40B4-BE49-F238E27FC236}">
                <a16:creationId xmlns:a16="http://schemas.microsoft.com/office/drawing/2014/main" id="{936B95E9-2AE4-4706-7F92-8BD0456ED597}"/>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1360321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 4-Tile Chevron 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rgbClr val="E7F0F1">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7" name="Freeform 36">
            <a:extLst>
              <a:ext uri="{FF2B5EF4-FFF2-40B4-BE49-F238E27FC236}">
                <a16:creationId xmlns:a16="http://schemas.microsoft.com/office/drawing/2014/main" id="{BD6BAE71-8D36-6F4C-9751-5F716296AE97}"/>
              </a:ext>
            </a:extLst>
          </p:cNvPr>
          <p:cNvSpPr/>
          <p:nvPr/>
        </p:nvSpPr>
        <p:spPr>
          <a:xfrm>
            <a:off x="2344310" y="-19651"/>
            <a:ext cx="9847690" cy="6730689"/>
          </a:xfrm>
          <a:custGeom>
            <a:avLst/>
            <a:gdLst>
              <a:gd name="connsiteX0" fmla="*/ 4723801 w 9847690"/>
              <a:gd name="connsiteY0" fmla="*/ 0 h 6730689"/>
              <a:gd name="connsiteX1" fmla="*/ 5842224 w 9847690"/>
              <a:gd name="connsiteY1" fmla="*/ 0 h 6730689"/>
              <a:gd name="connsiteX2" fmla="*/ 9847690 w 9847690"/>
              <a:gd name="connsiteY2" fmla="*/ 4013778 h 6730689"/>
              <a:gd name="connsiteX3" fmla="*/ 9847690 w 9847690"/>
              <a:gd name="connsiteY3" fmla="*/ 6730689 h 6730689"/>
              <a:gd name="connsiteX4" fmla="*/ 7606132 w 9847690"/>
              <a:gd name="connsiteY4" fmla="*/ 6730689 h 6730689"/>
              <a:gd name="connsiteX5" fmla="*/ 5283013 w 9847690"/>
              <a:gd name="connsiteY5" fmla="*/ 4402749 h 6730689"/>
              <a:gd name="connsiteX6" fmla="*/ 2959892 w 9847690"/>
              <a:gd name="connsiteY6" fmla="*/ 6730689 h 6730689"/>
              <a:gd name="connsiteX7" fmla="*/ 0 w 9847690"/>
              <a:gd name="connsiteY7" fmla="*/ 6730689 h 6730689"/>
              <a:gd name="connsiteX8" fmla="*/ 0 w 9847690"/>
              <a:gd name="connsiteY8" fmla="*/ 4733600 h 67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7690" h="6730689">
                <a:moveTo>
                  <a:pt x="4723801" y="0"/>
                </a:moveTo>
                <a:lnTo>
                  <a:pt x="5842224" y="0"/>
                </a:lnTo>
                <a:lnTo>
                  <a:pt x="9847690" y="4013778"/>
                </a:lnTo>
                <a:lnTo>
                  <a:pt x="9847690" y="6730689"/>
                </a:lnTo>
                <a:lnTo>
                  <a:pt x="7606132" y="6730689"/>
                </a:lnTo>
                <a:lnTo>
                  <a:pt x="5283013" y="4402749"/>
                </a:lnTo>
                <a:lnTo>
                  <a:pt x="2959892" y="6730689"/>
                </a:lnTo>
                <a:lnTo>
                  <a:pt x="0" y="6730689"/>
                </a:lnTo>
                <a:lnTo>
                  <a:pt x="0" y="4733600"/>
                </a:lnTo>
                <a:close/>
              </a:path>
            </a:pathLst>
          </a:custGeom>
          <a:solidFill>
            <a:schemeClr val="bg2"/>
          </a:solidFill>
          <a:ln w="0" cap="flat">
            <a:noFill/>
            <a:prstDash val="solid"/>
            <a:miter/>
          </a:ln>
        </p:spPr>
        <p:txBody>
          <a:bodyPr wrap="square" rtlCol="0" anchor="ctr">
            <a:noAutofit/>
          </a:bodyPr>
          <a:lstStyle/>
          <a:p>
            <a:endParaRPr lang="en-PT">
              <a:solidFill>
                <a:schemeClr val="bg2"/>
              </a:solidFill>
            </a:endParaRPr>
          </a:p>
        </p:txBody>
      </p:sp>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0" y="1651201"/>
            <a:ext cx="5587699" cy="1640959"/>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8" name="Text Placeholder 16">
            <a:extLst>
              <a:ext uri="{FF2B5EF4-FFF2-40B4-BE49-F238E27FC236}">
                <a16:creationId xmlns:a16="http://schemas.microsoft.com/office/drawing/2014/main" id="{333BBA6D-B18D-A546-98F2-1E489D6A9E03}"/>
              </a:ext>
            </a:extLst>
          </p:cNvPr>
          <p:cNvSpPr>
            <a:spLocks noGrp="1"/>
          </p:cNvSpPr>
          <p:nvPr>
            <p:ph type="body" sz="quarter" idx="19" hasCustomPrompt="1"/>
          </p:nvPr>
        </p:nvSpPr>
        <p:spPr>
          <a:xfrm>
            <a:off x="320041" y="1228136"/>
            <a:ext cx="5587697"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5" name="Text Placeholder 16">
            <a:extLst>
              <a:ext uri="{FF2B5EF4-FFF2-40B4-BE49-F238E27FC236}">
                <a16:creationId xmlns:a16="http://schemas.microsoft.com/office/drawing/2014/main" id="{CC5DE4B5-14A6-6D46-8684-C15E4B36B169}"/>
              </a:ext>
            </a:extLst>
          </p:cNvPr>
          <p:cNvSpPr>
            <a:spLocks noGrp="1"/>
          </p:cNvSpPr>
          <p:nvPr>
            <p:ph type="body" sz="quarter" idx="20" hasCustomPrompt="1"/>
          </p:nvPr>
        </p:nvSpPr>
        <p:spPr>
          <a:xfrm>
            <a:off x="320040" y="3934116"/>
            <a:ext cx="5587699" cy="1640959"/>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6" name="Text Placeholder 16">
            <a:extLst>
              <a:ext uri="{FF2B5EF4-FFF2-40B4-BE49-F238E27FC236}">
                <a16:creationId xmlns:a16="http://schemas.microsoft.com/office/drawing/2014/main" id="{5DC6F28D-4366-B04D-8E03-37F6F4DC7882}"/>
              </a:ext>
            </a:extLst>
          </p:cNvPr>
          <p:cNvSpPr>
            <a:spLocks noGrp="1"/>
          </p:cNvSpPr>
          <p:nvPr>
            <p:ph type="body" sz="quarter" idx="21" hasCustomPrompt="1"/>
          </p:nvPr>
        </p:nvSpPr>
        <p:spPr>
          <a:xfrm>
            <a:off x="320042" y="3511051"/>
            <a:ext cx="558627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7" name="Text Placeholder 16">
            <a:extLst>
              <a:ext uri="{FF2B5EF4-FFF2-40B4-BE49-F238E27FC236}">
                <a16:creationId xmlns:a16="http://schemas.microsoft.com/office/drawing/2014/main" id="{B4F1AAAB-962D-2845-8EB5-DE13DB8880CF}"/>
              </a:ext>
            </a:extLst>
          </p:cNvPr>
          <p:cNvSpPr>
            <a:spLocks noGrp="1"/>
          </p:cNvSpPr>
          <p:nvPr>
            <p:ph type="body" sz="quarter" idx="22" hasCustomPrompt="1"/>
          </p:nvPr>
        </p:nvSpPr>
        <p:spPr>
          <a:xfrm>
            <a:off x="6165029" y="1651201"/>
            <a:ext cx="5587699" cy="1640959"/>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9" name="Text Placeholder 16">
            <a:extLst>
              <a:ext uri="{FF2B5EF4-FFF2-40B4-BE49-F238E27FC236}">
                <a16:creationId xmlns:a16="http://schemas.microsoft.com/office/drawing/2014/main" id="{9ECBF84E-BC7F-584F-B569-19260D022A83}"/>
              </a:ext>
            </a:extLst>
          </p:cNvPr>
          <p:cNvSpPr>
            <a:spLocks noGrp="1"/>
          </p:cNvSpPr>
          <p:nvPr>
            <p:ph type="body" sz="quarter" idx="23" hasCustomPrompt="1"/>
          </p:nvPr>
        </p:nvSpPr>
        <p:spPr>
          <a:xfrm>
            <a:off x="6165030" y="1228136"/>
            <a:ext cx="5586279"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0" name="Text Placeholder 16">
            <a:extLst>
              <a:ext uri="{FF2B5EF4-FFF2-40B4-BE49-F238E27FC236}">
                <a16:creationId xmlns:a16="http://schemas.microsoft.com/office/drawing/2014/main" id="{3C518E66-6EC5-BE4A-BF8F-55D4456693DF}"/>
              </a:ext>
            </a:extLst>
          </p:cNvPr>
          <p:cNvSpPr>
            <a:spLocks noGrp="1"/>
          </p:cNvSpPr>
          <p:nvPr>
            <p:ph type="body" sz="quarter" idx="24" hasCustomPrompt="1"/>
          </p:nvPr>
        </p:nvSpPr>
        <p:spPr>
          <a:xfrm>
            <a:off x="6165029" y="3934116"/>
            <a:ext cx="5587699" cy="1640959"/>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1" name="Text Placeholder 16">
            <a:extLst>
              <a:ext uri="{FF2B5EF4-FFF2-40B4-BE49-F238E27FC236}">
                <a16:creationId xmlns:a16="http://schemas.microsoft.com/office/drawing/2014/main" id="{2FC94F84-FC47-264B-9C21-3E8C60C9E22D}"/>
              </a:ext>
            </a:extLst>
          </p:cNvPr>
          <p:cNvSpPr>
            <a:spLocks noGrp="1"/>
          </p:cNvSpPr>
          <p:nvPr>
            <p:ph type="body" sz="quarter" idx="25" hasCustomPrompt="1"/>
          </p:nvPr>
        </p:nvSpPr>
        <p:spPr>
          <a:xfrm>
            <a:off x="6165031" y="3511051"/>
            <a:ext cx="558627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 name="Graphic 37">
            <a:extLst>
              <a:ext uri="{FF2B5EF4-FFF2-40B4-BE49-F238E27FC236}">
                <a16:creationId xmlns:a16="http://schemas.microsoft.com/office/drawing/2014/main" id="{25D4DCEB-1834-95BD-0073-28D2C8E4BC5F}"/>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6" name="Rectangle 5">
            <a:extLst>
              <a:ext uri="{FF2B5EF4-FFF2-40B4-BE49-F238E27FC236}">
                <a16:creationId xmlns:a16="http://schemas.microsoft.com/office/drawing/2014/main" id="{CCFD3D83-E1BF-6771-8DF8-D66C7B2B569B}"/>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7" name="Rectangle 6">
            <a:extLst>
              <a:ext uri="{FF2B5EF4-FFF2-40B4-BE49-F238E27FC236}">
                <a16:creationId xmlns:a16="http://schemas.microsoft.com/office/drawing/2014/main" id="{FF2D7B18-EE6D-728D-972B-86791A3CFAB9}"/>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9" name="TextBox 8">
            <a:extLst>
              <a:ext uri="{FF2B5EF4-FFF2-40B4-BE49-F238E27FC236}">
                <a16:creationId xmlns:a16="http://schemas.microsoft.com/office/drawing/2014/main" id="{A547E020-36E7-EA56-1306-0C4F12805694}"/>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10" name="TextBox 9">
            <a:extLst>
              <a:ext uri="{FF2B5EF4-FFF2-40B4-BE49-F238E27FC236}">
                <a16:creationId xmlns:a16="http://schemas.microsoft.com/office/drawing/2014/main" id="{D6324956-E8A2-AA4E-E7F2-CEAA87E9ACAB}"/>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11" name="Graphic 21">
            <a:extLst>
              <a:ext uri="{FF2B5EF4-FFF2-40B4-BE49-F238E27FC236}">
                <a16:creationId xmlns:a16="http://schemas.microsoft.com/office/drawing/2014/main" id="{D38C8B8B-4116-F94E-DAC8-11F4A7E9F68B}"/>
              </a:ext>
            </a:extLst>
          </p:cNvPr>
          <p:cNvGrpSpPr/>
          <p:nvPr/>
        </p:nvGrpSpPr>
        <p:grpSpPr>
          <a:xfrm>
            <a:off x="89885" y="6647769"/>
            <a:ext cx="1340139" cy="126539"/>
            <a:chOff x="2546350" y="3092450"/>
            <a:chExt cx="7099490" cy="670350"/>
          </a:xfrm>
          <a:solidFill>
            <a:srgbClr val="FFFFFF"/>
          </a:solidFill>
        </p:grpSpPr>
        <p:sp>
          <p:nvSpPr>
            <p:cNvPr id="12" name="Freeform 23">
              <a:extLst>
                <a:ext uri="{FF2B5EF4-FFF2-40B4-BE49-F238E27FC236}">
                  <a16:creationId xmlns:a16="http://schemas.microsoft.com/office/drawing/2014/main" id="{C6791DB8-24DB-4445-9244-58C6381F6DC6}"/>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3" name="Freeform 24">
              <a:extLst>
                <a:ext uri="{FF2B5EF4-FFF2-40B4-BE49-F238E27FC236}">
                  <a16:creationId xmlns:a16="http://schemas.microsoft.com/office/drawing/2014/main" id="{EC71B44B-4E1F-0A00-EFEC-250E5CA1D6B2}"/>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4" name="Freeform 25">
              <a:extLst>
                <a:ext uri="{FF2B5EF4-FFF2-40B4-BE49-F238E27FC236}">
                  <a16:creationId xmlns:a16="http://schemas.microsoft.com/office/drawing/2014/main" id="{B3E99C4F-8BCB-2CC6-643E-8EB1F39B7736}"/>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5" name="Freeform 26">
              <a:extLst>
                <a:ext uri="{FF2B5EF4-FFF2-40B4-BE49-F238E27FC236}">
                  <a16:creationId xmlns:a16="http://schemas.microsoft.com/office/drawing/2014/main" id="{CAC1DD09-A580-FE85-77E5-AB1BF124A8C7}"/>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6" name="Freeform 27">
              <a:extLst>
                <a:ext uri="{FF2B5EF4-FFF2-40B4-BE49-F238E27FC236}">
                  <a16:creationId xmlns:a16="http://schemas.microsoft.com/office/drawing/2014/main" id="{6887297F-49B3-7EFD-ABD6-2D1B8EE99196}"/>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8" name="Freeform 28">
              <a:extLst>
                <a:ext uri="{FF2B5EF4-FFF2-40B4-BE49-F238E27FC236}">
                  <a16:creationId xmlns:a16="http://schemas.microsoft.com/office/drawing/2014/main" id="{A0F22C1B-BCF9-CE46-4A2A-8FBD5B1A5862}"/>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1" name="Freeform 29">
              <a:extLst>
                <a:ext uri="{FF2B5EF4-FFF2-40B4-BE49-F238E27FC236}">
                  <a16:creationId xmlns:a16="http://schemas.microsoft.com/office/drawing/2014/main" id="{03E3F0FD-8D57-6892-402E-9A70BCF12EB8}"/>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2" name="Freeform 30">
              <a:extLst>
                <a:ext uri="{FF2B5EF4-FFF2-40B4-BE49-F238E27FC236}">
                  <a16:creationId xmlns:a16="http://schemas.microsoft.com/office/drawing/2014/main" id="{56C88FCE-4877-53D8-6101-C57564707AE3}"/>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39" name="Freeform 31">
              <a:extLst>
                <a:ext uri="{FF2B5EF4-FFF2-40B4-BE49-F238E27FC236}">
                  <a16:creationId xmlns:a16="http://schemas.microsoft.com/office/drawing/2014/main" id="{1D39846E-E708-1C51-C40C-730CFD4D124E}"/>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40" name="Freeform 32">
              <a:extLst>
                <a:ext uri="{FF2B5EF4-FFF2-40B4-BE49-F238E27FC236}">
                  <a16:creationId xmlns:a16="http://schemas.microsoft.com/office/drawing/2014/main" id="{80F1C235-395A-55DD-5D6F-5CEE1561422A}"/>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1" name="Freeform 33">
              <a:extLst>
                <a:ext uri="{FF2B5EF4-FFF2-40B4-BE49-F238E27FC236}">
                  <a16:creationId xmlns:a16="http://schemas.microsoft.com/office/drawing/2014/main" id="{9DC237CF-6693-AC6D-7273-B1E42F5FCCF8}"/>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43" name="Slide Number Placeholder 47">
            <a:extLst>
              <a:ext uri="{FF2B5EF4-FFF2-40B4-BE49-F238E27FC236}">
                <a16:creationId xmlns:a16="http://schemas.microsoft.com/office/drawing/2014/main" id="{BA212C7A-19A0-DEE4-1F87-EF8F1DE3A653}"/>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2" name="Straight Connector 1">
            <a:extLst>
              <a:ext uri="{FF2B5EF4-FFF2-40B4-BE49-F238E27FC236}">
                <a16:creationId xmlns:a16="http://schemas.microsoft.com/office/drawing/2014/main" id="{A1855DF7-F24F-9270-0689-6A9EE8ED781A}"/>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CA2DB97E-DA27-7D06-1789-EA16F40B0BFA}"/>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475F10CE-6EEA-5E69-F068-C13BE1C55182}"/>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8215325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 6-Tile Blank BG">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1" y="1651201"/>
            <a:ext cx="3678218" cy="1544796"/>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8" name="Text Placeholder 16">
            <a:extLst>
              <a:ext uri="{FF2B5EF4-FFF2-40B4-BE49-F238E27FC236}">
                <a16:creationId xmlns:a16="http://schemas.microsoft.com/office/drawing/2014/main" id="{333BBA6D-B18D-A546-98F2-1E489D6A9E03}"/>
              </a:ext>
            </a:extLst>
          </p:cNvPr>
          <p:cNvSpPr>
            <a:spLocks noGrp="1"/>
          </p:cNvSpPr>
          <p:nvPr>
            <p:ph type="body" sz="quarter" idx="19" hasCustomPrompt="1"/>
          </p:nvPr>
        </p:nvSpPr>
        <p:spPr>
          <a:xfrm>
            <a:off x="320042"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9" name="Text Placeholder 16">
            <a:extLst>
              <a:ext uri="{FF2B5EF4-FFF2-40B4-BE49-F238E27FC236}">
                <a16:creationId xmlns:a16="http://schemas.microsoft.com/office/drawing/2014/main" id="{AB2D1F5B-ED12-F44E-9A02-6DDCD53FC532}"/>
              </a:ext>
            </a:extLst>
          </p:cNvPr>
          <p:cNvSpPr>
            <a:spLocks noGrp="1"/>
          </p:cNvSpPr>
          <p:nvPr>
            <p:ph type="body" sz="quarter" idx="20" hasCustomPrompt="1"/>
          </p:nvPr>
        </p:nvSpPr>
        <p:spPr>
          <a:xfrm>
            <a:off x="320041" y="3748942"/>
            <a:ext cx="3678218" cy="1544796"/>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1" name="Text Placeholder 16">
            <a:extLst>
              <a:ext uri="{FF2B5EF4-FFF2-40B4-BE49-F238E27FC236}">
                <a16:creationId xmlns:a16="http://schemas.microsoft.com/office/drawing/2014/main" id="{97AF1247-7592-484F-96EF-BE0793478836}"/>
              </a:ext>
            </a:extLst>
          </p:cNvPr>
          <p:cNvSpPr>
            <a:spLocks noGrp="1"/>
          </p:cNvSpPr>
          <p:nvPr>
            <p:ph type="body" sz="quarter" idx="21" hasCustomPrompt="1"/>
          </p:nvPr>
        </p:nvSpPr>
        <p:spPr>
          <a:xfrm>
            <a:off x="320042" y="3325877"/>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3" name="Text Placeholder 16">
            <a:extLst>
              <a:ext uri="{FF2B5EF4-FFF2-40B4-BE49-F238E27FC236}">
                <a16:creationId xmlns:a16="http://schemas.microsoft.com/office/drawing/2014/main" id="{6C6BE196-3036-904A-BE18-AB66DE562791}"/>
              </a:ext>
            </a:extLst>
          </p:cNvPr>
          <p:cNvSpPr>
            <a:spLocks noGrp="1"/>
          </p:cNvSpPr>
          <p:nvPr>
            <p:ph type="body" sz="quarter" idx="22" hasCustomPrompt="1"/>
          </p:nvPr>
        </p:nvSpPr>
        <p:spPr>
          <a:xfrm>
            <a:off x="4255547" y="1651201"/>
            <a:ext cx="3678218" cy="1544796"/>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4" name="Text Placeholder 16">
            <a:extLst>
              <a:ext uri="{FF2B5EF4-FFF2-40B4-BE49-F238E27FC236}">
                <a16:creationId xmlns:a16="http://schemas.microsoft.com/office/drawing/2014/main" id="{F36BA8AD-995C-4349-8297-FBF7E056C8F4}"/>
              </a:ext>
            </a:extLst>
          </p:cNvPr>
          <p:cNvSpPr>
            <a:spLocks noGrp="1"/>
          </p:cNvSpPr>
          <p:nvPr>
            <p:ph type="body" sz="quarter" idx="23" hasCustomPrompt="1"/>
          </p:nvPr>
        </p:nvSpPr>
        <p:spPr>
          <a:xfrm>
            <a:off x="4255548"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5" name="Text Placeholder 16">
            <a:extLst>
              <a:ext uri="{FF2B5EF4-FFF2-40B4-BE49-F238E27FC236}">
                <a16:creationId xmlns:a16="http://schemas.microsoft.com/office/drawing/2014/main" id="{9AF81E59-B6CB-FA4E-9FF6-09A99210BA61}"/>
              </a:ext>
            </a:extLst>
          </p:cNvPr>
          <p:cNvSpPr>
            <a:spLocks noGrp="1"/>
          </p:cNvSpPr>
          <p:nvPr>
            <p:ph type="body" sz="quarter" idx="24" hasCustomPrompt="1"/>
          </p:nvPr>
        </p:nvSpPr>
        <p:spPr>
          <a:xfrm>
            <a:off x="4255547" y="3748942"/>
            <a:ext cx="3678218" cy="1544796"/>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6" name="Text Placeholder 16">
            <a:extLst>
              <a:ext uri="{FF2B5EF4-FFF2-40B4-BE49-F238E27FC236}">
                <a16:creationId xmlns:a16="http://schemas.microsoft.com/office/drawing/2014/main" id="{5058E2A8-68DC-354B-AA48-49FBD1AF4A78}"/>
              </a:ext>
            </a:extLst>
          </p:cNvPr>
          <p:cNvSpPr>
            <a:spLocks noGrp="1"/>
          </p:cNvSpPr>
          <p:nvPr>
            <p:ph type="body" sz="quarter" idx="25" hasCustomPrompt="1"/>
          </p:nvPr>
        </p:nvSpPr>
        <p:spPr>
          <a:xfrm>
            <a:off x="4255548" y="3325877"/>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0" name="Text Placeholder 16">
            <a:extLst>
              <a:ext uri="{FF2B5EF4-FFF2-40B4-BE49-F238E27FC236}">
                <a16:creationId xmlns:a16="http://schemas.microsoft.com/office/drawing/2014/main" id="{AD178F25-3E37-FE44-8455-05C260A73DD7}"/>
              </a:ext>
            </a:extLst>
          </p:cNvPr>
          <p:cNvSpPr>
            <a:spLocks noGrp="1"/>
          </p:cNvSpPr>
          <p:nvPr>
            <p:ph type="body" sz="quarter" idx="26" hasCustomPrompt="1"/>
          </p:nvPr>
        </p:nvSpPr>
        <p:spPr>
          <a:xfrm>
            <a:off x="8083476" y="1651201"/>
            <a:ext cx="3678218" cy="1544796"/>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1" name="Text Placeholder 16">
            <a:extLst>
              <a:ext uri="{FF2B5EF4-FFF2-40B4-BE49-F238E27FC236}">
                <a16:creationId xmlns:a16="http://schemas.microsoft.com/office/drawing/2014/main" id="{9852D0B8-E9C3-DA4A-AEAC-53B0B2F71FF8}"/>
              </a:ext>
            </a:extLst>
          </p:cNvPr>
          <p:cNvSpPr>
            <a:spLocks noGrp="1"/>
          </p:cNvSpPr>
          <p:nvPr>
            <p:ph type="body" sz="quarter" idx="27" hasCustomPrompt="1"/>
          </p:nvPr>
        </p:nvSpPr>
        <p:spPr>
          <a:xfrm>
            <a:off x="8083477"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2" name="Text Placeholder 16">
            <a:extLst>
              <a:ext uri="{FF2B5EF4-FFF2-40B4-BE49-F238E27FC236}">
                <a16:creationId xmlns:a16="http://schemas.microsoft.com/office/drawing/2014/main" id="{932B8102-6DDE-EC41-A975-D887536C7EB6}"/>
              </a:ext>
            </a:extLst>
          </p:cNvPr>
          <p:cNvSpPr>
            <a:spLocks noGrp="1"/>
          </p:cNvSpPr>
          <p:nvPr>
            <p:ph type="body" sz="quarter" idx="28" hasCustomPrompt="1"/>
          </p:nvPr>
        </p:nvSpPr>
        <p:spPr>
          <a:xfrm>
            <a:off x="8083476" y="3748942"/>
            <a:ext cx="3678218" cy="1544796"/>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3" name="Text Placeholder 16">
            <a:extLst>
              <a:ext uri="{FF2B5EF4-FFF2-40B4-BE49-F238E27FC236}">
                <a16:creationId xmlns:a16="http://schemas.microsoft.com/office/drawing/2014/main" id="{C1E6243F-E22A-5245-A30A-B1FBC6504F69}"/>
              </a:ext>
            </a:extLst>
          </p:cNvPr>
          <p:cNvSpPr>
            <a:spLocks noGrp="1"/>
          </p:cNvSpPr>
          <p:nvPr>
            <p:ph type="body" sz="quarter" idx="29" hasCustomPrompt="1"/>
          </p:nvPr>
        </p:nvSpPr>
        <p:spPr>
          <a:xfrm>
            <a:off x="8083477" y="3325877"/>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 name="Graphic 37">
            <a:extLst>
              <a:ext uri="{FF2B5EF4-FFF2-40B4-BE49-F238E27FC236}">
                <a16:creationId xmlns:a16="http://schemas.microsoft.com/office/drawing/2014/main" id="{1C12A4E9-0063-2A15-8045-FC297431E9FC}"/>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6" name="Rectangle 5">
            <a:extLst>
              <a:ext uri="{FF2B5EF4-FFF2-40B4-BE49-F238E27FC236}">
                <a16:creationId xmlns:a16="http://schemas.microsoft.com/office/drawing/2014/main" id="{400B449B-4E61-5298-49DA-D622DB44BB97}"/>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7" name="Rectangle 6">
            <a:extLst>
              <a:ext uri="{FF2B5EF4-FFF2-40B4-BE49-F238E27FC236}">
                <a16:creationId xmlns:a16="http://schemas.microsoft.com/office/drawing/2014/main" id="{23CE317B-B89E-2218-B96B-2D21D237A57D}"/>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9" name="TextBox 8">
            <a:extLst>
              <a:ext uri="{FF2B5EF4-FFF2-40B4-BE49-F238E27FC236}">
                <a16:creationId xmlns:a16="http://schemas.microsoft.com/office/drawing/2014/main" id="{60AC3149-6BB8-B9CF-1B97-48DCE5ED3DFD}"/>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10" name="TextBox 9">
            <a:extLst>
              <a:ext uri="{FF2B5EF4-FFF2-40B4-BE49-F238E27FC236}">
                <a16:creationId xmlns:a16="http://schemas.microsoft.com/office/drawing/2014/main" id="{EBF08A6A-E132-061F-CC12-22D29BF5D8E5}"/>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11" name="Graphic 21">
            <a:extLst>
              <a:ext uri="{FF2B5EF4-FFF2-40B4-BE49-F238E27FC236}">
                <a16:creationId xmlns:a16="http://schemas.microsoft.com/office/drawing/2014/main" id="{739A594B-0CBD-ED5B-A0F3-D86B32B1B684}"/>
              </a:ext>
            </a:extLst>
          </p:cNvPr>
          <p:cNvGrpSpPr/>
          <p:nvPr/>
        </p:nvGrpSpPr>
        <p:grpSpPr>
          <a:xfrm>
            <a:off x="89885" y="6647769"/>
            <a:ext cx="1340139" cy="126539"/>
            <a:chOff x="2546350" y="3092450"/>
            <a:chExt cx="7099490" cy="670350"/>
          </a:xfrm>
          <a:solidFill>
            <a:srgbClr val="FFFFFF"/>
          </a:solidFill>
        </p:grpSpPr>
        <p:sp>
          <p:nvSpPr>
            <p:cNvPr id="12" name="Freeform 23">
              <a:extLst>
                <a:ext uri="{FF2B5EF4-FFF2-40B4-BE49-F238E27FC236}">
                  <a16:creationId xmlns:a16="http://schemas.microsoft.com/office/drawing/2014/main" id="{4DCE56EA-7F3B-9696-4D3F-1AF30F4326ED}"/>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3" name="Freeform 24">
              <a:extLst>
                <a:ext uri="{FF2B5EF4-FFF2-40B4-BE49-F238E27FC236}">
                  <a16:creationId xmlns:a16="http://schemas.microsoft.com/office/drawing/2014/main" id="{DEF1895E-C88D-B70D-F6A9-21E9E8CCAA2A}"/>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4" name="Freeform 25">
              <a:extLst>
                <a:ext uri="{FF2B5EF4-FFF2-40B4-BE49-F238E27FC236}">
                  <a16:creationId xmlns:a16="http://schemas.microsoft.com/office/drawing/2014/main" id="{3D6E6B8D-CF23-7615-5BF6-B666893F2B3A}"/>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5" name="Freeform 26">
              <a:extLst>
                <a:ext uri="{FF2B5EF4-FFF2-40B4-BE49-F238E27FC236}">
                  <a16:creationId xmlns:a16="http://schemas.microsoft.com/office/drawing/2014/main" id="{473AD289-132F-A504-AA89-363671E76976}"/>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6" name="Freeform 27">
              <a:extLst>
                <a:ext uri="{FF2B5EF4-FFF2-40B4-BE49-F238E27FC236}">
                  <a16:creationId xmlns:a16="http://schemas.microsoft.com/office/drawing/2014/main" id="{C54B7E03-329B-C0C4-AFF8-45D4480DE481}"/>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8" name="Freeform 28">
              <a:extLst>
                <a:ext uri="{FF2B5EF4-FFF2-40B4-BE49-F238E27FC236}">
                  <a16:creationId xmlns:a16="http://schemas.microsoft.com/office/drawing/2014/main" id="{704F8108-89CD-E923-C823-2B6BFE82A124}"/>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1" name="Freeform 29">
              <a:extLst>
                <a:ext uri="{FF2B5EF4-FFF2-40B4-BE49-F238E27FC236}">
                  <a16:creationId xmlns:a16="http://schemas.microsoft.com/office/drawing/2014/main" id="{B620D989-0573-05DB-560F-1B9B2FFE4652}"/>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2" name="Freeform 30">
              <a:extLst>
                <a:ext uri="{FF2B5EF4-FFF2-40B4-BE49-F238E27FC236}">
                  <a16:creationId xmlns:a16="http://schemas.microsoft.com/office/drawing/2014/main" id="{4DC5DE4C-D97F-E316-A3FE-AE57A8B5D185}"/>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37" name="Freeform 31">
              <a:extLst>
                <a:ext uri="{FF2B5EF4-FFF2-40B4-BE49-F238E27FC236}">
                  <a16:creationId xmlns:a16="http://schemas.microsoft.com/office/drawing/2014/main" id="{D9F7AFC6-8670-D17B-BCB7-BB8F51132BA6}"/>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40" name="Freeform 32">
              <a:extLst>
                <a:ext uri="{FF2B5EF4-FFF2-40B4-BE49-F238E27FC236}">
                  <a16:creationId xmlns:a16="http://schemas.microsoft.com/office/drawing/2014/main" id="{459A8411-45A8-5901-C6AF-379D7007B1C6}"/>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2" name="Freeform 33">
              <a:extLst>
                <a:ext uri="{FF2B5EF4-FFF2-40B4-BE49-F238E27FC236}">
                  <a16:creationId xmlns:a16="http://schemas.microsoft.com/office/drawing/2014/main" id="{BE0FA961-4B6D-2F35-7378-3AB58E32C5C6}"/>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47" name="Slide Number Placeholder 47">
            <a:extLst>
              <a:ext uri="{FF2B5EF4-FFF2-40B4-BE49-F238E27FC236}">
                <a16:creationId xmlns:a16="http://schemas.microsoft.com/office/drawing/2014/main" id="{D0A0A3DC-4E9F-BE74-77A8-7D6D64FBC7AE}"/>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2" name="Straight Connector 1">
            <a:extLst>
              <a:ext uri="{FF2B5EF4-FFF2-40B4-BE49-F238E27FC236}">
                <a16:creationId xmlns:a16="http://schemas.microsoft.com/office/drawing/2014/main" id="{6B742252-E054-68E6-9257-54C48B0DFAAA}"/>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C9A06B23-D176-6491-4768-F58A6BDAA748}"/>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D444E251-6525-762C-3F3E-4208E7E1FCD1}"/>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12793664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 6-Tile Chevron 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rgbClr val="E7F0F1">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7" name="Freeform 36">
            <a:extLst>
              <a:ext uri="{FF2B5EF4-FFF2-40B4-BE49-F238E27FC236}">
                <a16:creationId xmlns:a16="http://schemas.microsoft.com/office/drawing/2014/main" id="{BD6BAE71-8D36-6F4C-9751-5F716296AE97}"/>
              </a:ext>
            </a:extLst>
          </p:cNvPr>
          <p:cNvSpPr/>
          <p:nvPr/>
        </p:nvSpPr>
        <p:spPr>
          <a:xfrm>
            <a:off x="2344310" y="-19651"/>
            <a:ext cx="9847690" cy="6730689"/>
          </a:xfrm>
          <a:custGeom>
            <a:avLst/>
            <a:gdLst>
              <a:gd name="connsiteX0" fmla="*/ 4723801 w 9847690"/>
              <a:gd name="connsiteY0" fmla="*/ 0 h 6730689"/>
              <a:gd name="connsiteX1" fmla="*/ 5842224 w 9847690"/>
              <a:gd name="connsiteY1" fmla="*/ 0 h 6730689"/>
              <a:gd name="connsiteX2" fmla="*/ 9847690 w 9847690"/>
              <a:gd name="connsiteY2" fmla="*/ 4013778 h 6730689"/>
              <a:gd name="connsiteX3" fmla="*/ 9847690 w 9847690"/>
              <a:gd name="connsiteY3" fmla="*/ 6730689 h 6730689"/>
              <a:gd name="connsiteX4" fmla="*/ 7606132 w 9847690"/>
              <a:gd name="connsiteY4" fmla="*/ 6730689 h 6730689"/>
              <a:gd name="connsiteX5" fmla="*/ 5283013 w 9847690"/>
              <a:gd name="connsiteY5" fmla="*/ 4402749 h 6730689"/>
              <a:gd name="connsiteX6" fmla="*/ 2959892 w 9847690"/>
              <a:gd name="connsiteY6" fmla="*/ 6730689 h 6730689"/>
              <a:gd name="connsiteX7" fmla="*/ 0 w 9847690"/>
              <a:gd name="connsiteY7" fmla="*/ 6730689 h 6730689"/>
              <a:gd name="connsiteX8" fmla="*/ 0 w 9847690"/>
              <a:gd name="connsiteY8" fmla="*/ 4733600 h 67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7690" h="6730689">
                <a:moveTo>
                  <a:pt x="4723801" y="0"/>
                </a:moveTo>
                <a:lnTo>
                  <a:pt x="5842224" y="0"/>
                </a:lnTo>
                <a:lnTo>
                  <a:pt x="9847690" y="4013778"/>
                </a:lnTo>
                <a:lnTo>
                  <a:pt x="9847690" y="6730689"/>
                </a:lnTo>
                <a:lnTo>
                  <a:pt x="7606132" y="6730689"/>
                </a:lnTo>
                <a:lnTo>
                  <a:pt x="5283013" y="4402749"/>
                </a:lnTo>
                <a:lnTo>
                  <a:pt x="2959892" y="6730689"/>
                </a:lnTo>
                <a:lnTo>
                  <a:pt x="0" y="6730689"/>
                </a:lnTo>
                <a:lnTo>
                  <a:pt x="0" y="4733600"/>
                </a:lnTo>
                <a:close/>
              </a:path>
            </a:pathLst>
          </a:custGeom>
          <a:solidFill>
            <a:schemeClr val="bg2"/>
          </a:solidFill>
          <a:ln w="0" cap="flat">
            <a:noFill/>
            <a:prstDash val="solid"/>
            <a:miter/>
          </a:ln>
        </p:spPr>
        <p:txBody>
          <a:bodyPr wrap="square" rtlCol="0" anchor="ctr">
            <a:noAutofit/>
          </a:bodyPr>
          <a:lstStyle/>
          <a:p>
            <a:endParaRPr lang="en-PT">
              <a:solidFill>
                <a:schemeClr val="bg2"/>
              </a:solidFill>
            </a:endParaRPr>
          </a:p>
        </p:txBody>
      </p:sp>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1" y="1651201"/>
            <a:ext cx="3678218" cy="1544796"/>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8" name="Text Placeholder 16">
            <a:extLst>
              <a:ext uri="{FF2B5EF4-FFF2-40B4-BE49-F238E27FC236}">
                <a16:creationId xmlns:a16="http://schemas.microsoft.com/office/drawing/2014/main" id="{333BBA6D-B18D-A546-98F2-1E489D6A9E03}"/>
              </a:ext>
            </a:extLst>
          </p:cNvPr>
          <p:cNvSpPr>
            <a:spLocks noGrp="1"/>
          </p:cNvSpPr>
          <p:nvPr>
            <p:ph type="body" sz="quarter" idx="19" hasCustomPrompt="1"/>
          </p:nvPr>
        </p:nvSpPr>
        <p:spPr>
          <a:xfrm>
            <a:off x="320042"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9" name="Text Placeholder 16">
            <a:extLst>
              <a:ext uri="{FF2B5EF4-FFF2-40B4-BE49-F238E27FC236}">
                <a16:creationId xmlns:a16="http://schemas.microsoft.com/office/drawing/2014/main" id="{AB2D1F5B-ED12-F44E-9A02-6DDCD53FC532}"/>
              </a:ext>
            </a:extLst>
          </p:cNvPr>
          <p:cNvSpPr>
            <a:spLocks noGrp="1"/>
          </p:cNvSpPr>
          <p:nvPr>
            <p:ph type="body" sz="quarter" idx="20" hasCustomPrompt="1"/>
          </p:nvPr>
        </p:nvSpPr>
        <p:spPr>
          <a:xfrm>
            <a:off x="320041" y="3748942"/>
            <a:ext cx="3678218" cy="1544796"/>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1" name="Text Placeholder 16">
            <a:extLst>
              <a:ext uri="{FF2B5EF4-FFF2-40B4-BE49-F238E27FC236}">
                <a16:creationId xmlns:a16="http://schemas.microsoft.com/office/drawing/2014/main" id="{97AF1247-7592-484F-96EF-BE0793478836}"/>
              </a:ext>
            </a:extLst>
          </p:cNvPr>
          <p:cNvSpPr>
            <a:spLocks noGrp="1"/>
          </p:cNvSpPr>
          <p:nvPr>
            <p:ph type="body" sz="quarter" idx="21" hasCustomPrompt="1"/>
          </p:nvPr>
        </p:nvSpPr>
        <p:spPr>
          <a:xfrm>
            <a:off x="320042" y="3325877"/>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3" name="Text Placeholder 16">
            <a:extLst>
              <a:ext uri="{FF2B5EF4-FFF2-40B4-BE49-F238E27FC236}">
                <a16:creationId xmlns:a16="http://schemas.microsoft.com/office/drawing/2014/main" id="{6C6BE196-3036-904A-BE18-AB66DE562791}"/>
              </a:ext>
            </a:extLst>
          </p:cNvPr>
          <p:cNvSpPr>
            <a:spLocks noGrp="1"/>
          </p:cNvSpPr>
          <p:nvPr>
            <p:ph type="body" sz="quarter" idx="22" hasCustomPrompt="1"/>
          </p:nvPr>
        </p:nvSpPr>
        <p:spPr>
          <a:xfrm>
            <a:off x="4255547" y="1651201"/>
            <a:ext cx="3678218" cy="1544796"/>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4" name="Text Placeholder 16">
            <a:extLst>
              <a:ext uri="{FF2B5EF4-FFF2-40B4-BE49-F238E27FC236}">
                <a16:creationId xmlns:a16="http://schemas.microsoft.com/office/drawing/2014/main" id="{F36BA8AD-995C-4349-8297-FBF7E056C8F4}"/>
              </a:ext>
            </a:extLst>
          </p:cNvPr>
          <p:cNvSpPr>
            <a:spLocks noGrp="1"/>
          </p:cNvSpPr>
          <p:nvPr>
            <p:ph type="body" sz="quarter" idx="23" hasCustomPrompt="1"/>
          </p:nvPr>
        </p:nvSpPr>
        <p:spPr>
          <a:xfrm>
            <a:off x="4255548"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5" name="Text Placeholder 16">
            <a:extLst>
              <a:ext uri="{FF2B5EF4-FFF2-40B4-BE49-F238E27FC236}">
                <a16:creationId xmlns:a16="http://schemas.microsoft.com/office/drawing/2014/main" id="{9AF81E59-B6CB-FA4E-9FF6-09A99210BA61}"/>
              </a:ext>
            </a:extLst>
          </p:cNvPr>
          <p:cNvSpPr>
            <a:spLocks noGrp="1"/>
          </p:cNvSpPr>
          <p:nvPr>
            <p:ph type="body" sz="quarter" idx="24" hasCustomPrompt="1"/>
          </p:nvPr>
        </p:nvSpPr>
        <p:spPr>
          <a:xfrm>
            <a:off x="4255547" y="3748942"/>
            <a:ext cx="3678218" cy="1544796"/>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6" name="Text Placeholder 16">
            <a:extLst>
              <a:ext uri="{FF2B5EF4-FFF2-40B4-BE49-F238E27FC236}">
                <a16:creationId xmlns:a16="http://schemas.microsoft.com/office/drawing/2014/main" id="{5058E2A8-68DC-354B-AA48-49FBD1AF4A78}"/>
              </a:ext>
            </a:extLst>
          </p:cNvPr>
          <p:cNvSpPr>
            <a:spLocks noGrp="1"/>
          </p:cNvSpPr>
          <p:nvPr>
            <p:ph type="body" sz="quarter" idx="25" hasCustomPrompt="1"/>
          </p:nvPr>
        </p:nvSpPr>
        <p:spPr>
          <a:xfrm>
            <a:off x="4255548" y="3325877"/>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0" name="Text Placeholder 16">
            <a:extLst>
              <a:ext uri="{FF2B5EF4-FFF2-40B4-BE49-F238E27FC236}">
                <a16:creationId xmlns:a16="http://schemas.microsoft.com/office/drawing/2014/main" id="{AD178F25-3E37-FE44-8455-05C260A73DD7}"/>
              </a:ext>
            </a:extLst>
          </p:cNvPr>
          <p:cNvSpPr>
            <a:spLocks noGrp="1"/>
          </p:cNvSpPr>
          <p:nvPr>
            <p:ph type="body" sz="quarter" idx="26" hasCustomPrompt="1"/>
          </p:nvPr>
        </p:nvSpPr>
        <p:spPr>
          <a:xfrm>
            <a:off x="8083476" y="1651201"/>
            <a:ext cx="3678218" cy="1544796"/>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1" name="Text Placeholder 16">
            <a:extLst>
              <a:ext uri="{FF2B5EF4-FFF2-40B4-BE49-F238E27FC236}">
                <a16:creationId xmlns:a16="http://schemas.microsoft.com/office/drawing/2014/main" id="{9852D0B8-E9C3-DA4A-AEAC-53B0B2F71FF8}"/>
              </a:ext>
            </a:extLst>
          </p:cNvPr>
          <p:cNvSpPr>
            <a:spLocks noGrp="1"/>
          </p:cNvSpPr>
          <p:nvPr>
            <p:ph type="body" sz="quarter" idx="27" hasCustomPrompt="1"/>
          </p:nvPr>
        </p:nvSpPr>
        <p:spPr>
          <a:xfrm>
            <a:off x="8083477" y="1228136"/>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2" name="Text Placeholder 16">
            <a:extLst>
              <a:ext uri="{FF2B5EF4-FFF2-40B4-BE49-F238E27FC236}">
                <a16:creationId xmlns:a16="http://schemas.microsoft.com/office/drawing/2014/main" id="{932B8102-6DDE-EC41-A975-D887536C7EB6}"/>
              </a:ext>
            </a:extLst>
          </p:cNvPr>
          <p:cNvSpPr>
            <a:spLocks noGrp="1"/>
          </p:cNvSpPr>
          <p:nvPr>
            <p:ph type="body" sz="quarter" idx="28" hasCustomPrompt="1"/>
          </p:nvPr>
        </p:nvSpPr>
        <p:spPr>
          <a:xfrm>
            <a:off x="8083476" y="3748942"/>
            <a:ext cx="3678218" cy="1544796"/>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3" name="Text Placeholder 16">
            <a:extLst>
              <a:ext uri="{FF2B5EF4-FFF2-40B4-BE49-F238E27FC236}">
                <a16:creationId xmlns:a16="http://schemas.microsoft.com/office/drawing/2014/main" id="{C1E6243F-E22A-5245-A30A-B1FBC6504F69}"/>
              </a:ext>
            </a:extLst>
          </p:cNvPr>
          <p:cNvSpPr>
            <a:spLocks noGrp="1"/>
          </p:cNvSpPr>
          <p:nvPr>
            <p:ph type="body" sz="quarter" idx="29" hasCustomPrompt="1"/>
          </p:nvPr>
        </p:nvSpPr>
        <p:spPr>
          <a:xfrm>
            <a:off x="8083477" y="3325877"/>
            <a:ext cx="3678218" cy="287656"/>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 name="Graphic 37">
            <a:extLst>
              <a:ext uri="{FF2B5EF4-FFF2-40B4-BE49-F238E27FC236}">
                <a16:creationId xmlns:a16="http://schemas.microsoft.com/office/drawing/2014/main" id="{806AF2E6-80ED-35A7-4A07-E55084A56E75}"/>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6" name="Rectangle 5">
            <a:extLst>
              <a:ext uri="{FF2B5EF4-FFF2-40B4-BE49-F238E27FC236}">
                <a16:creationId xmlns:a16="http://schemas.microsoft.com/office/drawing/2014/main" id="{C09643F8-6F55-D307-D0B0-5B7D118A6383}"/>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7" name="Rectangle 6">
            <a:extLst>
              <a:ext uri="{FF2B5EF4-FFF2-40B4-BE49-F238E27FC236}">
                <a16:creationId xmlns:a16="http://schemas.microsoft.com/office/drawing/2014/main" id="{C0253BE4-BDDE-B5A3-1C54-D999CCBD5008}"/>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9" name="TextBox 8">
            <a:extLst>
              <a:ext uri="{FF2B5EF4-FFF2-40B4-BE49-F238E27FC236}">
                <a16:creationId xmlns:a16="http://schemas.microsoft.com/office/drawing/2014/main" id="{2220B4C7-032D-A88D-65E6-6D25E90A8F7A}"/>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10" name="TextBox 9">
            <a:extLst>
              <a:ext uri="{FF2B5EF4-FFF2-40B4-BE49-F238E27FC236}">
                <a16:creationId xmlns:a16="http://schemas.microsoft.com/office/drawing/2014/main" id="{AE376B73-7060-CA81-98AB-BE1F51C3ABD1}"/>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11" name="Graphic 21">
            <a:extLst>
              <a:ext uri="{FF2B5EF4-FFF2-40B4-BE49-F238E27FC236}">
                <a16:creationId xmlns:a16="http://schemas.microsoft.com/office/drawing/2014/main" id="{5C0E6D97-216F-D1C8-8BD7-8B5FEBCF6200}"/>
              </a:ext>
            </a:extLst>
          </p:cNvPr>
          <p:cNvGrpSpPr/>
          <p:nvPr/>
        </p:nvGrpSpPr>
        <p:grpSpPr>
          <a:xfrm>
            <a:off x="89885" y="6647769"/>
            <a:ext cx="1340139" cy="126539"/>
            <a:chOff x="2546350" y="3092450"/>
            <a:chExt cx="7099490" cy="670350"/>
          </a:xfrm>
          <a:solidFill>
            <a:srgbClr val="FFFFFF"/>
          </a:solidFill>
        </p:grpSpPr>
        <p:sp>
          <p:nvSpPr>
            <p:cNvPr id="12" name="Freeform 23">
              <a:extLst>
                <a:ext uri="{FF2B5EF4-FFF2-40B4-BE49-F238E27FC236}">
                  <a16:creationId xmlns:a16="http://schemas.microsoft.com/office/drawing/2014/main" id="{741E9EC0-9596-16B6-2817-59CC76D5D1AB}"/>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3" name="Freeform 24">
              <a:extLst>
                <a:ext uri="{FF2B5EF4-FFF2-40B4-BE49-F238E27FC236}">
                  <a16:creationId xmlns:a16="http://schemas.microsoft.com/office/drawing/2014/main" id="{9691F17C-E571-BEED-8CCE-EBCDD4278245}"/>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4" name="Freeform 25">
              <a:extLst>
                <a:ext uri="{FF2B5EF4-FFF2-40B4-BE49-F238E27FC236}">
                  <a16:creationId xmlns:a16="http://schemas.microsoft.com/office/drawing/2014/main" id="{D077D624-F434-5715-817E-EAC93ACEA9DE}"/>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5" name="Freeform 26">
              <a:extLst>
                <a:ext uri="{FF2B5EF4-FFF2-40B4-BE49-F238E27FC236}">
                  <a16:creationId xmlns:a16="http://schemas.microsoft.com/office/drawing/2014/main" id="{D069BED9-9379-6BE4-BA5C-BE3D329BE6F1}"/>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6" name="Freeform 27">
              <a:extLst>
                <a:ext uri="{FF2B5EF4-FFF2-40B4-BE49-F238E27FC236}">
                  <a16:creationId xmlns:a16="http://schemas.microsoft.com/office/drawing/2014/main" id="{0F9CFA4B-770B-9937-1B05-AD4005981925}"/>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8" name="Freeform 28">
              <a:extLst>
                <a:ext uri="{FF2B5EF4-FFF2-40B4-BE49-F238E27FC236}">
                  <a16:creationId xmlns:a16="http://schemas.microsoft.com/office/drawing/2014/main" id="{A73E683E-5AEA-2B45-BD63-7BE53613A0FC}"/>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1" name="Freeform 29">
              <a:extLst>
                <a:ext uri="{FF2B5EF4-FFF2-40B4-BE49-F238E27FC236}">
                  <a16:creationId xmlns:a16="http://schemas.microsoft.com/office/drawing/2014/main" id="{FECE058F-601A-B6B2-FED0-53E8F591DE96}"/>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2" name="Freeform 30">
              <a:extLst>
                <a:ext uri="{FF2B5EF4-FFF2-40B4-BE49-F238E27FC236}">
                  <a16:creationId xmlns:a16="http://schemas.microsoft.com/office/drawing/2014/main" id="{E03C9F7B-C5EF-11F2-6DED-3DCB7B86F938}"/>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40" name="Freeform 31">
              <a:extLst>
                <a:ext uri="{FF2B5EF4-FFF2-40B4-BE49-F238E27FC236}">
                  <a16:creationId xmlns:a16="http://schemas.microsoft.com/office/drawing/2014/main" id="{E665E25A-D3E8-EC64-5B6A-CBDBEDD2285E}"/>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47" name="Freeform 32">
              <a:extLst>
                <a:ext uri="{FF2B5EF4-FFF2-40B4-BE49-F238E27FC236}">
                  <a16:creationId xmlns:a16="http://schemas.microsoft.com/office/drawing/2014/main" id="{81E83050-6F8E-2381-C9D4-6E7781AAEC25}"/>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9" name="Freeform 33">
              <a:extLst>
                <a:ext uri="{FF2B5EF4-FFF2-40B4-BE49-F238E27FC236}">
                  <a16:creationId xmlns:a16="http://schemas.microsoft.com/office/drawing/2014/main" id="{D5DFD41B-7532-DA44-7D16-D74911B97A3B}"/>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54" name="Slide Number Placeholder 47">
            <a:extLst>
              <a:ext uri="{FF2B5EF4-FFF2-40B4-BE49-F238E27FC236}">
                <a16:creationId xmlns:a16="http://schemas.microsoft.com/office/drawing/2014/main" id="{93F0FA60-96E1-510E-D71A-5E8123A7D27C}"/>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2" name="Straight Connector 1">
            <a:extLst>
              <a:ext uri="{FF2B5EF4-FFF2-40B4-BE49-F238E27FC236}">
                <a16:creationId xmlns:a16="http://schemas.microsoft.com/office/drawing/2014/main" id="{310C853E-5A0E-698B-661C-1B1FAA0B65CD}"/>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74738053-80C7-EBA6-9763-BA0B6CAC5858}"/>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83EC9457-5271-9E0F-EB7A-BFCF75B2FD80}"/>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4060991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 3-Column">
    <p:spTree>
      <p:nvGrpSpPr>
        <p:cNvPr id="1" name=""/>
        <p:cNvGrpSpPr/>
        <p:nvPr/>
      </p:nvGrpSpPr>
      <p:grpSpPr>
        <a:xfrm>
          <a:off x="0" y="0"/>
          <a:ext cx="0" cy="0"/>
          <a:chOff x="0" y="0"/>
          <a:chExt cx="0" cy="0"/>
        </a:xfrm>
      </p:grpSpPr>
      <p:sp>
        <p:nvSpPr>
          <p:cNvPr id="37" name="Text Placeholder 16">
            <a:extLst>
              <a:ext uri="{FF2B5EF4-FFF2-40B4-BE49-F238E27FC236}">
                <a16:creationId xmlns:a16="http://schemas.microsoft.com/office/drawing/2014/main" id="{1EBD2B75-7A65-4343-BF2A-236F4616BF12}"/>
              </a:ext>
            </a:extLst>
          </p:cNvPr>
          <p:cNvSpPr>
            <a:spLocks noGrp="1"/>
          </p:cNvSpPr>
          <p:nvPr>
            <p:ph type="body" sz="quarter" idx="18" hasCustomPrompt="1"/>
          </p:nvPr>
        </p:nvSpPr>
        <p:spPr>
          <a:xfrm>
            <a:off x="333097" y="3852076"/>
            <a:ext cx="3719140" cy="1295694"/>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8" name="Text Placeholder 16">
            <a:extLst>
              <a:ext uri="{FF2B5EF4-FFF2-40B4-BE49-F238E27FC236}">
                <a16:creationId xmlns:a16="http://schemas.microsoft.com/office/drawing/2014/main" id="{63904C39-76EA-034E-899A-FA8AAE20214C}"/>
              </a:ext>
            </a:extLst>
          </p:cNvPr>
          <p:cNvSpPr>
            <a:spLocks noGrp="1"/>
          </p:cNvSpPr>
          <p:nvPr>
            <p:ph type="body" sz="quarter" idx="19" hasCustomPrompt="1"/>
          </p:nvPr>
        </p:nvSpPr>
        <p:spPr>
          <a:xfrm>
            <a:off x="333097" y="3515090"/>
            <a:ext cx="3719140" cy="335221"/>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title</a:t>
            </a:r>
            <a:endParaRPr lang="en-PT"/>
          </a:p>
        </p:txBody>
      </p:sp>
      <p:sp>
        <p:nvSpPr>
          <p:cNvPr id="43" name="Text Placeholder 16">
            <a:extLst>
              <a:ext uri="{FF2B5EF4-FFF2-40B4-BE49-F238E27FC236}">
                <a16:creationId xmlns:a16="http://schemas.microsoft.com/office/drawing/2014/main" id="{57828E8B-1699-7347-AD96-4A3EC7DA026E}"/>
              </a:ext>
            </a:extLst>
          </p:cNvPr>
          <p:cNvSpPr>
            <a:spLocks noGrp="1"/>
          </p:cNvSpPr>
          <p:nvPr>
            <p:ph type="body" sz="quarter" idx="20"/>
          </p:nvPr>
        </p:nvSpPr>
        <p:spPr>
          <a:xfrm>
            <a:off x="333097" y="1476381"/>
            <a:ext cx="3719140" cy="1893017"/>
          </a:xfrm>
        </p:spPr>
        <p:txBody>
          <a:bodyPr anchor="t" anchorCtr="0">
            <a:noAutofit/>
          </a:bodyPr>
          <a:lstStyle>
            <a:lvl1pPr algn="ctr">
              <a:spcBef>
                <a:spcPts val="500"/>
              </a:spcBef>
              <a:defRPr sz="6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US"/>
              <a:t>Click to edit Master text styles</a:t>
            </a:r>
          </a:p>
        </p:txBody>
      </p:sp>
      <p:sp>
        <p:nvSpPr>
          <p:cNvPr id="5" name="Rectangle 4">
            <a:extLst>
              <a:ext uri="{FF2B5EF4-FFF2-40B4-BE49-F238E27FC236}">
                <a16:creationId xmlns:a16="http://schemas.microsoft.com/office/drawing/2014/main" id="{E3425FB3-6840-654E-9068-FA2BE38774A6}"/>
              </a:ext>
            </a:extLst>
          </p:cNvPr>
          <p:cNvSpPr/>
          <p:nvPr/>
        </p:nvSpPr>
        <p:spPr>
          <a:xfrm>
            <a:off x="333098" y="1261006"/>
            <a:ext cx="3719140" cy="1239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algn="ctr"/>
            <a:endParaRPr lang="en-PT"/>
          </a:p>
        </p:txBody>
      </p:sp>
      <p:sp>
        <p:nvSpPr>
          <p:cNvPr id="44" name="Text Placeholder 16">
            <a:extLst>
              <a:ext uri="{FF2B5EF4-FFF2-40B4-BE49-F238E27FC236}">
                <a16:creationId xmlns:a16="http://schemas.microsoft.com/office/drawing/2014/main" id="{DD5334BD-46A7-CA4B-86CC-FEC15E11B455}"/>
              </a:ext>
            </a:extLst>
          </p:cNvPr>
          <p:cNvSpPr>
            <a:spLocks noGrp="1"/>
          </p:cNvSpPr>
          <p:nvPr>
            <p:ph type="body" sz="quarter" idx="21" hasCustomPrompt="1"/>
          </p:nvPr>
        </p:nvSpPr>
        <p:spPr>
          <a:xfrm>
            <a:off x="4214815" y="3852076"/>
            <a:ext cx="3719140" cy="1295694"/>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45" name="Text Placeholder 16">
            <a:extLst>
              <a:ext uri="{FF2B5EF4-FFF2-40B4-BE49-F238E27FC236}">
                <a16:creationId xmlns:a16="http://schemas.microsoft.com/office/drawing/2014/main" id="{A4AC579A-1231-7B41-96D1-69968CB77340}"/>
              </a:ext>
            </a:extLst>
          </p:cNvPr>
          <p:cNvSpPr>
            <a:spLocks noGrp="1"/>
          </p:cNvSpPr>
          <p:nvPr>
            <p:ph type="body" sz="quarter" idx="22" hasCustomPrompt="1"/>
          </p:nvPr>
        </p:nvSpPr>
        <p:spPr>
          <a:xfrm>
            <a:off x="4214815" y="3515090"/>
            <a:ext cx="3719140" cy="335221"/>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title</a:t>
            </a:r>
            <a:endParaRPr lang="en-PT"/>
          </a:p>
        </p:txBody>
      </p:sp>
      <p:sp>
        <p:nvSpPr>
          <p:cNvPr id="47" name="Rectangle 46">
            <a:extLst>
              <a:ext uri="{FF2B5EF4-FFF2-40B4-BE49-F238E27FC236}">
                <a16:creationId xmlns:a16="http://schemas.microsoft.com/office/drawing/2014/main" id="{420229F2-C337-4D4A-8A75-F6EB0C656BBC}"/>
              </a:ext>
            </a:extLst>
          </p:cNvPr>
          <p:cNvSpPr/>
          <p:nvPr/>
        </p:nvSpPr>
        <p:spPr>
          <a:xfrm>
            <a:off x="4214816" y="1261006"/>
            <a:ext cx="3719140" cy="12393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algn="ctr"/>
            <a:endParaRPr lang="en-PT"/>
          </a:p>
        </p:txBody>
      </p:sp>
      <p:sp>
        <p:nvSpPr>
          <p:cNvPr id="49" name="Text Placeholder 16">
            <a:extLst>
              <a:ext uri="{FF2B5EF4-FFF2-40B4-BE49-F238E27FC236}">
                <a16:creationId xmlns:a16="http://schemas.microsoft.com/office/drawing/2014/main" id="{2F6F9517-CCD5-7849-9692-F47A84DFD625}"/>
              </a:ext>
            </a:extLst>
          </p:cNvPr>
          <p:cNvSpPr>
            <a:spLocks noGrp="1"/>
          </p:cNvSpPr>
          <p:nvPr>
            <p:ph type="body" sz="quarter" idx="24" hasCustomPrompt="1"/>
          </p:nvPr>
        </p:nvSpPr>
        <p:spPr>
          <a:xfrm>
            <a:off x="8078603" y="3852076"/>
            <a:ext cx="3719140" cy="1295694"/>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0" name="Text Placeholder 16">
            <a:extLst>
              <a:ext uri="{FF2B5EF4-FFF2-40B4-BE49-F238E27FC236}">
                <a16:creationId xmlns:a16="http://schemas.microsoft.com/office/drawing/2014/main" id="{8B8E6631-391A-F645-BAA6-2AFBDC434F05}"/>
              </a:ext>
            </a:extLst>
          </p:cNvPr>
          <p:cNvSpPr>
            <a:spLocks noGrp="1"/>
          </p:cNvSpPr>
          <p:nvPr>
            <p:ph type="body" sz="quarter" idx="25" hasCustomPrompt="1"/>
          </p:nvPr>
        </p:nvSpPr>
        <p:spPr>
          <a:xfrm>
            <a:off x="8078603" y="3515090"/>
            <a:ext cx="3719140" cy="335221"/>
          </a:xfrm>
        </p:spPr>
        <p:txBody>
          <a:bodyPr anchor="t" anchorCtr="0">
            <a:noAutofit/>
          </a:bodyPr>
          <a:lstStyle>
            <a:lvl1pPr>
              <a:spcBef>
                <a:spcPts val="500"/>
              </a:spcBef>
              <a:defRPr sz="16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title</a:t>
            </a:r>
            <a:endParaRPr lang="en-PT"/>
          </a:p>
        </p:txBody>
      </p:sp>
      <p:sp>
        <p:nvSpPr>
          <p:cNvPr id="52" name="Rectangle 51">
            <a:extLst>
              <a:ext uri="{FF2B5EF4-FFF2-40B4-BE49-F238E27FC236}">
                <a16:creationId xmlns:a16="http://schemas.microsoft.com/office/drawing/2014/main" id="{EF55C7F4-FB9C-644E-A830-1D0ECF4E6039}"/>
              </a:ext>
            </a:extLst>
          </p:cNvPr>
          <p:cNvSpPr/>
          <p:nvPr/>
        </p:nvSpPr>
        <p:spPr>
          <a:xfrm>
            <a:off x="8078604" y="1261006"/>
            <a:ext cx="3719140" cy="1239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algn="ctr"/>
            <a:endParaRPr lang="en-PT"/>
          </a:p>
        </p:txBody>
      </p:sp>
      <p:sp>
        <p:nvSpPr>
          <p:cNvPr id="3" name="Text Placeholder 16">
            <a:extLst>
              <a:ext uri="{FF2B5EF4-FFF2-40B4-BE49-F238E27FC236}">
                <a16:creationId xmlns:a16="http://schemas.microsoft.com/office/drawing/2014/main" id="{12767E5D-59BF-E809-9580-318662A5EA79}"/>
              </a:ext>
            </a:extLst>
          </p:cNvPr>
          <p:cNvSpPr>
            <a:spLocks noGrp="1"/>
          </p:cNvSpPr>
          <p:nvPr>
            <p:ph type="body" sz="quarter" idx="26"/>
          </p:nvPr>
        </p:nvSpPr>
        <p:spPr>
          <a:xfrm>
            <a:off x="4214816" y="1478434"/>
            <a:ext cx="3719140" cy="1893017"/>
          </a:xfrm>
        </p:spPr>
        <p:txBody>
          <a:bodyPr anchor="t" anchorCtr="0">
            <a:noAutofit/>
          </a:bodyPr>
          <a:lstStyle>
            <a:lvl1pPr algn="ctr">
              <a:spcBef>
                <a:spcPts val="500"/>
              </a:spcBef>
              <a:defRPr sz="6600" b="1">
                <a:solidFill>
                  <a:schemeClr val="accent4"/>
                </a:solidFill>
              </a:defRPr>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US"/>
              <a:t>Click to edit Master text styles</a:t>
            </a:r>
          </a:p>
        </p:txBody>
      </p:sp>
      <p:sp>
        <p:nvSpPr>
          <p:cNvPr id="4" name="Text Placeholder 16">
            <a:extLst>
              <a:ext uri="{FF2B5EF4-FFF2-40B4-BE49-F238E27FC236}">
                <a16:creationId xmlns:a16="http://schemas.microsoft.com/office/drawing/2014/main" id="{E7749BD5-6A57-2325-38AA-219D3F7E16E7}"/>
              </a:ext>
            </a:extLst>
          </p:cNvPr>
          <p:cNvSpPr>
            <a:spLocks noGrp="1"/>
          </p:cNvSpPr>
          <p:nvPr>
            <p:ph type="body" sz="quarter" idx="27"/>
          </p:nvPr>
        </p:nvSpPr>
        <p:spPr>
          <a:xfrm>
            <a:off x="8078540" y="1476033"/>
            <a:ext cx="3719140" cy="1893017"/>
          </a:xfrm>
        </p:spPr>
        <p:txBody>
          <a:bodyPr anchor="t" anchorCtr="0">
            <a:noAutofit/>
          </a:bodyPr>
          <a:lstStyle>
            <a:lvl1pPr algn="ctr">
              <a:spcBef>
                <a:spcPts val="500"/>
              </a:spcBef>
              <a:defRPr sz="6600" b="1">
                <a:solidFill>
                  <a:schemeClr val="accent1"/>
                </a:solidFill>
              </a:defRPr>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US"/>
              <a:t>Click to edit Master text styles</a:t>
            </a:r>
          </a:p>
        </p:txBody>
      </p:sp>
      <p:sp>
        <p:nvSpPr>
          <p:cNvPr id="6" name="Graphic 37">
            <a:extLst>
              <a:ext uri="{FF2B5EF4-FFF2-40B4-BE49-F238E27FC236}">
                <a16:creationId xmlns:a16="http://schemas.microsoft.com/office/drawing/2014/main" id="{3AB68338-D57F-699E-3F22-198407BF0788}"/>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t"/>
          <a:lstStyle/>
          <a:p>
            <a:endParaRPr lang="en-PT">
              <a:solidFill>
                <a:schemeClr val="bg2"/>
              </a:solidFill>
            </a:endParaRPr>
          </a:p>
        </p:txBody>
      </p:sp>
      <p:sp>
        <p:nvSpPr>
          <p:cNvPr id="9" name="Rectangle 8">
            <a:extLst>
              <a:ext uri="{FF2B5EF4-FFF2-40B4-BE49-F238E27FC236}">
                <a16:creationId xmlns:a16="http://schemas.microsoft.com/office/drawing/2014/main" id="{E2B15DC4-30C4-CB7E-9DE0-A79D6FAAB4DD}"/>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0" name="Rectangle 9">
            <a:extLst>
              <a:ext uri="{FF2B5EF4-FFF2-40B4-BE49-F238E27FC236}">
                <a16:creationId xmlns:a16="http://schemas.microsoft.com/office/drawing/2014/main" id="{B879C526-43F0-58AD-12BB-EE33F00133CC}"/>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2" name="TextBox 11">
            <a:extLst>
              <a:ext uri="{FF2B5EF4-FFF2-40B4-BE49-F238E27FC236}">
                <a16:creationId xmlns:a16="http://schemas.microsoft.com/office/drawing/2014/main" id="{CAD7B49E-382D-701B-45B8-0CCC28832882}"/>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13" name="TextBox 12">
            <a:extLst>
              <a:ext uri="{FF2B5EF4-FFF2-40B4-BE49-F238E27FC236}">
                <a16:creationId xmlns:a16="http://schemas.microsoft.com/office/drawing/2014/main" id="{D45C7D20-CF19-C005-11BA-E11044F10847}"/>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14" name="Graphic 21">
            <a:extLst>
              <a:ext uri="{FF2B5EF4-FFF2-40B4-BE49-F238E27FC236}">
                <a16:creationId xmlns:a16="http://schemas.microsoft.com/office/drawing/2014/main" id="{30B54189-4638-5970-D545-037B04E0E9AA}"/>
              </a:ext>
            </a:extLst>
          </p:cNvPr>
          <p:cNvGrpSpPr/>
          <p:nvPr/>
        </p:nvGrpSpPr>
        <p:grpSpPr>
          <a:xfrm>
            <a:off x="89885" y="6647769"/>
            <a:ext cx="1340139" cy="126539"/>
            <a:chOff x="2546350" y="3092450"/>
            <a:chExt cx="7099490" cy="670350"/>
          </a:xfrm>
          <a:solidFill>
            <a:srgbClr val="FFFFFF"/>
          </a:solidFill>
        </p:grpSpPr>
        <p:sp>
          <p:nvSpPr>
            <p:cNvPr id="15" name="Freeform 23">
              <a:extLst>
                <a:ext uri="{FF2B5EF4-FFF2-40B4-BE49-F238E27FC236}">
                  <a16:creationId xmlns:a16="http://schemas.microsoft.com/office/drawing/2014/main" id="{7EBBA25C-93BC-1E4E-1BAC-E1C83FB68494}"/>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6" name="Freeform 24">
              <a:extLst>
                <a:ext uri="{FF2B5EF4-FFF2-40B4-BE49-F238E27FC236}">
                  <a16:creationId xmlns:a16="http://schemas.microsoft.com/office/drawing/2014/main" id="{872B8ACE-1FAB-605C-CD7F-22EE7F71CE13}"/>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7" name="Freeform 25">
              <a:extLst>
                <a:ext uri="{FF2B5EF4-FFF2-40B4-BE49-F238E27FC236}">
                  <a16:creationId xmlns:a16="http://schemas.microsoft.com/office/drawing/2014/main" id="{404CAA9B-EBA5-8E79-7069-7BB9CD0D17DC}"/>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8" name="Freeform 26">
              <a:extLst>
                <a:ext uri="{FF2B5EF4-FFF2-40B4-BE49-F238E27FC236}">
                  <a16:creationId xmlns:a16="http://schemas.microsoft.com/office/drawing/2014/main" id="{03CC0100-0C5B-6A9B-840D-045C63AA5D8D}"/>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21" name="Freeform 27">
              <a:extLst>
                <a:ext uri="{FF2B5EF4-FFF2-40B4-BE49-F238E27FC236}">
                  <a16:creationId xmlns:a16="http://schemas.microsoft.com/office/drawing/2014/main" id="{2DE8BDC2-EF9B-7F98-726E-6F9A507858C1}"/>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22" name="Freeform 28">
              <a:extLst>
                <a:ext uri="{FF2B5EF4-FFF2-40B4-BE49-F238E27FC236}">
                  <a16:creationId xmlns:a16="http://schemas.microsoft.com/office/drawing/2014/main" id="{FD1C7643-0F45-FD5A-0CDE-B5141B449B84}"/>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39" name="Freeform 29">
              <a:extLst>
                <a:ext uri="{FF2B5EF4-FFF2-40B4-BE49-F238E27FC236}">
                  <a16:creationId xmlns:a16="http://schemas.microsoft.com/office/drawing/2014/main" id="{5CCE5BEA-49A1-AA09-829F-E0C45F642259}"/>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40" name="Freeform 30">
              <a:extLst>
                <a:ext uri="{FF2B5EF4-FFF2-40B4-BE49-F238E27FC236}">
                  <a16:creationId xmlns:a16="http://schemas.microsoft.com/office/drawing/2014/main" id="{76A26121-18F8-A4FA-DDCD-39F7CABC819F}"/>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41" name="Freeform 31">
              <a:extLst>
                <a:ext uri="{FF2B5EF4-FFF2-40B4-BE49-F238E27FC236}">
                  <a16:creationId xmlns:a16="http://schemas.microsoft.com/office/drawing/2014/main" id="{73479E5A-20F7-B2FF-CEED-8B33BE3603B4}"/>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42" name="Freeform 32">
              <a:extLst>
                <a:ext uri="{FF2B5EF4-FFF2-40B4-BE49-F238E27FC236}">
                  <a16:creationId xmlns:a16="http://schemas.microsoft.com/office/drawing/2014/main" id="{6A61D03D-BAD7-8D75-E454-1FA2CCC196EC}"/>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6" name="Freeform 33">
              <a:extLst>
                <a:ext uri="{FF2B5EF4-FFF2-40B4-BE49-F238E27FC236}">
                  <a16:creationId xmlns:a16="http://schemas.microsoft.com/office/drawing/2014/main" id="{90DC464C-9459-B491-D27E-BD10BCDE5C28}"/>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51" name="Slide Number Placeholder 47">
            <a:extLst>
              <a:ext uri="{FF2B5EF4-FFF2-40B4-BE49-F238E27FC236}">
                <a16:creationId xmlns:a16="http://schemas.microsoft.com/office/drawing/2014/main" id="{D839CAF9-866B-5B4A-5CA0-3BE3DF7FC551}"/>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2" name="Straight Connector 1">
            <a:extLst>
              <a:ext uri="{FF2B5EF4-FFF2-40B4-BE49-F238E27FC236}">
                <a16:creationId xmlns:a16="http://schemas.microsoft.com/office/drawing/2014/main" id="{70AE89C6-D79D-FCE3-9344-46E6AC4C8642}"/>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814691C7-614E-8A69-B8AA-DF26A813BA8A}"/>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4CEB221D-2DC7-404F-B28E-19100EF23A51}"/>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41916237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age Break">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DBF3C7C-6336-6149-8A34-70AB0F0BCAD7}"/>
              </a:ext>
            </a:extLst>
          </p:cNvPr>
          <p:cNvGrpSpPr/>
          <p:nvPr/>
        </p:nvGrpSpPr>
        <p:grpSpPr>
          <a:xfrm>
            <a:off x="317850" y="201935"/>
            <a:ext cx="11560387" cy="2120095"/>
            <a:chOff x="317850" y="201935"/>
            <a:chExt cx="11560387" cy="2120095"/>
          </a:xfrm>
        </p:grpSpPr>
        <p:sp>
          <p:nvSpPr>
            <p:cNvPr id="40" name="Graphic 37">
              <a:extLst>
                <a:ext uri="{FF2B5EF4-FFF2-40B4-BE49-F238E27FC236}">
                  <a16:creationId xmlns:a16="http://schemas.microsoft.com/office/drawing/2014/main" id="{85A394F1-76F7-F244-9F40-E46405D94531}"/>
                </a:ext>
              </a:extLst>
            </p:cNvPr>
            <p:cNvSpPr/>
            <p:nvPr/>
          </p:nvSpPr>
          <p:spPr>
            <a:xfrm>
              <a:off x="317850"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46" name="Graphic 37">
              <a:extLst>
                <a:ext uri="{FF2B5EF4-FFF2-40B4-BE49-F238E27FC236}">
                  <a16:creationId xmlns:a16="http://schemas.microsoft.com/office/drawing/2014/main" id="{AF45D482-DA90-E74C-9A70-28BAC9B6DECA}"/>
                </a:ext>
              </a:extLst>
            </p:cNvPr>
            <p:cNvSpPr/>
            <p:nvPr/>
          </p:nvSpPr>
          <p:spPr>
            <a:xfrm>
              <a:off x="1791904"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49" name="Graphic 37">
              <a:extLst>
                <a:ext uri="{FF2B5EF4-FFF2-40B4-BE49-F238E27FC236}">
                  <a16:creationId xmlns:a16="http://schemas.microsoft.com/office/drawing/2014/main" id="{8FCAE3D0-58D8-714D-A59A-261F67D0B8A4}"/>
                </a:ext>
              </a:extLst>
            </p:cNvPr>
            <p:cNvSpPr/>
            <p:nvPr/>
          </p:nvSpPr>
          <p:spPr>
            <a:xfrm>
              <a:off x="3265958"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50" name="Graphic 37">
              <a:extLst>
                <a:ext uri="{FF2B5EF4-FFF2-40B4-BE49-F238E27FC236}">
                  <a16:creationId xmlns:a16="http://schemas.microsoft.com/office/drawing/2014/main" id="{227A683A-5F5C-9C42-B13E-300EBA275187}"/>
                </a:ext>
              </a:extLst>
            </p:cNvPr>
            <p:cNvSpPr/>
            <p:nvPr/>
          </p:nvSpPr>
          <p:spPr>
            <a:xfrm>
              <a:off x="4740012"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51" name="Graphic 37">
              <a:extLst>
                <a:ext uri="{FF2B5EF4-FFF2-40B4-BE49-F238E27FC236}">
                  <a16:creationId xmlns:a16="http://schemas.microsoft.com/office/drawing/2014/main" id="{41ADB59F-2BA2-4447-A37D-B4A3D134277F}"/>
                </a:ext>
              </a:extLst>
            </p:cNvPr>
            <p:cNvSpPr/>
            <p:nvPr/>
          </p:nvSpPr>
          <p:spPr>
            <a:xfrm>
              <a:off x="6214066"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52" name="Graphic 37">
              <a:extLst>
                <a:ext uri="{FF2B5EF4-FFF2-40B4-BE49-F238E27FC236}">
                  <a16:creationId xmlns:a16="http://schemas.microsoft.com/office/drawing/2014/main" id="{5876831E-36C0-B34E-AD7F-B78426B6DDA9}"/>
                </a:ext>
              </a:extLst>
            </p:cNvPr>
            <p:cNvSpPr/>
            <p:nvPr/>
          </p:nvSpPr>
          <p:spPr>
            <a:xfrm>
              <a:off x="7688120"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53" name="Graphic 37">
              <a:extLst>
                <a:ext uri="{FF2B5EF4-FFF2-40B4-BE49-F238E27FC236}">
                  <a16:creationId xmlns:a16="http://schemas.microsoft.com/office/drawing/2014/main" id="{C670DC22-5531-9D43-A9B1-994A00180574}"/>
                </a:ext>
              </a:extLst>
            </p:cNvPr>
            <p:cNvSpPr/>
            <p:nvPr/>
          </p:nvSpPr>
          <p:spPr>
            <a:xfrm>
              <a:off x="9162174"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54" name="Graphic 37">
              <a:extLst>
                <a:ext uri="{FF2B5EF4-FFF2-40B4-BE49-F238E27FC236}">
                  <a16:creationId xmlns:a16="http://schemas.microsoft.com/office/drawing/2014/main" id="{4F0BCA32-6389-6A41-A9E0-8398755A7BD8}"/>
                </a:ext>
              </a:extLst>
            </p:cNvPr>
            <p:cNvSpPr/>
            <p:nvPr/>
          </p:nvSpPr>
          <p:spPr>
            <a:xfrm>
              <a:off x="10636228"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55" name="Graphic 37">
              <a:extLst>
                <a:ext uri="{FF2B5EF4-FFF2-40B4-BE49-F238E27FC236}">
                  <a16:creationId xmlns:a16="http://schemas.microsoft.com/office/drawing/2014/main" id="{3591FE1F-CCAB-9E4E-84E7-D85D3CAC42E7}"/>
                </a:ext>
              </a:extLst>
            </p:cNvPr>
            <p:cNvSpPr/>
            <p:nvPr/>
          </p:nvSpPr>
          <p:spPr>
            <a:xfrm>
              <a:off x="317850"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56" name="Graphic 37">
              <a:extLst>
                <a:ext uri="{FF2B5EF4-FFF2-40B4-BE49-F238E27FC236}">
                  <a16:creationId xmlns:a16="http://schemas.microsoft.com/office/drawing/2014/main" id="{AAD8D972-5EE5-1B4B-82F9-888F5955743B}"/>
                </a:ext>
              </a:extLst>
            </p:cNvPr>
            <p:cNvSpPr/>
            <p:nvPr/>
          </p:nvSpPr>
          <p:spPr>
            <a:xfrm>
              <a:off x="1791904"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57" name="Graphic 37">
              <a:extLst>
                <a:ext uri="{FF2B5EF4-FFF2-40B4-BE49-F238E27FC236}">
                  <a16:creationId xmlns:a16="http://schemas.microsoft.com/office/drawing/2014/main" id="{FE83ACF8-3F08-3748-8FF7-D65F267E301A}"/>
                </a:ext>
              </a:extLst>
            </p:cNvPr>
            <p:cNvSpPr/>
            <p:nvPr/>
          </p:nvSpPr>
          <p:spPr>
            <a:xfrm>
              <a:off x="3265958"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58" name="Graphic 37">
              <a:extLst>
                <a:ext uri="{FF2B5EF4-FFF2-40B4-BE49-F238E27FC236}">
                  <a16:creationId xmlns:a16="http://schemas.microsoft.com/office/drawing/2014/main" id="{42E323D3-ED2C-8049-A783-E2DFF8684127}"/>
                </a:ext>
              </a:extLst>
            </p:cNvPr>
            <p:cNvSpPr/>
            <p:nvPr/>
          </p:nvSpPr>
          <p:spPr>
            <a:xfrm>
              <a:off x="4740012"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59" name="Graphic 37">
              <a:extLst>
                <a:ext uri="{FF2B5EF4-FFF2-40B4-BE49-F238E27FC236}">
                  <a16:creationId xmlns:a16="http://schemas.microsoft.com/office/drawing/2014/main" id="{D0C5754D-6EFA-6D42-A05A-26CF2C8BA9F2}"/>
                </a:ext>
              </a:extLst>
            </p:cNvPr>
            <p:cNvSpPr/>
            <p:nvPr/>
          </p:nvSpPr>
          <p:spPr>
            <a:xfrm>
              <a:off x="6214066"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60" name="Graphic 37">
              <a:extLst>
                <a:ext uri="{FF2B5EF4-FFF2-40B4-BE49-F238E27FC236}">
                  <a16:creationId xmlns:a16="http://schemas.microsoft.com/office/drawing/2014/main" id="{28D76D4D-AB46-4547-B6E2-9BD3978C9E3D}"/>
                </a:ext>
              </a:extLst>
            </p:cNvPr>
            <p:cNvSpPr/>
            <p:nvPr/>
          </p:nvSpPr>
          <p:spPr>
            <a:xfrm>
              <a:off x="7688120"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61" name="Graphic 37">
              <a:extLst>
                <a:ext uri="{FF2B5EF4-FFF2-40B4-BE49-F238E27FC236}">
                  <a16:creationId xmlns:a16="http://schemas.microsoft.com/office/drawing/2014/main" id="{7DDC2B96-3795-8A49-93A1-1262F2BC6285}"/>
                </a:ext>
              </a:extLst>
            </p:cNvPr>
            <p:cNvSpPr/>
            <p:nvPr/>
          </p:nvSpPr>
          <p:spPr>
            <a:xfrm>
              <a:off x="9162174"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62" name="Graphic 37">
              <a:extLst>
                <a:ext uri="{FF2B5EF4-FFF2-40B4-BE49-F238E27FC236}">
                  <a16:creationId xmlns:a16="http://schemas.microsoft.com/office/drawing/2014/main" id="{3883CCE8-75B4-3B46-876A-DF0294AA6C56}"/>
                </a:ext>
              </a:extLst>
            </p:cNvPr>
            <p:cNvSpPr/>
            <p:nvPr/>
          </p:nvSpPr>
          <p:spPr>
            <a:xfrm>
              <a:off x="10636228"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grpSp>
      <p:grpSp>
        <p:nvGrpSpPr>
          <p:cNvPr id="63" name="Group 62">
            <a:extLst>
              <a:ext uri="{FF2B5EF4-FFF2-40B4-BE49-F238E27FC236}">
                <a16:creationId xmlns:a16="http://schemas.microsoft.com/office/drawing/2014/main" id="{23B24308-5594-3D42-BE3C-82E17B193F22}"/>
              </a:ext>
            </a:extLst>
          </p:cNvPr>
          <p:cNvGrpSpPr/>
          <p:nvPr/>
        </p:nvGrpSpPr>
        <p:grpSpPr>
          <a:xfrm>
            <a:off x="317850" y="4576712"/>
            <a:ext cx="11560387" cy="2120095"/>
            <a:chOff x="317850" y="201935"/>
            <a:chExt cx="11560387" cy="2120095"/>
          </a:xfrm>
        </p:grpSpPr>
        <p:sp>
          <p:nvSpPr>
            <p:cNvPr id="64" name="Graphic 37">
              <a:extLst>
                <a:ext uri="{FF2B5EF4-FFF2-40B4-BE49-F238E27FC236}">
                  <a16:creationId xmlns:a16="http://schemas.microsoft.com/office/drawing/2014/main" id="{2E7E1FBD-48BF-B440-9816-20019A871111}"/>
                </a:ext>
              </a:extLst>
            </p:cNvPr>
            <p:cNvSpPr/>
            <p:nvPr/>
          </p:nvSpPr>
          <p:spPr>
            <a:xfrm>
              <a:off x="317850"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65" name="Graphic 37">
              <a:extLst>
                <a:ext uri="{FF2B5EF4-FFF2-40B4-BE49-F238E27FC236}">
                  <a16:creationId xmlns:a16="http://schemas.microsoft.com/office/drawing/2014/main" id="{7961D2E6-3661-2A49-A7DB-26DB44DDA1D7}"/>
                </a:ext>
              </a:extLst>
            </p:cNvPr>
            <p:cNvSpPr/>
            <p:nvPr/>
          </p:nvSpPr>
          <p:spPr>
            <a:xfrm>
              <a:off x="1791904"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66" name="Graphic 37">
              <a:extLst>
                <a:ext uri="{FF2B5EF4-FFF2-40B4-BE49-F238E27FC236}">
                  <a16:creationId xmlns:a16="http://schemas.microsoft.com/office/drawing/2014/main" id="{FE3214D4-F29D-BA43-8588-C60CE5149B44}"/>
                </a:ext>
              </a:extLst>
            </p:cNvPr>
            <p:cNvSpPr/>
            <p:nvPr/>
          </p:nvSpPr>
          <p:spPr>
            <a:xfrm>
              <a:off x="3265958"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67" name="Graphic 37">
              <a:extLst>
                <a:ext uri="{FF2B5EF4-FFF2-40B4-BE49-F238E27FC236}">
                  <a16:creationId xmlns:a16="http://schemas.microsoft.com/office/drawing/2014/main" id="{3D12B096-0FCF-A14D-8988-083465EFD86F}"/>
                </a:ext>
              </a:extLst>
            </p:cNvPr>
            <p:cNvSpPr/>
            <p:nvPr/>
          </p:nvSpPr>
          <p:spPr>
            <a:xfrm>
              <a:off x="4740012"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68" name="Graphic 37">
              <a:extLst>
                <a:ext uri="{FF2B5EF4-FFF2-40B4-BE49-F238E27FC236}">
                  <a16:creationId xmlns:a16="http://schemas.microsoft.com/office/drawing/2014/main" id="{0EE1BFF1-8D93-9949-BA49-265C5C24A9BB}"/>
                </a:ext>
              </a:extLst>
            </p:cNvPr>
            <p:cNvSpPr/>
            <p:nvPr/>
          </p:nvSpPr>
          <p:spPr>
            <a:xfrm>
              <a:off x="6214066"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69" name="Graphic 37">
              <a:extLst>
                <a:ext uri="{FF2B5EF4-FFF2-40B4-BE49-F238E27FC236}">
                  <a16:creationId xmlns:a16="http://schemas.microsoft.com/office/drawing/2014/main" id="{82AA1777-BBA8-8245-8FC8-88A0AD8E3483}"/>
                </a:ext>
              </a:extLst>
            </p:cNvPr>
            <p:cNvSpPr/>
            <p:nvPr/>
          </p:nvSpPr>
          <p:spPr>
            <a:xfrm>
              <a:off x="7688120"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70" name="Graphic 37">
              <a:extLst>
                <a:ext uri="{FF2B5EF4-FFF2-40B4-BE49-F238E27FC236}">
                  <a16:creationId xmlns:a16="http://schemas.microsoft.com/office/drawing/2014/main" id="{821D120B-9F2E-C949-872B-31902C583899}"/>
                </a:ext>
              </a:extLst>
            </p:cNvPr>
            <p:cNvSpPr/>
            <p:nvPr/>
          </p:nvSpPr>
          <p:spPr>
            <a:xfrm>
              <a:off x="9162174"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71" name="Graphic 37">
              <a:extLst>
                <a:ext uri="{FF2B5EF4-FFF2-40B4-BE49-F238E27FC236}">
                  <a16:creationId xmlns:a16="http://schemas.microsoft.com/office/drawing/2014/main" id="{F14C8AFF-08AB-E643-BC87-1F69E56090A1}"/>
                </a:ext>
              </a:extLst>
            </p:cNvPr>
            <p:cNvSpPr/>
            <p:nvPr/>
          </p:nvSpPr>
          <p:spPr>
            <a:xfrm>
              <a:off x="10636228" y="2019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72" name="Graphic 37">
              <a:extLst>
                <a:ext uri="{FF2B5EF4-FFF2-40B4-BE49-F238E27FC236}">
                  <a16:creationId xmlns:a16="http://schemas.microsoft.com/office/drawing/2014/main" id="{097F3935-6CEF-7D48-A2F6-DAB70E1D1406}"/>
                </a:ext>
              </a:extLst>
            </p:cNvPr>
            <p:cNvSpPr/>
            <p:nvPr/>
          </p:nvSpPr>
          <p:spPr>
            <a:xfrm>
              <a:off x="317850"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73" name="Graphic 37">
              <a:extLst>
                <a:ext uri="{FF2B5EF4-FFF2-40B4-BE49-F238E27FC236}">
                  <a16:creationId xmlns:a16="http://schemas.microsoft.com/office/drawing/2014/main" id="{C3DA2D79-4A03-984B-9C8E-64341C352B54}"/>
                </a:ext>
              </a:extLst>
            </p:cNvPr>
            <p:cNvSpPr/>
            <p:nvPr/>
          </p:nvSpPr>
          <p:spPr>
            <a:xfrm>
              <a:off x="1791904"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74" name="Graphic 37">
              <a:extLst>
                <a:ext uri="{FF2B5EF4-FFF2-40B4-BE49-F238E27FC236}">
                  <a16:creationId xmlns:a16="http://schemas.microsoft.com/office/drawing/2014/main" id="{2F1DE2EE-C163-1D49-B957-0066651FE16E}"/>
                </a:ext>
              </a:extLst>
            </p:cNvPr>
            <p:cNvSpPr/>
            <p:nvPr/>
          </p:nvSpPr>
          <p:spPr>
            <a:xfrm>
              <a:off x="3265958"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75" name="Graphic 37">
              <a:extLst>
                <a:ext uri="{FF2B5EF4-FFF2-40B4-BE49-F238E27FC236}">
                  <a16:creationId xmlns:a16="http://schemas.microsoft.com/office/drawing/2014/main" id="{A0C6FA69-7D40-984A-9971-7DF654C6E3BF}"/>
                </a:ext>
              </a:extLst>
            </p:cNvPr>
            <p:cNvSpPr/>
            <p:nvPr/>
          </p:nvSpPr>
          <p:spPr>
            <a:xfrm>
              <a:off x="4740012"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76" name="Graphic 37">
              <a:extLst>
                <a:ext uri="{FF2B5EF4-FFF2-40B4-BE49-F238E27FC236}">
                  <a16:creationId xmlns:a16="http://schemas.microsoft.com/office/drawing/2014/main" id="{3776DEBA-12BF-9443-BD6F-2F4A132438B2}"/>
                </a:ext>
              </a:extLst>
            </p:cNvPr>
            <p:cNvSpPr/>
            <p:nvPr/>
          </p:nvSpPr>
          <p:spPr>
            <a:xfrm>
              <a:off x="6214066"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77" name="Graphic 37">
              <a:extLst>
                <a:ext uri="{FF2B5EF4-FFF2-40B4-BE49-F238E27FC236}">
                  <a16:creationId xmlns:a16="http://schemas.microsoft.com/office/drawing/2014/main" id="{5AB27F80-88D6-CE4E-AC2F-583CE1F2B269}"/>
                </a:ext>
              </a:extLst>
            </p:cNvPr>
            <p:cNvSpPr/>
            <p:nvPr/>
          </p:nvSpPr>
          <p:spPr>
            <a:xfrm>
              <a:off x="7688120"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78" name="Graphic 37">
              <a:extLst>
                <a:ext uri="{FF2B5EF4-FFF2-40B4-BE49-F238E27FC236}">
                  <a16:creationId xmlns:a16="http://schemas.microsoft.com/office/drawing/2014/main" id="{D967765B-9E4D-0B45-AB5C-462AA0AC588B}"/>
                </a:ext>
              </a:extLst>
            </p:cNvPr>
            <p:cNvSpPr/>
            <p:nvPr/>
          </p:nvSpPr>
          <p:spPr>
            <a:xfrm>
              <a:off x="9162174"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sp>
          <p:nvSpPr>
            <p:cNvPr id="79" name="Graphic 37">
              <a:extLst>
                <a:ext uri="{FF2B5EF4-FFF2-40B4-BE49-F238E27FC236}">
                  <a16:creationId xmlns:a16="http://schemas.microsoft.com/office/drawing/2014/main" id="{2F0C95B8-7BD9-0D40-BF4A-A9C02BB2048B}"/>
                </a:ext>
              </a:extLst>
            </p:cNvPr>
            <p:cNvSpPr/>
            <p:nvPr/>
          </p:nvSpPr>
          <p:spPr>
            <a:xfrm>
              <a:off x="10636228" y="1116335"/>
              <a:ext cx="1242009" cy="1205695"/>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6"/>
            </a:solidFill>
            <a:ln w="0" cap="flat">
              <a:noFill/>
              <a:prstDash val="solid"/>
              <a:miter/>
            </a:ln>
          </p:spPr>
          <p:txBody>
            <a:bodyPr rtlCol="0" anchor="ctr"/>
            <a:lstStyle/>
            <a:p>
              <a:endParaRPr lang="en-PT">
                <a:solidFill>
                  <a:schemeClr val="bg2"/>
                </a:solidFill>
              </a:endParaRPr>
            </a:p>
          </p:txBody>
        </p:sp>
      </p:grpSp>
      <p:sp>
        <p:nvSpPr>
          <p:cNvPr id="2" name="Title 1">
            <a:extLst>
              <a:ext uri="{FF2B5EF4-FFF2-40B4-BE49-F238E27FC236}">
                <a16:creationId xmlns:a16="http://schemas.microsoft.com/office/drawing/2014/main" id="{2DE5C04A-D6E5-D14D-B886-D76CD73B3D8F}"/>
              </a:ext>
            </a:extLst>
          </p:cNvPr>
          <p:cNvSpPr>
            <a:spLocks noGrp="1"/>
          </p:cNvSpPr>
          <p:nvPr>
            <p:ph type="title" hasCustomPrompt="1"/>
          </p:nvPr>
        </p:nvSpPr>
        <p:spPr>
          <a:xfrm>
            <a:off x="2442882" y="2762250"/>
            <a:ext cx="7306235" cy="1333500"/>
          </a:xfrm>
        </p:spPr>
        <p:txBody>
          <a:bodyPr anchor="t" anchorCtr="0">
            <a:noAutofit/>
          </a:bodyPr>
          <a:lstStyle>
            <a:lvl1pPr algn="ctr">
              <a:defRPr sz="4400"/>
            </a:lvl1pPr>
          </a:lstStyle>
          <a:p>
            <a:r>
              <a:rPr lang="en-GB"/>
              <a:t>Click to insert a Headline in one row or two rows</a:t>
            </a:r>
            <a:endParaRPr lang="en-PT"/>
          </a:p>
        </p:txBody>
      </p:sp>
    </p:spTree>
    <p:extLst>
      <p:ext uri="{BB962C8B-B14F-4D97-AF65-F5344CB8AC3E}">
        <p14:creationId xmlns:p14="http://schemas.microsoft.com/office/powerpoint/2010/main" val="30363028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84" name="Graphic 37">
            <a:extLst>
              <a:ext uri="{FF2B5EF4-FFF2-40B4-BE49-F238E27FC236}">
                <a16:creationId xmlns:a16="http://schemas.microsoft.com/office/drawing/2014/main" id="{7193421A-E8BB-0D4A-B011-80ADB07B1D40}"/>
              </a:ext>
            </a:extLst>
          </p:cNvPr>
          <p:cNvSpPr/>
          <p:nvPr/>
        </p:nvSpPr>
        <p:spPr>
          <a:xfrm rot="5400000">
            <a:off x="7802606" y="4810465"/>
            <a:ext cx="1933005" cy="1876488"/>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rgbClr val="DEE6E8"/>
          </a:solidFill>
          <a:ln w="0" cap="flat">
            <a:noFill/>
            <a:prstDash val="solid"/>
            <a:miter/>
          </a:ln>
        </p:spPr>
        <p:txBody>
          <a:bodyPr rtlCol="0" anchor="ctr"/>
          <a:lstStyle/>
          <a:p>
            <a:endParaRPr lang="en-PT">
              <a:solidFill>
                <a:schemeClr val="bg2"/>
              </a:solidFill>
            </a:endParaRPr>
          </a:p>
        </p:txBody>
      </p:sp>
      <p:sp>
        <p:nvSpPr>
          <p:cNvPr id="85" name="Graphic 37">
            <a:extLst>
              <a:ext uri="{FF2B5EF4-FFF2-40B4-BE49-F238E27FC236}">
                <a16:creationId xmlns:a16="http://schemas.microsoft.com/office/drawing/2014/main" id="{AC8191C1-DDF2-5A46-9721-867B3A8FA863}"/>
              </a:ext>
            </a:extLst>
          </p:cNvPr>
          <p:cNvSpPr/>
          <p:nvPr/>
        </p:nvSpPr>
        <p:spPr>
          <a:xfrm rot="5400000">
            <a:off x="10267721" y="454537"/>
            <a:ext cx="1933005" cy="1876488"/>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rgbClr val="DEE6E8"/>
          </a:solidFill>
          <a:ln w="0" cap="flat">
            <a:noFill/>
            <a:prstDash val="solid"/>
            <a:miter/>
          </a:ln>
        </p:spPr>
        <p:txBody>
          <a:bodyPr rtlCol="0" anchor="ctr"/>
          <a:lstStyle/>
          <a:p>
            <a:endParaRPr lang="en-PT">
              <a:solidFill>
                <a:schemeClr val="bg2"/>
              </a:solidFill>
            </a:endParaRPr>
          </a:p>
        </p:txBody>
      </p:sp>
      <p:sp>
        <p:nvSpPr>
          <p:cNvPr id="86" name="Graphic 37">
            <a:extLst>
              <a:ext uri="{FF2B5EF4-FFF2-40B4-BE49-F238E27FC236}">
                <a16:creationId xmlns:a16="http://schemas.microsoft.com/office/drawing/2014/main" id="{6026C037-7C07-E74E-8581-F5E29E38DB77}"/>
              </a:ext>
            </a:extLst>
          </p:cNvPr>
          <p:cNvSpPr/>
          <p:nvPr/>
        </p:nvSpPr>
        <p:spPr>
          <a:xfrm rot="5400000">
            <a:off x="6092920" y="1216221"/>
            <a:ext cx="1933005" cy="1876488"/>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rgbClr val="DEE6E8"/>
          </a:solidFill>
          <a:ln w="0" cap="flat">
            <a:noFill/>
            <a:prstDash val="solid"/>
            <a:miter/>
          </a:ln>
        </p:spPr>
        <p:txBody>
          <a:bodyPr rtlCol="0" anchor="t" anchorCtr="0">
            <a:noAutofit/>
          </a:bodyPr>
          <a:lstStyle/>
          <a:p>
            <a:endParaRPr lang="en-PT">
              <a:solidFill>
                <a:schemeClr val="bg2"/>
              </a:solidFill>
            </a:endParaRPr>
          </a:p>
        </p:txBody>
      </p:sp>
      <p:sp>
        <p:nvSpPr>
          <p:cNvPr id="87" name="Graphic 37">
            <a:extLst>
              <a:ext uri="{FF2B5EF4-FFF2-40B4-BE49-F238E27FC236}">
                <a16:creationId xmlns:a16="http://schemas.microsoft.com/office/drawing/2014/main" id="{7D2B9745-A2DF-274D-9A06-DF074317FFDD}"/>
              </a:ext>
            </a:extLst>
          </p:cNvPr>
          <p:cNvSpPr/>
          <p:nvPr/>
        </p:nvSpPr>
        <p:spPr>
          <a:xfrm rot="5400000">
            <a:off x="2056050" y="407267"/>
            <a:ext cx="1933005" cy="1876488"/>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rgbClr val="DEE6E8"/>
          </a:solidFill>
          <a:ln w="0" cap="flat">
            <a:noFill/>
            <a:prstDash val="solid"/>
            <a:miter/>
          </a:ln>
        </p:spPr>
        <p:txBody>
          <a:bodyPr rtlCol="0" anchor="t" anchorCtr="0">
            <a:noAutofit/>
          </a:bodyPr>
          <a:lstStyle/>
          <a:p>
            <a:endParaRPr lang="en-PT">
              <a:solidFill>
                <a:schemeClr val="bg2"/>
              </a:solidFill>
            </a:endParaRPr>
          </a:p>
        </p:txBody>
      </p:sp>
      <p:sp>
        <p:nvSpPr>
          <p:cNvPr id="88" name="Graphic 37">
            <a:extLst>
              <a:ext uri="{FF2B5EF4-FFF2-40B4-BE49-F238E27FC236}">
                <a16:creationId xmlns:a16="http://schemas.microsoft.com/office/drawing/2014/main" id="{2984A63F-6ECC-D941-915B-718CD6445EBD}"/>
              </a:ext>
            </a:extLst>
          </p:cNvPr>
          <p:cNvSpPr/>
          <p:nvPr/>
        </p:nvSpPr>
        <p:spPr>
          <a:xfrm rot="5400000">
            <a:off x="-17228" y="3993740"/>
            <a:ext cx="1933005" cy="1876488"/>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rgbClr val="DEE6E8"/>
          </a:solidFill>
          <a:ln w="0" cap="flat">
            <a:noFill/>
            <a:prstDash val="solid"/>
            <a:miter/>
          </a:ln>
        </p:spPr>
        <p:txBody>
          <a:bodyPr rtlCol="0" anchor="t" anchorCtr="0">
            <a:noAutofit/>
          </a:bodyPr>
          <a:lstStyle/>
          <a:p>
            <a:endParaRPr lang="en-PT">
              <a:solidFill>
                <a:schemeClr val="bg2"/>
              </a:solidFill>
            </a:endParaRPr>
          </a:p>
        </p:txBody>
      </p:sp>
      <p:sp>
        <p:nvSpPr>
          <p:cNvPr id="16" name="Rectangle 15">
            <a:extLst>
              <a:ext uri="{FF2B5EF4-FFF2-40B4-BE49-F238E27FC236}">
                <a16:creationId xmlns:a16="http://schemas.microsoft.com/office/drawing/2014/main" id="{15DE9B2F-9592-2644-B6B1-EB9B17836B3E}"/>
              </a:ext>
            </a:extLst>
          </p:cNvPr>
          <p:cNvSpPr/>
          <p:nvPr/>
        </p:nvSpPr>
        <p:spPr>
          <a:xfrm>
            <a:off x="11030" y="3226415"/>
            <a:ext cx="11764410" cy="66182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algn="ctr"/>
            <a:endParaRPr lang="en-PT"/>
          </a:p>
        </p:txBody>
      </p:sp>
      <p:cxnSp>
        <p:nvCxnSpPr>
          <p:cNvPr id="14" name="Straight Connector 13">
            <a:extLst>
              <a:ext uri="{FF2B5EF4-FFF2-40B4-BE49-F238E27FC236}">
                <a16:creationId xmlns:a16="http://schemas.microsoft.com/office/drawing/2014/main" id="{82D1331A-BB3E-1446-AC90-603EB8DABE6D}"/>
              </a:ext>
            </a:extLst>
          </p:cNvPr>
          <p:cNvCxnSpPr/>
          <p:nvPr/>
        </p:nvCxnSpPr>
        <p:spPr>
          <a:xfrm>
            <a:off x="-3908" y="3547576"/>
            <a:ext cx="1146080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7" name="Text Placeholder 16">
            <a:extLst>
              <a:ext uri="{FF2B5EF4-FFF2-40B4-BE49-F238E27FC236}">
                <a16:creationId xmlns:a16="http://schemas.microsoft.com/office/drawing/2014/main" id="{CDF84AB1-442E-1D47-A2F4-BA10B1EA3D56}"/>
              </a:ext>
            </a:extLst>
          </p:cNvPr>
          <p:cNvSpPr>
            <a:spLocks noGrp="1"/>
          </p:cNvSpPr>
          <p:nvPr>
            <p:ph type="body" sz="quarter" idx="20" hasCustomPrompt="1"/>
          </p:nvPr>
        </p:nvSpPr>
        <p:spPr>
          <a:xfrm>
            <a:off x="498059" y="1497655"/>
            <a:ext cx="1745750" cy="720999"/>
          </a:xfrm>
        </p:spPr>
        <p:txBody>
          <a:bodyPr anchor="t" anchorCtr="0">
            <a:noAutofit/>
          </a:bodyPr>
          <a:lstStyle>
            <a:lvl1pPr algn="ctr">
              <a:spcBef>
                <a:spcPts val="500"/>
              </a:spcBef>
              <a:defRPr sz="10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5" name="Text Placeholder 16">
            <a:extLst>
              <a:ext uri="{FF2B5EF4-FFF2-40B4-BE49-F238E27FC236}">
                <a16:creationId xmlns:a16="http://schemas.microsoft.com/office/drawing/2014/main" id="{DA8F3BCE-E05C-9845-88B9-CA4886A50A2B}"/>
              </a:ext>
            </a:extLst>
          </p:cNvPr>
          <p:cNvSpPr>
            <a:spLocks noGrp="1"/>
          </p:cNvSpPr>
          <p:nvPr>
            <p:ph type="body" sz="quarter" idx="22" hasCustomPrompt="1"/>
          </p:nvPr>
        </p:nvSpPr>
        <p:spPr>
          <a:xfrm>
            <a:off x="498059" y="1273188"/>
            <a:ext cx="1745750" cy="254811"/>
          </a:xfrm>
        </p:spPr>
        <p:txBody>
          <a:bodyPr anchor="t" anchorCtr="0">
            <a:noAutofit/>
          </a:bodyPr>
          <a:lstStyle>
            <a:lvl1pPr algn="ctr">
              <a:spcBef>
                <a:spcPts val="500"/>
              </a:spcBef>
              <a:defRPr sz="10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6" name="Graphic 37">
            <a:extLst>
              <a:ext uri="{FF2B5EF4-FFF2-40B4-BE49-F238E27FC236}">
                <a16:creationId xmlns:a16="http://schemas.microsoft.com/office/drawing/2014/main" id="{267EF8A1-12C6-384A-AABB-ACCBAC2C3B55}"/>
              </a:ext>
            </a:extLst>
          </p:cNvPr>
          <p:cNvSpPr/>
          <p:nvPr/>
        </p:nvSpPr>
        <p:spPr>
          <a:xfrm>
            <a:off x="1249909" y="2247348"/>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t" anchorCtr="0">
            <a:noAutofit/>
          </a:bodyPr>
          <a:lstStyle/>
          <a:p>
            <a:endParaRPr lang="en-PT">
              <a:solidFill>
                <a:schemeClr val="bg2"/>
              </a:solidFill>
            </a:endParaRPr>
          </a:p>
        </p:txBody>
      </p:sp>
      <p:sp>
        <p:nvSpPr>
          <p:cNvPr id="57" name="Text Placeholder 16">
            <a:extLst>
              <a:ext uri="{FF2B5EF4-FFF2-40B4-BE49-F238E27FC236}">
                <a16:creationId xmlns:a16="http://schemas.microsoft.com/office/drawing/2014/main" id="{68E1A039-FF3B-5B44-89D9-6A56780490FF}"/>
              </a:ext>
            </a:extLst>
          </p:cNvPr>
          <p:cNvSpPr>
            <a:spLocks noGrp="1"/>
          </p:cNvSpPr>
          <p:nvPr>
            <p:ph type="body" sz="quarter" idx="23" hasCustomPrompt="1"/>
          </p:nvPr>
        </p:nvSpPr>
        <p:spPr>
          <a:xfrm>
            <a:off x="498059" y="2502970"/>
            <a:ext cx="1745750" cy="454750"/>
          </a:xfrm>
        </p:spPr>
        <p:txBody>
          <a:bodyPr anchor="t" anchorCtr="0">
            <a:noAutofit/>
          </a:bodyPr>
          <a:lstStyle>
            <a:lvl1pPr algn="ctr">
              <a:spcBef>
                <a:spcPts val="500"/>
              </a:spcBef>
              <a:defRPr sz="22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insert text</a:t>
            </a:r>
            <a:endParaRPr lang="en-PT"/>
          </a:p>
        </p:txBody>
      </p:sp>
      <p:cxnSp>
        <p:nvCxnSpPr>
          <p:cNvPr id="8" name="Straight Connector 7">
            <a:extLst>
              <a:ext uri="{FF2B5EF4-FFF2-40B4-BE49-F238E27FC236}">
                <a16:creationId xmlns:a16="http://schemas.microsoft.com/office/drawing/2014/main" id="{3C90D695-B734-0C40-B5EE-3A117AD0C115}"/>
              </a:ext>
            </a:extLst>
          </p:cNvPr>
          <p:cNvCxnSpPr>
            <a:cxnSpLocks/>
          </p:cNvCxnSpPr>
          <p:nvPr/>
        </p:nvCxnSpPr>
        <p:spPr>
          <a:xfrm>
            <a:off x="1370934" y="3018658"/>
            <a:ext cx="0" cy="572079"/>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p:nvSpPr>
          <p:cNvPr id="58" name="Text Placeholder 16">
            <a:extLst>
              <a:ext uri="{FF2B5EF4-FFF2-40B4-BE49-F238E27FC236}">
                <a16:creationId xmlns:a16="http://schemas.microsoft.com/office/drawing/2014/main" id="{C0919482-05E0-9B44-BB8D-329B1D47585D}"/>
              </a:ext>
            </a:extLst>
          </p:cNvPr>
          <p:cNvSpPr>
            <a:spLocks noGrp="1"/>
          </p:cNvSpPr>
          <p:nvPr>
            <p:ph type="body" sz="quarter" idx="24" hasCustomPrompt="1"/>
          </p:nvPr>
        </p:nvSpPr>
        <p:spPr>
          <a:xfrm>
            <a:off x="4155659" y="1497655"/>
            <a:ext cx="1745750" cy="720999"/>
          </a:xfrm>
        </p:spPr>
        <p:txBody>
          <a:bodyPr anchor="t" anchorCtr="0">
            <a:noAutofit/>
          </a:bodyPr>
          <a:lstStyle>
            <a:lvl1pPr algn="ctr">
              <a:spcBef>
                <a:spcPts val="500"/>
              </a:spcBef>
              <a:defRPr sz="10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59" name="Text Placeholder 16">
            <a:extLst>
              <a:ext uri="{FF2B5EF4-FFF2-40B4-BE49-F238E27FC236}">
                <a16:creationId xmlns:a16="http://schemas.microsoft.com/office/drawing/2014/main" id="{F1F6A71D-0053-B548-9360-9827002A0003}"/>
              </a:ext>
            </a:extLst>
          </p:cNvPr>
          <p:cNvSpPr>
            <a:spLocks noGrp="1"/>
          </p:cNvSpPr>
          <p:nvPr>
            <p:ph type="body" sz="quarter" idx="25" hasCustomPrompt="1"/>
          </p:nvPr>
        </p:nvSpPr>
        <p:spPr>
          <a:xfrm>
            <a:off x="4155659" y="1273188"/>
            <a:ext cx="1745750" cy="254811"/>
          </a:xfrm>
        </p:spPr>
        <p:txBody>
          <a:bodyPr anchor="t" anchorCtr="0">
            <a:noAutofit/>
          </a:bodyPr>
          <a:lstStyle>
            <a:lvl1pPr algn="ctr">
              <a:spcBef>
                <a:spcPts val="500"/>
              </a:spcBef>
              <a:defRPr sz="10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60" name="Graphic 37">
            <a:extLst>
              <a:ext uri="{FF2B5EF4-FFF2-40B4-BE49-F238E27FC236}">
                <a16:creationId xmlns:a16="http://schemas.microsoft.com/office/drawing/2014/main" id="{B6E40ADF-28A1-EA4F-8081-4F3C429A8773}"/>
              </a:ext>
            </a:extLst>
          </p:cNvPr>
          <p:cNvSpPr/>
          <p:nvPr/>
        </p:nvSpPr>
        <p:spPr>
          <a:xfrm>
            <a:off x="4907509" y="2247348"/>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t" anchorCtr="0">
            <a:noAutofit/>
          </a:bodyPr>
          <a:lstStyle/>
          <a:p>
            <a:endParaRPr lang="en-PT">
              <a:solidFill>
                <a:schemeClr val="bg2"/>
              </a:solidFill>
            </a:endParaRPr>
          </a:p>
        </p:txBody>
      </p:sp>
      <p:sp>
        <p:nvSpPr>
          <p:cNvPr id="61" name="Text Placeholder 16">
            <a:extLst>
              <a:ext uri="{FF2B5EF4-FFF2-40B4-BE49-F238E27FC236}">
                <a16:creationId xmlns:a16="http://schemas.microsoft.com/office/drawing/2014/main" id="{DD55B5F8-EC95-DD4A-BB17-660247987A13}"/>
              </a:ext>
            </a:extLst>
          </p:cNvPr>
          <p:cNvSpPr>
            <a:spLocks noGrp="1"/>
          </p:cNvSpPr>
          <p:nvPr>
            <p:ph type="body" sz="quarter" idx="26" hasCustomPrompt="1"/>
          </p:nvPr>
        </p:nvSpPr>
        <p:spPr>
          <a:xfrm>
            <a:off x="4155659" y="2502970"/>
            <a:ext cx="1745750" cy="454750"/>
          </a:xfrm>
        </p:spPr>
        <p:txBody>
          <a:bodyPr anchor="t" anchorCtr="0">
            <a:noAutofit/>
          </a:bodyPr>
          <a:lstStyle>
            <a:lvl1pPr algn="ctr">
              <a:spcBef>
                <a:spcPts val="500"/>
              </a:spcBef>
              <a:defRPr sz="22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insert text</a:t>
            </a:r>
            <a:endParaRPr lang="en-PT"/>
          </a:p>
        </p:txBody>
      </p:sp>
      <p:cxnSp>
        <p:nvCxnSpPr>
          <p:cNvPr id="62" name="Straight Connector 61">
            <a:extLst>
              <a:ext uri="{FF2B5EF4-FFF2-40B4-BE49-F238E27FC236}">
                <a16:creationId xmlns:a16="http://schemas.microsoft.com/office/drawing/2014/main" id="{30134580-2DD9-8F4C-9BC3-EFC588AA894C}"/>
              </a:ext>
            </a:extLst>
          </p:cNvPr>
          <p:cNvCxnSpPr>
            <a:cxnSpLocks/>
          </p:cNvCxnSpPr>
          <p:nvPr/>
        </p:nvCxnSpPr>
        <p:spPr>
          <a:xfrm>
            <a:off x="5028534" y="3018658"/>
            <a:ext cx="0" cy="572079"/>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p:nvSpPr>
          <p:cNvPr id="63" name="Text Placeholder 16">
            <a:extLst>
              <a:ext uri="{FF2B5EF4-FFF2-40B4-BE49-F238E27FC236}">
                <a16:creationId xmlns:a16="http://schemas.microsoft.com/office/drawing/2014/main" id="{567BD99D-9683-C647-9264-054E5A1143FB}"/>
              </a:ext>
            </a:extLst>
          </p:cNvPr>
          <p:cNvSpPr>
            <a:spLocks noGrp="1"/>
          </p:cNvSpPr>
          <p:nvPr>
            <p:ph type="body" sz="quarter" idx="27" hasCustomPrompt="1"/>
          </p:nvPr>
        </p:nvSpPr>
        <p:spPr>
          <a:xfrm>
            <a:off x="7902906" y="1497655"/>
            <a:ext cx="1745750" cy="720999"/>
          </a:xfrm>
        </p:spPr>
        <p:txBody>
          <a:bodyPr anchor="t" anchorCtr="0">
            <a:noAutofit/>
          </a:bodyPr>
          <a:lstStyle>
            <a:lvl1pPr algn="ctr">
              <a:spcBef>
                <a:spcPts val="500"/>
              </a:spcBef>
              <a:defRPr sz="10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64" name="Text Placeholder 16">
            <a:extLst>
              <a:ext uri="{FF2B5EF4-FFF2-40B4-BE49-F238E27FC236}">
                <a16:creationId xmlns:a16="http://schemas.microsoft.com/office/drawing/2014/main" id="{5DC68B10-89D6-F443-8B03-68F10323905A}"/>
              </a:ext>
            </a:extLst>
          </p:cNvPr>
          <p:cNvSpPr>
            <a:spLocks noGrp="1"/>
          </p:cNvSpPr>
          <p:nvPr>
            <p:ph type="body" sz="quarter" idx="28" hasCustomPrompt="1"/>
          </p:nvPr>
        </p:nvSpPr>
        <p:spPr>
          <a:xfrm>
            <a:off x="7902906" y="1273188"/>
            <a:ext cx="1745750" cy="254811"/>
          </a:xfrm>
        </p:spPr>
        <p:txBody>
          <a:bodyPr anchor="t" anchorCtr="0">
            <a:noAutofit/>
          </a:bodyPr>
          <a:lstStyle>
            <a:lvl1pPr algn="ctr">
              <a:spcBef>
                <a:spcPts val="500"/>
              </a:spcBef>
              <a:defRPr sz="10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65" name="Graphic 37">
            <a:extLst>
              <a:ext uri="{FF2B5EF4-FFF2-40B4-BE49-F238E27FC236}">
                <a16:creationId xmlns:a16="http://schemas.microsoft.com/office/drawing/2014/main" id="{07738C22-5C73-424D-BDD7-2038E916B4C6}"/>
              </a:ext>
            </a:extLst>
          </p:cNvPr>
          <p:cNvSpPr/>
          <p:nvPr/>
        </p:nvSpPr>
        <p:spPr>
          <a:xfrm>
            <a:off x="8654756" y="2247348"/>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t" anchorCtr="0">
            <a:noAutofit/>
          </a:bodyPr>
          <a:lstStyle/>
          <a:p>
            <a:endParaRPr lang="en-PT">
              <a:solidFill>
                <a:schemeClr val="bg2"/>
              </a:solidFill>
            </a:endParaRPr>
          </a:p>
        </p:txBody>
      </p:sp>
      <p:sp>
        <p:nvSpPr>
          <p:cNvPr id="66" name="Text Placeholder 16">
            <a:extLst>
              <a:ext uri="{FF2B5EF4-FFF2-40B4-BE49-F238E27FC236}">
                <a16:creationId xmlns:a16="http://schemas.microsoft.com/office/drawing/2014/main" id="{4A785C76-E26A-5049-9784-B16B870AC7C4}"/>
              </a:ext>
            </a:extLst>
          </p:cNvPr>
          <p:cNvSpPr>
            <a:spLocks noGrp="1"/>
          </p:cNvSpPr>
          <p:nvPr>
            <p:ph type="body" sz="quarter" idx="29" hasCustomPrompt="1"/>
          </p:nvPr>
        </p:nvSpPr>
        <p:spPr>
          <a:xfrm>
            <a:off x="7902906" y="2502970"/>
            <a:ext cx="1745750" cy="454750"/>
          </a:xfrm>
        </p:spPr>
        <p:txBody>
          <a:bodyPr anchor="t" anchorCtr="0">
            <a:noAutofit/>
          </a:bodyPr>
          <a:lstStyle>
            <a:lvl1pPr algn="ctr">
              <a:spcBef>
                <a:spcPts val="500"/>
              </a:spcBef>
              <a:defRPr sz="22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insert text</a:t>
            </a:r>
            <a:endParaRPr lang="en-PT"/>
          </a:p>
        </p:txBody>
      </p:sp>
      <p:cxnSp>
        <p:nvCxnSpPr>
          <p:cNvPr id="67" name="Straight Connector 66">
            <a:extLst>
              <a:ext uri="{FF2B5EF4-FFF2-40B4-BE49-F238E27FC236}">
                <a16:creationId xmlns:a16="http://schemas.microsoft.com/office/drawing/2014/main" id="{AB607A4D-CDF2-5A42-BD2F-470EE3EA8222}"/>
              </a:ext>
            </a:extLst>
          </p:cNvPr>
          <p:cNvCxnSpPr>
            <a:cxnSpLocks/>
          </p:cNvCxnSpPr>
          <p:nvPr/>
        </p:nvCxnSpPr>
        <p:spPr>
          <a:xfrm>
            <a:off x="8775781" y="3018658"/>
            <a:ext cx="0" cy="572079"/>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p:nvSpPr>
          <p:cNvPr id="68" name="Text Placeholder 16">
            <a:extLst>
              <a:ext uri="{FF2B5EF4-FFF2-40B4-BE49-F238E27FC236}">
                <a16:creationId xmlns:a16="http://schemas.microsoft.com/office/drawing/2014/main" id="{BB762302-45A2-504D-9CB2-56F491545D31}"/>
              </a:ext>
            </a:extLst>
          </p:cNvPr>
          <p:cNvSpPr>
            <a:spLocks noGrp="1"/>
          </p:cNvSpPr>
          <p:nvPr>
            <p:ph type="body" sz="quarter" idx="30" hasCustomPrompt="1"/>
          </p:nvPr>
        </p:nvSpPr>
        <p:spPr>
          <a:xfrm>
            <a:off x="2299965" y="5216969"/>
            <a:ext cx="1745750" cy="720999"/>
          </a:xfrm>
        </p:spPr>
        <p:txBody>
          <a:bodyPr anchor="t" anchorCtr="0">
            <a:noAutofit/>
          </a:bodyPr>
          <a:lstStyle>
            <a:lvl1pPr algn="ctr">
              <a:spcBef>
                <a:spcPts val="500"/>
              </a:spcBef>
              <a:defRPr sz="10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69" name="Text Placeholder 16">
            <a:extLst>
              <a:ext uri="{FF2B5EF4-FFF2-40B4-BE49-F238E27FC236}">
                <a16:creationId xmlns:a16="http://schemas.microsoft.com/office/drawing/2014/main" id="{16668AD1-77A8-6344-BCBD-86DD5BF83EB3}"/>
              </a:ext>
            </a:extLst>
          </p:cNvPr>
          <p:cNvSpPr>
            <a:spLocks noGrp="1"/>
          </p:cNvSpPr>
          <p:nvPr>
            <p:ph type="body" sz="quarter" idx="31" hasCustomPrompt="1"/>
          </p:nvPr>
        </p:nvSpPr>
        <p:spPr>
          <a:xfrm>
            <a:off x="2299965" y="5012338"/>
            <a:ext cx="1745750" cy="234975"/>
          </a:xfrm>
        </p:spPr>
        <p:txBody>
          <a:bodyPr anchor="t" anchorCtr="0">
            <a:noAutofit/>
          </a:bodyPr>
          <a:lstStyle>
            <a:lvl1pPr algn="ctr">
              <a:spcBef>
                <a:spcPts val="500"/>
              </a:spcBef>
              <a:defRPr sz="10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70" name="Graphic 37">
            <a:extLst>
              <a:ext uri="{FF2B5EF4-FFF2-40B4-BE49-F238E27FC236}">
                <a16:creationId xmlns:a16="http://schemas.microsoft.com/office/drawing/2014/main" id="{FB19E3AB-E2AE-F949-B539-EBF7FBFC9484}"/>
              </a:ext>
            </a:extLst>
          </p:cNvPr>
          <p:cNvSpPr/>
          <p:nvPr/>
        </p:nvSpPr>
        <p:spPr>
          <a:xfrm rot="10800000">
            <a:off x="3051815" y="4657483"/>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t" anchorCtr="0">
            <a:noAutofit/>
          </a:bodyPr>
          <a:lstStyle/>
          <a:p>
            <a:endParaRPr lang="en-PT">
              <a:solidFill>
                <a:schemeClr val="bg2"/>
              </a:solidFill>
            </a:endParaRPr>
          </a:p>
        </p:txBody>
      </p:sp>
      <p:sp>
        <p:nvSpPr>
          <p:cNvPr id="71" name="Text Placeholder 16">
            <a:extLst>
              <a:ext uri="{FF2B5EF4-FFF2-40B4-BE49-F238E27FC236}">
                <a16:creationId xmlns:a16="http://schemas.microsoft.com/office/drawing/2014/main" id="{2452E884-568D-F140-8FE5-E305419726A3}"/>
              </a:ext>
            </a:extLst>
          </p:cNvPr>
          <p:cNvSpPr>
            <a:spLocks noGrp="1"/>
          </p:cNvSpPr>
          <p:nvPr>
            <p:ph type="body" sz="quarter" idx="32" hasCustomPrompt="1"/>
          </p:nvPr>
        </p:nvSpPr>
        <p:spPr>
          <a:xfrm>
            <a:off x="2299965" y="4208586"/>
            <a:ext cx="1745750" cy="454750"/>
          </a:xfrm>
        </p:spPr>
        <p:txBody>
          <a:bodyPr anchor="t" anchorCtr="0">
            <a:noAutofit/>
          </a:bodyPr>
          <a:lstStyle>
            <a:lvl1pPr algn="ctr">
              <a:spcBef>
                <a:spcPts val="500"/>
              </a:spcBef>
              <a:defRPr sz="22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insert text</a:t>
            </a:r>
            <a:endParaRPr lang="en-PT"/>
          </a:p>
        </p:txBody>
      </p:sp>
      <p:cxnSp>
        <p:nvCxnSpPr>
          <p:cNvPr id="72" name="Straight Connector 71">
            <a:extLst>
              <a:ext uri="{FF2B5EF4-FFF2-40B4-BE49-F238E27FC236}">
                <a16:creationId xmlns:a16="http://schemas.microsoft.com/office/drawing/2014/main" id="{FB72D27F-EFF8-424C-A390-A9DA0558843B}"/>
              </a:ext>
            </a:extLst>
          </p:cNvPr>
          <p:cNvCxnSpPr>
            <a:cxnSpLocks/>
          </p:cNvCxnSpPr>
          <p:nvPr/>
        </p:nvCxnSpPr>
        <p:spPr>
          <a:xfrm>
            <a:off x="3172840" y="3511717"/>
            <a:ext cx="0" cy="696869"/>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p:nvSpPr>
          <p:cNvPr id="73" name="Text Placeholder 16">
            <a:extLst>
              <a:ext uri="{FF2B5EF4-FFF2-40B4-BE49-F238E27FC236}">
                <a16:creationId xmlns:a16="http://schemas.microsoft.com/office/drawing/2014/main" id="{235D1429-95A2-294F-AF3B-FCBB42BE0F0E}"/>
              </a:ext>
            </a:extLst>
          </p:cNvPr>
          <p:cNvSpPr>
            <a:spLocks noGrp="1"/>
          </p:cNvSpPr>
          <p:nvPr>
            <p:ph type="body" sz="quarter" idx="33" hasCustomPrompt="1"/>
          </p:nvPr>
        </p:nvSpPr>
        <p:spPr>
          <a:xfrm>
            <a:off x="5805165" y="5216969"/>
            <a:ext cx="1745750" cy="720999"/>
          </a:xfrm>
        </p:spPr>
        <p:txBody>
          <a:bodyPr anchor="t" anchorCtr="0">
            <a:noAutofit/>
          </a:bodyPr>
          <a:lstStyle>
            <a:lvl1pPr algn="ctr">
              <a:spcBef>
                <a:spcPts val="500"/>
              </a:spcBef>
              <a:defRPr sz="10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74" name="Text Placeholder 16">
            <a:extLst>
              <a:ext uri="{FF2B5EF4-FFF2-40B4-BE49-F238E27FC236}">
                <a16:creationId xmlns:a16="http://schemas.microsoft.com/office/drawing/2014/main" id="{0D99D231-034A-4F42-AF58-FDF4FDEC4A01}"/>
              </a:ext>
            </a:extLst>
          </p:cNvPr>
          <p:cNvSpPr>
            <a:spLocks noGrp="1"/>
          </p:cNvSpPr>
          <p:nvPr>
            <p:ph type="body" sz="quarter" idx="34" hasCustomPrompt="1"/>
          </p:nvPr>
        </p:nvSpPr>
        <p:spPr>
          <a:xfrm>
            <a:off x="5805165" y="5012338"/>
            <a:ext cx="1745750" cy="234975"/>
          </a:xfrm>
        </p:spPr>
        <p:txBody>
          <a:bodyPr anchor="t" anchorCtr="0">
            <a:noAutofit/>
          </a:bodyPr>
          <a:lstStyle>
            <a:lvl1pPr algn="ctr">
              <a:spcBef>
                <a:spcPts val="500"/>
              </a:spcBef>
              <a:defRPr sz="10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75" name="Graphic 37">
            <a:extLst>
              <a:ext uri="{FF2B5EF4-FFF2-40B4-BE49-F238E27FC236}">
                <a16:creationId xmlns:a16="http://schemas.microsoft.com/office/drawing/2014/main" id="{A94C5B1E-9307-9347-BCAF-F525FE0026C2}"/>
              </a:ext>
            </a:extLst>
          </p:cNvPr>
          <p:cNvSpPr/>
          <p:nvPr/>
        </p:nvSpPr>
        <p:spPr>
          <a:xfrm rot="10800000">
            <a:off x="6557015" y="4657483"/>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t" anchorCtr="0">
            <a:noAutofit/>
          </a:bodyPr>
          <a:lstStyle/>
          <a:p>
            <a:endParaRPr lang="en-PT">
              <a:solidFill>
                <a:schemeClr val="bg2"/>
              </a:solidFill>
            </a:endParaRPr>
          </a:p>
        </p:txBody>
      </p:sp>
      <p:sp>
        <p:nvSpPr>
          <p:cNvPr id="76" name="Text Placeholder 16">
            <a:extLst>
              <a:ext uri="{FF2B5EF4-FFF2-40B4-BE49-F238E27FC236}">
                <a16:creationId xmlns:a16="http://schemas.microsoft.com/office/drawing/2014/main" id="{11478A9B-10F5-6242-BE39-605D1272B7F5}"/>
              </a:ext>
            </a:extLst>
          </p:cNvPr>
          <p:cNvSpPr>
            <a:spLocks noGrp="1"/>
          </p:cNvSpPr>
          <p:nvPr>
            <p:ph type="body" sz="quarter" idx="35" hasCustomPrompt="1"/>
          </p:nvPr>
        </p:nvSpPr>
        <p:spPr>
          <a:xfrm>
            <a:off x="5805165" y="4208586"/>
            <a:ext cx="1745750" cy="454750"/>
          </a:xfrm>
        </p:spPr>
        <p:txBody>
          <a:bodyPr anchor="t" anchorCtr="0">
            <a:noAutofit/>
          </a:bodyPr>
          <a:lstStyle>
            <a:lvl1pPr algn="ctr">
              <a:spcBef>
                <a:spcPts val="500"/>
              </a:spcBef>
              <a:defRPr sz="22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insert text</a:t>
            </a:r>
            <a:endParaRPr lang="en-PT"/>
          </a:p>
        </p:txBody>
      </p:sp>
      <p:cxnSp>
        <p:nvCxnSpPr>
          <p:cNvPr id="77" name="Straight Connector 76">
            <a:extLst>
              <a:ext uri="{FF2B5EF4-FFF2-40B4-BE49-F238E27FC236}">
                <a16:creationId xmlns:a16="http://schemas.microsoft.com/office/drawing/2014/main" id="{CF7F05E9-D11E-1542-8E19-1A4A4265F0BD}"/>
              </a:ext>
            </a:extLst>
          </p:cNvPr>
          <p:cNvCxnSpPr>
            <a:cxnSpLocks/>
          </p:cNvCxnSpPr>
          <p:nvPr/>
        </p:nvCxnSpPr>
        <p:spPr>
          <a:xfrm>
            <a:off x="6678040" y="3511717"/>
            <a:ext cx="0" cy="696869"/>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p:nvSpPr>
          <p:cNvPr id="78" name="Text Placeholder 16">
            <a:extLst>
              <a:ext uri="{FF2B5EF4-FFF2-40B4-BE49-F238E27FC236}">
                <a16:creationId xmlns:a16="http://schemas.microsoft.com/office/drawing/2014/main" id="{DA6B0E9D-16FE-BA41-97E0-F59AD882DB3F}"/>
              </a:ext>
            </a:extLst>
          </p:cNvPr>
          <p:cNvSpPr>
            <a:spLocks noGrp="1"/>
          </p:cNvSpPr>
          <p:nvPr>
            <p:ph type="body" sz="quarter" idx="36" hasCustomPrompt="1"/>
          </p:nvPr>
        </p:nvSpPr>
        <p:spPr>
          <a:xfrm>
            <a:off x="9633095" y="5216969"/>
            <a:ext cx="1745750" cy="720999"/>
          </a:xfrm>
        </p:spPr>
        <p:txBody>
          <a:bodyPr anchor="t" anchorCtr="0">
            <a:noAutofit/>
          </a:bodyPr>
          <a:lstStyle>
            <a:lvl1pPr algn="ctr">
              <a:spcBef>
                <a:spcPts val="500"/>
              </a:spcBef>
              <a:defRPr sz="10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79" name="Text Placeholder 16">
            <a:extLst>
              <a:ext uri="{FF2B5EF4-FFF2-40B4-BE49-F238E27FC236}">
                <a16:creationId xmlns:a16="http://schemas.microsoft.com/office/drawing/2014/main" id="{59E24973-3E81-574A-A960-DFCA71784A7B}"/>
              </a:ext>
            </a:extLst>
          </p:cNvPr>
          <p:cNvSpPr>
            <a:spLocks noGrp="1"/>
          </p:cNvSpPr>
          <p:nvPr>
            <p:ph type="body" sz="quarter" idx="37" hasCustomPrompt="1"/>
          </p:nvPr>
        </p:nvSpPr>
        <p:spPr>
          <a:xfrm>
            <a:off x="9633095" y="5012338"/>
            <a:ext cx="1745750" cy="234975"/>
          </a:xfrm>
        </p:spPr>
        <p:txBody>
          <a:bodyPr anchor="t" anchorCtr="0">
            <a:noAutofit/>
          </a:bodyPr>
          <a:lstStyle>
            <a:lvl1pPr algn="ctr">
              <a:spcBef>
                <a:spcPts val="500"/>
              </a:spcBef>
              <a:defRPr sz="10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80" name="Graphic 37">
            <a:extLst>
              <a:ext uri="{FF2B5EF4-FFF2-40B4-BE49-F238E27FC236}">
                <a16:creationId xmlns:a16="http://schemas.microsoft.com/office/drawing/2014/main" id="{755DEBF5-47E3-7648-8628-E28875FC7F6D}"/>
              </a:ext>
            </a:extLst>
          </p:cNvPr>
          <p:cNvSpPr/>
          <p:nvPr/>
        </p:nvSpPr>
        <p:spPr>
          <a:xfrm rot="10800000">
            <a:off x="10384945" y="4657483"/>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t" anchorCtr="0">
            <a:noAutofit/>
          </a:bodyPr>
          <a:lstStyle/>
          <a:p>
            <a:endParaRPr lang="en-PT">
              <a:solidFill>
                <a:schemeClr val="bg2"/>
              </a:solidFill>
            </a:endParaRPr>
          </a:p>
        </p:txBody>
      </p:sp>
      <p:sp>
        <p:nvSpPr>
          <p:cNvPr id="81" name="Text Placeholder 16">
            <a:extLst>
              <a:ext uri="{FF2B5EF4-FFF2-40B4-BE49-F238E27FC236}">
                <a16:creationId xmlns:a16="http://schemas.microsoft.com/office/drawing/2014/main" id="{49D8FF98-22A6-4B45-950D-13BA80B5B82A}"/>
              </a:ext>
            </a:extLst>
          </p:cNvPr>
          <p:cNvSpPr>
            <a:spLocks noGrp="1"/>
          </p:cNvSpPr>
          <p:nvPr>
            <p:ph type="body" sz="quarter" idx="38" hasCustomPrompt="1"/>
          </p:nvPr>
        </p:nvSpPr>
        <p:spPr>
          <a:xfrm>
            <a:off x="9633095" y="4208586"/>
            <a:ext cx="1745750" cy="454750"/>
          </a:xfrm>
        </p:spPr>
        <p:txBody>
          <a:bodyPr anchor="t" anchorCtr="0">
            <a:noAutofit/>
          </a:bodyPr>
          <a:lstStyle>
            <a:lvl1pPr algn="ctr">
              <a:spcBef>
                <a:spcPts val="500"/>
              </a:spcBef>
              <a:defRPr sz="2200" b="1"/>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insert text</a:t>
            </a:r>
            <a:endParaRPr lang="en-PT"/>
          </a:p>
        </p:txBody>
      </p:sp>
      <p:cxnSp>
        <p:nvCxnSpPr>
          <p:cNvPr id="82" name="Straight Connector 81">
            <a:extLst>
              <a:ext uri="{FF2B5EF4-FFF2-40B4-BE49-F238E27FC236}">
                <a16:creationId xmlns:a16="http://schemas.microsoft.com/office/drawing/2014/main" id="{AD848D6E-390A-B546-B2D1-3C14D761E76D}"/>
              </a:ext>
            </a:extLst>
          </p:cNvPr>
          <p:cNvCxnSpPr>
            <a:cxnSpLocks/>
          </p:cNvCxnSpPr>
          <p:nvPr/>
        </p:nvCxnSpPr>
        <p:spPr>
          <a:xfrm>
            <a:off x="10505970" y="3511717"/>
            <a:ext cx="0" cy="696869"/>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p:nvSpPr>
          <p:cNvPr id="3" name="Graphic 37">
            <a:extLst>
              <a:ext uri="{FF2B5EF4-FFF2-40B4-BE49-F238E27FC236}">
                <a16:creationId xmlns:a16="http://schemas.microsoft.com/office/drawing/2014/main" id="{A27FF95F-BE3D-AB35-4F0C-323A2CEEA051}"/>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6" name="Rectangle 5">
            <a:extLst>
              <a:ext uri="{FF2B5EF4-FFF2-40B4-BE49-F238E27FC236}">
                <a16:creationId xmlns:a16="http://schemas.microsoft.com/office/drawing/2014/main" id="{78B0EAF3-6348-1F17-C93E-39232FA021F8}"/>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7" name="Rectangle 6">
            <a:extLst>
              <a:ext uri="{FF2B5EF4-FFF2-40B4-BE49-F238E27FC236}">
                <a16:creationId xmlns:a16="http://schemas.microsoft.com/office/drawing/2014/main" id="{F4DFBBAA-B580-F7A6-5D22-0BEB182AB39F}"/>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0" name="TextBox 9">
            <a:extLst>
              <a:ext uri="{FF2B5EF4-FFF2-40B4-BE49-F238E27FC236}">
                <a16:creationId xmlns:a16="http://schemas.microsoft.com/office/drawing/2014/main" id="{039742BA-773E-844B-AE81-41AB9C6E65E7}"/>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11" name="TextBox 10">
            <a:extLst>
              <a:ext uri="{FF2B5EF4-FFF2-40B4-BE49-F238E27FC236}">
                <a16:creationId xmlns:a16="http://schemas.microsoft.com/office/drawing/2014/main" id="{AC8CDD06-C7F7-E00F-FAA7-1F2842AC7A6D}"/>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12" name="Graphic 21">
            <a:extLst>
              <a:ext uri="{FF2B5EF4-FFF2-40B4-BE49-F238E27FC236}">
                <a16:creationId xmlns:a16="http://schemas.microsoft.com/office/drawing/2014/main" id="{078A0EE0-9ADA-1712-203E-E891421D5B9D}"/>
              </a:ext>
            </a:extLst>
          </p:cNvPr>
          <p:cNvGrpSpPr/>
          <p:nvPr/>
        </p:nvGrpSpPr>
        <p:grpSpPr>
          <a:xfrm>
            <a:off x="89885" y="6647769"/>
            <a:ext cx="1340139" cy="126539"/>
            <a:chOff x="2546350" y="3092450"/>
            <a:chExt cx="7099490" cy="670350"/>
          </a:xfrm>
          <a:solidFill>
            <a:srgbClr val="FFFFFF"/>
          </a:solidFill>
        </p:grpSpPr>
        <p:sp>
          <p:nvSpPr>
            <p:cNvPr id="13" name="Freeform 23">
              <a:extLst>
                <a:ext uri="{FF2B5EF4-FFF2-40B4-BE49-F238E27FC236}">
                  <a16:creationId xmlns:a16="http://schemas.microsoft.com/office/drawing/2014/main" id="{E072F282-D87C-C777-E713-A7A99ECF7FEE}"/>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5" name="Freeform 24">
              <a:extLst>
                <a:ext uri="{FF2B5EF4-FFF2-40B4-BE49-F238E27FC236}">
                  <a16:creationId xmlns:a16="http://schemas.microsoft.com/office/drawing/2014/main" id="{652D98E3-7EC3-08E5-DFEA-EEF086A96DEC}"/>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7" name="Freeform 25">
              <a:extLst>
                <a:ext uri="{FF2B5EF4-FFF2-40B4-BE49-F238E27FC236}">
                  <a16:creationId xmlns:a16="http://schemas.microsoft.com/office/drawing/2014/main" id="{927D0A6F-ECF8-6DA4-1AB7-96CB68C0CDFA}"/>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8" name="Freeform 26">
              <a:extLst>
                <a:ext uri="{FF2B5EF4-FFF2-40B4-BE49-F238E27FC236}">
                  <a16:creationId xmlns:a16="http://schemas.microsoft.com/office/drawing/2014/main" id="{E648512C-6070-12B6-3FAF-D892898D1FA5}"/>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21" name="Freeform 27">
              <a:extLst>
                <a:ext uri="{FF2B5EF4-FFF2-40B4-BE49-F238E27FC236}">
                  <a16:creationId xmlns:a16="http://schemas.microsoft.com/office/drawing/2014/main" id="{DCBF12E4-DBC1-539A-F867-9136F21782C9}"/>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22" name="Freeform 28">
              <a:extLst>
                <a:ext uri="{FF2B5EF4-FFF2-40B4-BE49-F238E27FC236}">
                  <a16:creationId xmlns:a16="http://schemas.microsoft.com/office/drawing/2014/main" id="{0D65C2D0-6949-5C6B-651D-55C7FCC02DE9}"/>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37" name="Freeform 29">
              <a:extLst>
                <a:ext uri="{FF2B5EF4-FFF2-40B4-BE49-F238E27FC236}">
                  <a16:creationId xmlns:a16="http://schemas.microsoft.com/office/drawing/2014/main" id="{30C304EA-3ADF-C9D9-6B56-9B817A87C674}"/>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38" name="Freeform 30">
              <a:extLst>
                <a:ext uri="{FF2B5EF4-FFF2-40B4-BE49-F238E27FC236}">
                  <a16:creationId xmlns:a16="http://schemas.microsoft.com/office/drawing/2014/main" id="{CC8B4C65-0049-3E2C-25C0-5BA4F78C4317}"/>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39" name="Freeform 31">
              <a:extLst>
                <a:ext uri="{FF2B5EF4-FFF2-40B4-BE49-F238E27FC236}">
                  <a16:creationId xmlns:a16="http://schemas.microsoft.com/office/drawing/2014/main" id="{88E61BC2-806D-A813-096D-A0AA807D266A}"/>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40" name="Freeform 32">
              <a:extLst>
                <a:ext uri="{FF2B5EF4-FFF2-40B4-BE49-F238E27FC236}">
                  <a16:creationId xmlns:a16="http://schemas.microsoft.com/office/drawing/2014/main" id="{51DAE07E-8090-9DE7-C352-4A5A4C010EA6}"/>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1" name="Freeform 33">
              <a:extLst>
                <a:ext uri="{FF2B5EF4-FFF2-40B4-BE49-F238E27FC236}">
                  <a16:creationId xmlns:a16="http://schemas.microsoft.com/office/drawing/2014/main" id="{F92A715A-38E7-4ADA-8399-5102441127CC}"/>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43" name="Slide Number Placeholder 47">
            <a:extLst>
              <a:ext uri="{FF2B5EF4-FFF2-40B4-BE49-F238E27FC236}">
                <a16:creationId xmlns:a16="http://schemas.microsoft.com/office/drawing/2014/main" id="{A1095E79-06F7-A61E-4A15-7B65B47118B8}"/>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cxnSp>
        <p:nvCxnSpPr>
          <p:cNvPr id="2" name="Straight Connector 1">
            <a:extLst>
              <a:ext uri="{FF2B5EF4-FFF2-40B4-BE49-F238E27FC236}">
                <a16:creationId xmlns:a16="http://schemas.microsoft.com/office/drawing/2014/main" id="{324EC4BE-959B-38DD-CF8C-BE75B05B8D32}"/>
              </a:ext>
            </a:extLst>
          </p:cNvPr>
          <p:cNvCxnSpPr>
            <a:cxnSpLocks/>
          </p:cNvCxnSpPr>
          <p:nvPr/>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C3C2A3D2-0EB1-8D9F-97F9-CC4552C392E6}"/>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FE08D4F1-A905-9BC5-1719-17251F2F1A59}"/>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25865450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9" name="Graphic 37">
            <a:extLst>
              <a:ext uri="{FF2B5EF4-FFF2-40B4-BE49-F238E27FC236}">
                <a16:creationId xmlns:a16="http://schemas.microsoft.com/office/drawing/2014/main" id="{C5940A15-111C-7A41-A39B-F810A6089F2F}"/>
              </a:ext>
            </a:extLst>
          </p:cNvPr>
          <p:cNvSpPr/>
          <p:nvPr/>
        </p:nvSpPr>
        <p:spPr>
          <a:xfrm>
            <a:off x="25400" y="655969"/>
            <a:ext cx="1929515" cy="1873101"/>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2" name="Title 1">
            <a:extLst>
              <a:ext uri="{FF2B5EF4-FFF2-40B4-BE49-F238E27FC236}">
                <a16:creationId xmlns:a16="http://schemas.microsoft.com/office/drawing/2014/main" id="{2DE5C04A-D6E5-D14D-B886-D76CD73B3D8F}"/>
              </a:ext>
            </a:extLst>
          </p:cNvPr>
          <p:cNvSpPr>
            <a:spLocks noGrp="1"/>
          </p:cNvSpPr>
          <p:nvPr>
            <p:ph type="title" hasCustomPrompt="1"/>
          </p:nvPr>
        </p:nvSpPr>
        <p:spPr>
          <a:xfrm>
            <a:off x="2745067" y="2402445"/>
            <a:ext cx="6709485" cy="523873"/>
          </a:xfrm>
        </p:spPr>
        <p:txBody>
          <a:bodyPr anchor="t">
            <a:noAutofit/>
          </a:bodyPr>
          <a:lstStyle>
            <a:lvl1pPr algn="ctr">
              <a:defRPr sz="4500"/>
            </a:lvl1pPr>
          </a:lstStyle>
          <a:p>
            <a:r>
              <a:rPr lang="en-GB"/>
              <a:t>Click to insert text</a:t>
            </a:r>
            <a:endParaRPr lang="en-PT"/>
          </a:p>
        </p:txBody>
      </p:sp>
      <p:sp>
        <p:nvSpPr>
          <p:cNvPr id="13" name="Text Placeholder 12">
            <a:extLst>
              <a:ext uri="{FF2B5EF4-FFF2-40B4-BE49-F238E27FC236}">
                <a16:creationId xmlns:a16="http://schemas.microsoft.com/office/drawing/2014/main" id="{973F46BB-2334-8248-9E94-742CB1B52251}"/>
              </a:ext>
            </a:extLst>
          </p:cNvPr>
          <p:cNvSpPr>
            <a:spLocks noGrp="1"/>
          </p:cNvSpPr>
          <p:nvPr>
            <p:ph type="body" sz="quarter" idx="13" hasCustomPrompt="1"/>
          </p:nvPr>
        </p:nvSpPr>
        <p:spPr>
          <a:xfrm>
            <a:off x="2745067" y="3018101"/>
            <a:ext cx="6709485" cy="297184"/>
          </a:xfrm>
        </p:spPr>
        <p:txBody>
          <a:bodyPr anchor="t">
            <a:normAutofit/>
          </a:bodyPr>
          <a:lstStyle>
            <a:lvl1pPr algn="ctr">
              <a:defRPr sz="1400" b="0"/>
            </a:lvl1pPr>
          </a:lstStyle>
          <a:p>
            <a:pPr lvl="0"/>
            <a:r>
              <a:rPr lang="en-GB"/>
              <a:t>Click to insert text</a:t>
            </a:r>
            <a:endParaRPr lang="en-PT"/>
          </a:p>
        </p:txBody>
      </p:sp>
      <p:sp>
        <p:nvSpPr>
          <p:cNvPr id="40" name="Graphic 37">
            <a:extLst>
              <a:ext uri="{FF2B5EF4-FFF2-40B4-BE49-F238E27FC236}">
                <a16:creationId xmlns:a16="http://schemas.microsoft.com/office/drawing/2014/main" id="{85A394F1-76F7-F244-9F40-E46405D94531}"/>
              </a:ext>
            </a:extLst>
          </p:cNvPr>
          <p:cNvSpPr/>
          <p:nvPr/>
        </p:nvSpPr>
        <p:spPr>
          <a:xfrm>
            <a:off x="11526508" y="420995"/>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44" name="Graphic 37">
            <a:extLst>
              <a:ext uri="{FF2B5EF4-FFF2-40B4-BE49-F238E27FC236}">
                <a16:creationId xmlns:a16="http://schemas.microsoft.com/office/drawing/2014/main" id="{10BC64C3-7813-6448-BE5E-F0C43625CAE5}"/>
              </a:ext>
            </a:extLst>
          </p:cNvPr>
          <p:cNvSpPr/>
          <p:nvPr/>
        </p:nvSpPr>
        <p:spPr>
          <a:xfrm>
            <a:off x="10237085" y="3894642"/>
            <a:ext cx="1929515" cy="1873101"/>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bg2"/>
          </a:solidFill>
          <a:ln w="0" cap="flat">
            <a:noFill/>
            <a:prstDash val="solid"/>
            <a:miter/>
          </a:ln>
        </p:spPr>
        <p:txBody>
          <a:bodyPr rtlCol="0" anchor="ctr"/>
          <a:lstStyle/>
          <a:p>
            <a:endParaRPr lang="en-PT">
              <a:solidFill>
                <a:schemeClr val="bg2"/>
              </a:solidFill>
            </a:endParaRPr>
          </a:p>
        </p:txBody>
      </p:sp>
      <p:sp>
        <p:nvSpPr>
          <p:cNvPr id="43" name="Freeform 42">
            <a:extLst>
              <a:ext uri="{FF2B5EF4-FFF2-40B4-BE49-F238E27FC236}">
                <a16:creationId xmlns:a16="http://schemas.microsoft.com/office/drawing/2014/main" id="{D3D6BFCE-4265-7E44-836F-979C8A05AB8C}"/>
              </a:ext>
            </a:extLst>
          </p:cNvPr>
          <p:cNvSpPr/>
          <p:nvPr/>
        </p:nvSpPr>
        <p:spPr>
          <a:xfrm>
            <a:off x="10237084" y="-11098"/>
            <a:ext cx="1929516" cy="1377172"/>
          </a:xfrm>
          <a:custGeom>
            <a:avLst/>
            <a:gdLst>
              <a:gd name="connsiteX0" fmla="*/ 469855 w 1929516"/>
              <a:gd name="connsiteY0" fmla="*/ 0 h 1377172"/>
              <a:gd name="connsiteX1" fmla="*/ 1459661 w 1929516"/>
              <a:gd name="connsiteY1" fmla="*/ 0 h 1377172"/>
              <a:gd name="connsiteX2" fmla="*/ 1929516 w 1929516"/>
              <a:gd name="connsiteY2" fmla="*/ 470830 h 1377172"/>
              <a:gd name="connsiteX3" fmla="*/ 1929516 w 1929516"/>
              <a:gd name="connsiteY3" fmla="*/ 1377172 h 1377172"/>
              <a:gd name="connsiteX4" fmla="*/ 964758 w 1929516"/>
              <a:gd name="connsiteY4" fmla="*/ 410412 h 1377172"/>
              <a:gd name="connsiteX5" fmla="*/ 0 w 1929516"/>
              <a:gd name="connsiteY5" fmla="*/ 1377172 h 1377172"/>
              <a:gd name="connsiteX6" fmla="*/ 0 w 1929516"/>
              <a:gd name="connsiteY6" fmla="*/ 470830 h 137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9516" h="1377172">
                <a:moveTo>
                  <a:pt x="469855" y="0"/>
                </a:moveTo>
                <a:lnTo>
                  <a:pt x="1459661" y="0"/>
                </a:lnTo>
                <a:lnTo>
                  <a:pt x="1929516" y="470830"/>
                </a:lnTo>
                <a:lnTo>
                  <a:pt x="1929516" y="1377172"/>
                </a:lnTo>
                <a:lnTo>
                  <a:pt x="964758" y="410412"/>
                </a:lnTo>
                <a:lnTo>
                  <a:pt x="0" y="1377172"/>
                </a:lnTo>
                <a:lnTo>
                  <a:pt x="0" y="470830"/>
                </a:lnTo>
                <a:close/>
              </a:path>
            </a:pathLst>
          </a:custGeom>
          <a:solidFill>
            <a:schemeClr val="bg2"/>
          </a:solidFill>
          <a:ln w="0" cap="flat">
            <a:noFill/>
            <a:prstDash val="solid"/>
            <a:miter/>
          </a:ln>
        </p:spPr>
        <p:txBody>
          <a:bodyPr wrap="square" rtlCol="0" anchor="ctr">
            <a:noAutofit/>
          </a:bodyPr>
          <a:lstStyle/>
          <a:p>
            <a:endParaRPr lang="en-PT">
              <a:solidFill>
                <a:schemeClr val="bg2"/>
              </a:solidFill>
            </a:endParaRPr>
          </a:p>
        </p:txBody>
      </p:sp>
      <p:sp>
        <p:nvSpPr>
          <p:cNvPr id="38" name="Graphic 37">
            <a:extLst>
              <a:ext uri="{FF2B5EF4-FFF2-40B4-BE49-F238E27FC236}">
                <a16:creationId xmlns:a16="http://schemas.microsoft.com/office/drawing/2014/main" id="{A4E57762-4A88-3148-94B3-5F68DBF33CDD}"/>
              </a:ext>
            </a:extLst>
          </p:cNvPr>
          <p:cNvSpPr/>
          <p:nvPr/>
        </p:nvSpPr>
        <p:spPr>
          <a:xfrm>
            <a:off x="5082380" y="3670524"/>
            <a:ext cx="1929515" cy="1873101"/>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bg2"/>
          </a:solidFill>
          <a:ln w="0" cap="flat">
            <a:noFill/>
            <a:prstDash val="solid"/>
            <a:miter/>
          </a:ln>
        </p:spPr>
        <p:txBody>
          <a:bodyPr rtlCol="0" anchor="ctr"/>
          <a:lstStyle/>
          <a:p>
            <a:endParaRPr lang="en-PT">
              <a:solidFill>
                <a:schemeClr val="bg2"/>
              </a:solidFill>
            </a:endParaRPr>
          </a:p>
        </p:txBody>
      </p:sp>
      <p:sp>
        <p:nvSpPr>
          <p:cNvPr id="47" name="Freeform 46">
            <a:extLst>
              <a:ext uri="{FF2B5EF4-FFF2-40B4-BE49-F238E27FC236}">
                <a16:creationId xmlns:a16="http://schemas.microsoft.com/office/drawing/2014/main" id="{5D961300-08B4-0E48-A401-4F2350696A43}"/>
              </a:ext>
            </a:extLst>
          </p:cNvPr>
          <p:cNvSpPr/>
          <p:nvPr/>
        </p:nvSpPr>
        <p:spPr>
          <a:xfrm>
            <a:off x="25399" y="5229620"/>
            <a:ext cx="1929516" cy="1637343"/>
          </a:xfrm>
          <a:custGeom>
            <a:avLst/>
            <a:gdLst>
              <a:gd name="connsiteX0" fmla="*/ 964758 w 1929516"/>
              <a:gd name="connsiteY0" fmla="*/ 0 h 1637343"/>
              <a:gd name="connsiteX1" fmla="*/ 1929516 w 1929516"/>
              <a:gd name="connsiteY1" fmla="*/ 966760 h 1637343"/>
              <a:gd name="connsiteX2" fmla="*/ 1929516 w 1929516"/>
              <a:gd name="connsiteY2" fmla="*/ 1637343 h 1637343"/>
              <a:gd name="connsiteX3" fmla="*/ 1694246 w 1929516"/>
              <a:gd name="connsiteY3" fmla="*/ 1637343 h 1637343"/>
              <a:gd name="connsiteX4" fmla="*/ 964758 w 1929516"/>
              <a:gd name="connsiteY4" fmla="*/ 906342 h 1637343"/>
              <a:gd name="connsiteX5" fmla="*/ 235270 w 1929516"/>
              <a:gd name="connsiteY5" fmla="*/ 1637343 h 1637343"/>
              <a:gd name="connsiteX6" fmla="*/ 0 w 1929516"/>
              <a:gd name="connsiteY6" fmla="*/ 1637343 h 1637343"/>
              <a:gd name="connsiteX7" fmla="*/ 0 w 1929516"/>
              <a:gd name="connsiteY7" fmla="*/ 966760 h 163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29516" h="1637343">
                <a:moveTo>
                  <a:pt x="964758" y="0"/>
                </a:moveTo>
                <a:lnTo>
                  <a:pt x="1929516" y="966760"/>
                </a:lnTo>
                <a:lnTo>
                  <a:pt x="1929516" y="1637343"/>
                </a:lnTo>
                <a:lnTo>
                  <a:pt x="1694246" y="1637343"/>
                </a:lnTo>
                <a:lnTo>
                  <a:pt x="964758" y="906342"/>
                </a:lnTo>
                <a:lnTo>
                  <a:pt x="235270" y="1637343"/>
                </a:lnTo>
                <a:lnTo>
                  <a:pt x="0" y="1637343"/>
                </a:lnTo>
                <a:lnTo>
                  <a:pt x="0" y="966760"/>
                </a:lnTo>
                <a:close/>
              </a:path>
            </a:pathLst>
          </a:custGeom>
          <a:solidFill>
            <a:schemeClr val="bg2"/>
          </a:solidFill>
          <a:ln w="0" cap="flat">
            <a:noFill/>
            <a:prstDash val="solid"/>
            <a:miter/>
          </a:ln>
        </p:spPr>
        <p:txBody>
          <a:bodyPr wrap="square" rtlCol="0" anchor="ctr">
            <a:noAutofit/>
          </a:bodyPr>
          <a:lstStyle/>
          <a:p>
            <a:endParaRPr lang="en-PT">
              <a:solidFill>
                <a:schemeClr val="bg2"/>
              </a:solidFill>
            </a:endParaRPr>
          </a:p>
        </p:txBody>
      </p:sp>
      <p:grpSp>
        <p:nvGrpSpPr>
          <p:cNvPr id="23" name="Graphic 21">
            <a:extLst>
              <a:ext uri="{FF2B5EF4-FFF2-40B4-BE49-F238E27FC236}">
                <a16:creationId xmlns:a16="http://schemas.microsoft.com/office/drawing/2014/main" id="{487D8F7B-0FF4-CC4A-A22A-E4E9E9413919}"/>
              </a:ext>
            </a:extLst>
          </p:cNvPr>
          <p:cNvGrpSpPr/>
          <p:nvPr/>
        </p:nvGrpSpPr>
        <p:grpSpPr>
          <a:xfrm>
            <a:off x="4153387" y="5883827"/>
            <a:ext cx="3825202" cy="361184"/>
            <a:chOff x="2546350" y="3092450"/>
            <a:chExt cx="7099490" cy="670350"/>
          </a:xfrm>
          <a:solidFill>
            <a:schemeClr val="tx2"/>
          </a:solidFill>
        </p:grpSpPr>
        <p:sp>
          <p:nvSpPr>
            <p:cNvPr id="24" name="Freeform 23">
              <a:extLst>
                <a:ext uri="{FF2B5EF4-FFF2-40B4-BE49-F238E27FC236}">
                  <a16:creationId xmlns:a16="http://schemas.microsoft.com/office/drawing/2014/main" id="{00369393-1E25-D04E-B9DA-2128FDA9EEC3}"/>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grpFill/>
            <a:ln w="0" cap="flat">
              <a:noFill/>
              <a:prstDash val="solid"/>
              <a:miter/>
            </a:ln>
          </p:spPr>
          <p:txBody>
            <a:bodyPr rtlCol="0" anchor="ctr"/>
            <a:lstStyle/>
            <a:p>
              <a:endParaRPr lang="en-PT"/>
            </a:p>
          </p:txBody>
        </p:sp>
        <p:sp>
          <p:nvSpPr>
            <p:cNvPr id="25" name="Freeform 24">
              <a:extLst>
                <a:ext uri="{FF2B5EF4-FFF2-40B4-BE49-F238E27FC236}">
                  <a16:creationId xmlns:a16="http://schemas.microsoft.com/office/drawing/2014/main" id="{A3AE8470-C774-0C4F-8874-F3791D780D31}"/>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grpFill/>
            <a:ln w="0" cap="flat">
              <a:noFill/>
              <a:prstDash val="solid"/>
              <a:miter/>
            </a:ln>
          </p:spPr>
          <p:txBody>
            <a:bodyPr rtlCol="0" anchor="ctr"/>
            <a:lstStyle/>
            <a:p>
              <a:endParaRPr lang="en-PT"/>
            </a:p>
          </p:txBody>
        </p:sp>
        <p:sp>
          <p:nvSpPr>
            <p:cNvPr id="26" name="Freeform 25">
              <a:extLst>
                <a:ext uri="{FF2B5EF4-FFF2-40B4-BE49-F238E27FC236}">
                  <a16:creationId xmlns:a16="http://schemas.microsoft.com/office/drawing/2014/main" id="{BD092881-4137-6B48-B96F-563478F72757}"/>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grpFill/>
            <a:ln w="0" cap="flat">
              <a:noFill/>
              <a:prstDash val="solid"/>
              <a:miter/>
            </a:ln>
          </p:spPr>
          <p:txBody>
            <a:bodyPr rtlCol="0" anchor="ctr"/>
            <a:lstStyle/>
            <a:p>
              <a:endParaRPr lang="en-PT"/>
            </a:p>
          </p:txBody>
        </p:sp>
        <p:sp>
          <p:nvSpPr>
            <p:cNvPr id="27" name="Freeform 26">
              <a:extLst>
                <a:ext uri="{FF2B5EF4-FFF2-40B4-BE49-F238E27FC236}">
                  <a16:creationId xmlns:a16="http://schemas.microsoft.com/office/drawing/2014/main" id="{2E7D7EF5-2EC3-254D-A6C9-20EFE588EEF2}"/>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grpFill/>
            <a:ln w="0" cap="flat">
              <a:noFill/>
              <a:prstDash val="solid"/>
              <a:miter/>
            </a:ln>
          </p:spPr>
          <p:txBody>
            <a:bodyPr rtlCol="0" anchor="ctr"/>
            <a:lstStyle/>
            <a:p>
              <a:endParaRPr lang="en-PT"/>
            </a:p>
          </p:txBody>
        </p:sp>
        <p:sp>
          <p:nvSpPr>
            <p:cNvPr id="28" name="Freeform 27">
              <a:extLst>
                <a:ext uri="{FF2B5EF4-FFF2-40B4-BE49-F238E27FC236}">
                  <a16:creationId xmlns:a16="http://schemas.microsoft.com/office/drawing/2014/main" id="{ACC316F4-D406-2B47-89D4-7C69A4040F6E}"/>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grpFill/>
            <a:ln w="0" cap="flat">
              <a:noFill/>
              <a:prstDash val="solid"/>
              <a:miter/>
            </a:ln>
          </p:spPr>
          <p:txBody>
            <a:bodyPr rtlCol="0" anchor="ctr"/>
            <a:lstStyle/>
            <a:p>
              <a:endParaRPr lang="en-PT"/>
            </a:p>
          </p:txBody>
        </p:sp>
        <p:sp>
          <p:nvSpPr>
            <p:cNvPr id="29" name="Freeform 28">
              <a:extLst>
                <a:ext uri="{FF2B5EF4-FFF2-40B4-BE49-F238E27FC236}">
                  <a16:creationId xmlns:a16="http://schemas.microsoft.com/office/drawing/2014/main" id="{8EF5A415-272C-654A-8889-E676FCEE8DA8}"/>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grpFill/>
            <a:ln w="0" cap="flat">
              <a:noFill/>
              <a:prstDash val="solid"/>
              <a:miter/>
            </a:ln>
          </p:spPr>
          <p:txBody>
            <a:bodyPr rtlCol="0" anchor="ctr"/>
            <a:lstStyle/>
            <a:p>
              <a:endParaRPr lang="en-PT"/>
            </a:p>
          </p:txBody>
        </p:sp>
        <p:sp>
          <p:nvSpPr>
            <p:cNvPr id="30" name="Freeform 29">
              <a:extLst>
                <a:ext uri="{FF2B5EF4-FFF2-40B4-BE49-F238E27FC236}">
                  <a16:creationId xmlns:a16="http://schemas.microsoft.com/office/drawing/2014/main" id="{288C2D3D-D1E0-6042-8F4A-53F96422C92D}"/>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grpFill/>
            <a:ln w="0" cap="flat">
              <a:noFill/>
              <a:prstDash val="solid"/>
              <a:miter/>
            </a:ln>
          </p:spPr>
          <p:txBody>
            <a:bodyPr rtlCol="0" anchor="ctr"/>
            <a:lstStyle/>
            <a:p>
              <a:endParaRPr lang="en-PT"/>
            </a:p>
          </p:txBody>
        </p:sp>
        <p:sp>
          <p:nvSpPr>
            <p:cNvPr id="31" name="Freeform 30">
              <a:extLst>
                <a:ext uri="{FF2B5EF4-FFF2-40B4-BE49-F238E27FC236}">
                  <a16:creationId xmlns:a16="http://schemas.microsoft.com/office/drawing/2014/main" id="{722A9198-00BA-7246-869D-DE2B1BC6FC19}"/>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grpFill/>
            <a:ln w="0" cap="flat">
              <a:noFill/>
              <a:prstDash val="solid"/>
              <a:miter/>
            </a:ln>
          </p:spPr>
          <p:txBody>
            <a:bodyPr rtlCol="0" anchor="ctr"/>
            <a:lstStyle/>
            <a:p>
              <a:endParaRPr lang="en-PT"/>
            </a:p>
          </p:txBody>
        </p:sp>
        <p:sp>
          <p:nvSpPr>
            <p:cNvPr id="32" name="Freeform 31">
              <a:extLst>
                <a:ext uri="{FF2B5EF4-FFF2-40B4-BE49-F238E27FC236}">
                  <a16:creationId xmlns:a16="http://schemas.microsoft.com/office/drawing/2014/main" id="{7D26BA2D-E758-DD46-AD06-891BB1DD5C4C}"/>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grpFill/>
            <a:ln w="0" cap="flat">
              <a:noFill/>
              <a:prstDash val="solid"/>
              <a:miter/>
            </a:ln>
          </p:spPr>
          <p:txBody>
            <a:bodyPr rtlCol="0" anchor="ctr"/>
            <a:lstStyle/>
            <a:p>
              <a:endParaRPr lang="en-PT"/>
            </a:p>
          </p:txBody>
        </p:sp>
        <p:sp>
          <p:nvSpPr>
            <p:cNvPr id="33" name="Freeform 32">
              <a:extLst>
                <a:ext uri="{FF2B5EF4-FFF2-40B4-BE49-F238E27FC236}">
                  <a16:creationId xmlns:a16="http://schemas.microsoft.com/office/drawing/2014/main" id="{D786D7EB-26FC-9D46-A847-F5D0DFBD1856}"/>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grpFill/>
            <a:ln w="0" cap="flat">
              <a:noFill/>
              <a:prstDash val="solid"/>
              <a:miter/>
            </a:ln>
          </p:spPr>
          <p:txBody>
            <a:bodyPr rtlCol="0" anchor="ctr"/>
            <a:lstStyle/>
            <a:p>
              <a:endParaRPr lang="en-PT"/>
            </a:p>
          </p:txBody>
        </p:sp>
        <p:sp>
          <p:nvSpPr>
            <p:cNvPr id="34" name="Freeform 33">
              <a:extLst>
                <a:ext uri="{FF2B5EF4-FFF2-40B4-BE49-F238E27FC236}">
                  <a16:creationId xmlns:a16="http://schemas.microsoft.com/office/drawing/2014/main" id="{1BED5034-7066-F649-8004-6C6C260F950F}"/>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grpFill/>
            <a:ln w="0" cap="flat">
              <a:noFill/>
              <a:prstDash val="solid"/>
              <a:miter/>
            </a:ln>
          </p:spPr>
          <p:txBody>
            <a:bodyPr rtlCol="0" anchor="ctr"/>
            <a:lstStyle/>
            <a:p>
              <a:endParaRPr lang="en-PT"/>
            </a:p>
          </p:txBody>
        </p:sp>
      </p:grpSp>
    </p:spTree>
    <p:extLst>
      <p:ext uri="{BB962C8B-B14F-4D97-AF65-F5344CB8AC3E}">
        <p14:creationId xmlns:p14="http://schemas.microsoft.com/office/powerpoint/2010/main" val="23304470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losing - Socials">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p:nvSpPr>
        <p:spPr>
          <a:xfrm>
            <a:off x="-3908"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9" name="Graphic 37">
            <a:extLst>
              <a:ext uri="{FF2B5EF4-FFF2-40B4-BE49-F238E27FC236}">
                <a16:creationId xmlns:a16="http://schemas.microsoft.com/office/drawing/2014/main" id="{C5940A15-111C-7A41-A39B-F810A6089F2F}"/>
              </a:ext>
            </a:extLst>
          </p:cNvPr>
          <p:cNvSpPr/>
          <p:nvPr/>
        </p:nvSpPr>
        <p:spPr>
          <a:xfrm>
            <a:off x="1046767" y="1968576"/>
            <a:ext cx="1929515" cy="1873101"/>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t" anchorCtr="0"/>
          <a:lstStyle/>
          <a:p>
            <a:endParaRPr lang="en-PT">
              <a:solidFill>
                <a:schemeClr val="bg2"/>
              </a:solidFill>
            </a:endParaRPr>
          </a:p>
        </p:txBody>
      </p:sp>
      <p:sp>
        <p:nvSpPr>
          <p:cNvPr id="2" name="Title 1">
            <a:extLst>
              <a:ext uri="{FF2B5EF4-FFF2-40B4-BE49-F238E27FC236}">
                <a16:creationId xmlns:a16="http://schemas.microsoft.com/office/drawing/2014/main" id="{2DE5C04A-D6E5-D14D-B886-D76CD73B3D8F}"/>
              </a:ext>
            </a:extLst>
          </p:cNvPr>
          <p:cNvSpPr>
            <a:spLocks noGrp="1"/>
          </p:cNvSpPr>
          <p:nvPr>
            <p:ph type="title" hasCustomPrompt="1"/>
          </p:nvPr>
        </p:nvSpPr>
        <p:spPr>
          <a:xfrm>
            <a:off x="2745067" y="2210363"/>
            <a:ext cx="6709485" cy="523873"/>
          </a:xfrm>
        </p:spPr>
        <p:txBody>
          <a:bodyPr anchor="t" anchorCtr="0">
            <a:noAutofit/>
          </a:bodyPr>
          <a:lstStyle>
            <a:lvl1pPr algn="ctr">
              <a:defRPr sz="4000"/>
            </a:lvl1pPr>
          </a:lstStyle>
          <a:p>
            <a:r>
              <a:rPr lang="en-GB"/>
              <a:t>Click to insert text</a:t>
            </a:r>
            <a:endParaRPr lang="en-PT"/>
          </a:p>
        </p:txBody>
      </p:sp>
      <p:sp>
        <p:nvSpPr>
          <p:cNvPr id="13" name="Text Placeholder 12">
            <a:extLst>
              <a:ext uri="{FF2B5EF4-FFF2-40B4-BE49-F238E27FC236}">
                <a16:creationId xmlns:a16="http://schemas.microsoft.com/office/drawing/2014/main" id="{973F46BB-2334-8248-9E94-742CB1B52251}"/>
              </a:ext>
            </a:extLst>
          </p:cNvPr>
          <p:cNvSpPr>
            <a:spLocks noGrp="1"/>
          </p:cNvSpPr>
          <p:nvPr>
            <p:ph type="body" sz="quarter" idx="13" hasCustomPrompt="1"/>
          </p:nvPr>
        </p:nvSpPr>
        <p:spPr>
          <a:xfrm>
            <a:off x="2745067" y="2905127"/>
            <a:ext cx="6709485" cy="297184"/>
          </a:xfrm>
        </p:spPr>
        <p:txBody>
          <a:bodyPr anchor="t" anchorCtr="0">
            <a:normAutofit/>
          </a:bodyPr>
          <a:lstStyle>
            <a:lvl1pPr algn="ctr">
              <a:defRPr sz="1400" b="0"/>
            </a:lvl1pPr>
          </a:lstStyle>
          <a:p>
            <a:pPr lvl="0"/>
            <a:r>
              <a:rPr lang="en-GB"/>
              <a:t>Click to insert text</a:t>
            </a:r>
            <a:endParaRPr lang="en-PT"/>
          </a:p>
        </p:txBody>
      </p:sp>
      <p:sp>
        <p:nvSpPr>
          <p:cNvPr id="46" name="Freeform 45">
            <a:extLst>
              <a:ext uri="{FF2B5EF4-FFF2-40B4-BE49-F238E27FC236}">
                <a16:creationId xmlns:a16="http://schemas.microsoft.com/office/drawing/2014/main" id="{43DC71A4-8A59-A64C-8B43-8A4B9ED4136E}"/>
              </a:ext>
            </a:extLst>
          </p:cNvPr>
          <p:cNvSpPr/>
          <p:nvPr/>
        </p:nvSpPr>
        <p:spPr>
          <a:xfrm>
            <a:off x="10665896" y="1547234"/>
            <a:ext cx="1537632" cy="1873102"/>
          </a:xfrm>
          <a:custGeom>
            <a:avLst/>
            <a:gdLst>
              <a:gd name="connsiteX0" fmla="*/ 964758 w 1537632"/>
              <a:gd name="connsiteY0" fmla="*/ 0 h 1873102"/>
              <a:gd name="connsiteX1" fmla="*/ 1537632 w 1537632"/>
              <a:gd name="connsiteY1" fmla="*/ 574063 h 1873102"/>
              <a:gd name="connsiteX2" fmla="*/ 1537632 w 1537632"/>
              <a:gd name="connsiteY2" fmla="*/ 1480404 h 1873102"/>
              <a:gd name="connsiteX3" fmla="*/ 964758 w 1537632"/>
              <a:gd name="connsiteY3" fmla="*/ 906342 h 1873102"/>
              <a:gd name="connsiteX4" fmla="*/ 0 w 1537632"/>
              <a:gd name="connsiteY4" fmla="*/ 1873102 h 1873102"/>
              <a:gd name="connsiteX5" fmla="*/ 0 w 1537632"/>
              <a:gd name="connsiteY5" fmla="*/ 966760 h 1873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7632" h="1873102">
                <a:moveTo>
                  <a:pt x="964758" y="0"/>
                </a:moveTo>
                <a:lnTo>
                  <a:pt x="1537632" y="574063"/>
                </a:lnTo>
                <a:lnTo>
                  <a:pt x="1537632" y="1480404"/>
                </a:lnTo>
                <a:lnTo>
                  <a:pt x="964758" y="906342"/>
                </a:lnTo>
                <a:lnTo>
                  <a:pt x="0" y="1873102"/>
                </a:lnTo>
                <a:lnTo>
                  <a:pt x="0" y="966760"/>
                </a:lnTo>
                <a:close/>
              </a:path>
            </a:pathLst>
          </a:custGeom>
          <a:solidFill>
            <a:schemeClr val="bg2"/>
          </a:solidFill>
          <a:ln w="0" cap="flat">
            <a:noFill/>
            <a:prstDash val="solid"/>
            <a:miter/>
          </a:ln>
        </p:spPr>
        <p:txBody>
          <a:bodyPr wrap="square" rtlCol="0" anchor="ctr">
            <a:noAutofit/>
          </a:bodyPr>
          <a:lstStyle/>
          <a:p>
            <a:endParaRPr lang="en-PT">
              <a:solidFill>
                <a:schemeClr val="bg2"/>
              </a:solidFill>
            </a:endParaRPr>
          </a:p>
        </p:txBody>
      </p:sp>
      <p:sp>
        <p:nvSpPr>
          <p:cNvPr id="45" name="Freeform 44">
            <a:extLst>
              <a:ext uri="{FF2B5EF4-FFF2-40B4-BE49-F238E27FC236}">
                <a16:creationId xmlns:a16="http://schemas.microsoft.com/office/drawing/2014/main" id="{209A5318-ED26-9346-B3A1-66621D2E6A65}"/>
              </a:ext>
            </a:extLst>
          </p:cNvPr>
          <p:cNvSpPr/>
          <p:nvPr/>
        </p:nvSpPr>
        <p:spPr>
          <a:xfrm>
            <a:off x="8700669" y="-8965"/>
            <a:ext cx="1929516" cy="1179161"/>
          </a:xfrm>
          <a:custGeom>
            <a:avLst/>
            <a:gdLst>
              <a:gd name="connsiteX0" fmla="*/ 272254 w 1929516"/>
              <a:gd name="connsiteY0" fmla="*/ 0 h 1179161"/>
              <a:gd name="connsiteX1" fmla="*/ 1657262 w 1929516"/>
              <a:gd name="connsiteY1" fmla="*/ 0 h 1179161"/>
              <a:gd name="connsiteX2" fmla="*/ 1929516 w 1929516"/>
              <a:gd name="connsiteY2" fmla="*/ 272819 h 1179161"/>
              <a:gd name="connsiteX3" fmla="*/ 1929516 w 1929516"/>
              <a:gd name="connsiteY3" fmla="*/ 1179161 h 1179161"/>
              <a:gd name="connsiteX4" fmla="*/ 964758 w 1929516"/>
              <a:gd name="connsiteY4" fmla="*/ 212401 h 1179161"/>
              <a:gd name="connsiteX5" fmla="*/ 0 w 1929516"/>
              <a:gd name="connsiteY5" fmla="*/ 1179161 h 1179161"/>
              <a:gd name="connsiteX6" fmla="*/ 0 w 1929516"/>
              <a:gd name="connsiteY6" fmla="*/ 272819 h 1179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9516" h="1179161">
                <a:moveTo>
                  <a:pt x="272254" y="0"/>
                </a:moveTo>
                <a:lnTo>
                  <a:pt x="1657262" y="0"/>
                </a:lnTo>
                <a:lnTo>
                  <a:pt x="1929516" y="272819"/>
                </a:lnTo>
                <a:lnTo>
                  <a:pt x="1929516" y="1179161"/>
                </a:lnTo>
                <a:lnTo>
                  <a:pt x="964758" y="212401"/>
                </a:lnTo>
                <a:lnTo>
                  <a:pt x="0" y="1179161"/>
                </a:lnTo>
                <a:lnTo>
                  <a:pt x="0" y="272819"/>
                </a:lnTo>
                <a:close/>
              </a:path>
            </a:pathLst>
          </a:custGeom>
          <a:solidFill>
            <a:schemeClr val="bg2"/>
          </a:solidFill>
          <a:ln w="0" cap="flat">
            <a:noFill/>
            <a:prstDash val="solid"/>
            <a:miter/>
          </a:ln>
        </p:spPr>
        <p:txBody>
          <a:bodyPr wrap="square" rtlCol="0" anchor="ctr">
            <a:noAutofit/>
          </a:bodyPr>
          <a:lstStyle/>
          <a:p>
            <a:endParaRPr lang="en-PT">
              <a:solidFill>
                <a:schemeClr val="bg2"/>
              </a:solidFill>
            </a:endParaRPr>
          </a:p>
        </p:txBody>
      </p:sp>
      <p:sp>
        <p:nvSpPr>
          <p:cNvPr id="44" name="Graphic 37">
            <a:extLst>
              <a:ext uri="{FF2B5EF4-FFF2-40B4-BE49-F238E27FC236}">
                <a16:creationId xmlns:a16="http://schemas.microsoft.com/office/drawing/2014/main" id="{10BC64C3-7813-6448-BE5E-F0C43625CAE5}"/>
              </a:ext>
            </a:extLst>
          </p:cNvPr>
          <p:cNvSpPr/>
          <p:nvPr/>
        </p:nvSpPr>
        <p:spPr>
          <a:xfrm>
            <a:off x="8711590" y="3833234"/>
            <a:ext cx="1929515" cy="1873101"/>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bg2"/>
          </a:solidFill>
          <a:ln w="0" cap="flat">
            <a:noFill/>
            <a:prstDash val="solid"/>
            <a:miter/>
          </a:ln>
        </p:spPr>
        <p:txBody>
          <a:bodyPr rtlCol="0" anchor="ctr"/>
          <a:lstStyle/>
          <a:p>
            <a:endParaRPr lang="en-PT">
              <a:solidFill>
                <a:schemeClr val="bg2"/>
              </a:solidFill>
            </a:endParaRPr>
          </a:p>
        </p:txBody>
      </p:sp>
      <p:grpSp>
        <p:nvGrpSpPr>
          <p:cNvPr id="10" name="Graphic 8">
            <a:extLst>
              <a:ext uri="{FF2B5EF4-FFF2-40B4-BE49-F238E27FC236}">
                <a16:creationId xmlns:a16="http://schemas.microsoft.com/office/drawing/2014/main" id="{39AAEDB2-775C-BA4A-BC91-6BA061D46184}"/>
              </a:ext>
            </a:extLst>
          </p:cNvPr>
          <p:cNvGrpSpPr/>
          <p:nvPr/>
        </p:nvGrpSpPr>
        <p:grpSpPr>
          <a:xfrm>
            <a:off x="4591872" y="3710345"/>
            <a:ext cx="2995680" cy="888549"/>
            <a:chOff x="3848100" y="2762250"/>
            <a:chExt cx="4495800" cy="1333500"/>
          </a:xfrm>
        </p:grpSpPr>
        <p:sp>
          <p:nvSpPr>
            <p:cNvPr id="11" name="Freeform 10">
              <a:extLst>
                <a:ext uri="{FF2B5EF4-FFF2-40B4-BE49-F238E27FC236}">
                  <a16:creationId xmlns:a16="http://schemas.microsoft.com/office/drawing/2014/main" id="{17788A5F-4358-DB45-8250-E823A404388A}"/>
                </a:ext>
              </a:extLst>
            </p:cNvPr>
            <p:cNvSpPr/>
            <p:nvPr/>
          </p:nvSpPr>
          <p:spPr>
            <a:xfrm>
              <a:off x="5520955" y="2762250"/>
              <a:ext cx="1150088" cy="1333500"/>
            </a:xfrm>
            <a:custGeom>
              <a:avLst/>
              <a:gdLst>
                <a:gd name="connsiteX0" fmla="*/ 1150088 w 1150088"/>
                <a:gd name="connsiteY0" fmla="*/ 1000125 h 1333500"/>
                <a:gd name="connsiteX1" fmla="*/ 1150088 w 1150088"/>
                <a:gd name="connsiteY1" fmla="*/ 333375 h 1333500"/>
                <a:gd name="connsiteX2" fmla="*/ 575044 w 1150088"/>
                <a:gd name="connsiteY2" fmla="*/ 0 h 1333500"/>
                <a:gd name="connsiteX3" fmla="*/ 0 w 1150088"/>
                <a:gd name="connsiteY3" fmla="*/ 333375 h 1333500"/>
                <a:gd name="connsiteX4" fmla="*/ 0 w 1150088"/>
                <a:gd name="connsiteY4" fmla="*/ 1000125 h 1333500"/>
                <a:gd name="connsiteX5" fmla="*/ 575044 w 1150088"/>
                <a:gd name="connsiteY5" fmla="*/ 1333500 h 1333500"/>
                <a:gd name="connsiteX6" fmla="*/ 1150088 w 1150088"/>
                <a:gd name="connsiteY6" fmla="*/ 1000125 h 133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0088" h="1333500">
                  <a:moveTo>
                    <a:pt x="1150088" y="1000125"/>
                  </a:moveTo>
                  <a:lnTo>
                    <a:pt x="1150088" y="333375"/>
                  </a:lnTo>
                  <a:lnTo>
                    <a:pt x="575044" y="0"/>
                  </a:lnTo>
                  <a:lnTo>
                    <a:pt x="0" y="333375"/>
                  </a:lnTo>
                  <a:lnTo>
                    <a:pt x="0" y="1000125"/>
                  </a:lnTo>
                  <a:lnTo>
                    <a:pt x="575044" y="1333500"/>
                  </a:lnTo>
                  <a:lnTo>
                    <a:pt x="1150088" y="1000125"/>
                  </a:lnTo>
                  <a:close/>
                </a:path>
              </a:pathLst>
            </a:custGeom>
            <a:solidFill>
              <a:srgbClr val="215A56"/>
            </a:solidFill>
            <a:ln w="0" cap="flat">
              <a:noFill/>
              <a:prstDash val="solid"/>
              <a:miter/>
            </a:ln>
          </p:spPr>
          <p:txBody>
            <a:bodyPr rtlCol="0" anchor="ctr"/>
            <a:lstStyle/>
            <a:p>
              <a:endParaRPr lang="en-PT"/>
            </a:p>
          </p:txBody>
        </p:sp>
        <p:sp>
          <p:nvSpPr>
            <p:cNvPr id="12" name="Freeform 11">
              <a:extLst>
                <a:ext uri="{FF2B5EF4-FFF2-40B4-BE49-F238E27FC236}">
                  <a16:creationId xmlns:a16="http://schemas.microsoft.com/office/drawing/2014/main" id="{97CEE0D2-DD95-3D40-AAF6-7A22E0801C1B}"/>
                </a:ext>
              </a:extLst>
            </p:cNvPr>
            <p:cNvSpPr/>
            <p:nvPr/>
          </p:nvSpPr>
          <p:spPr>
            <a:xfrm>
              <a:off x="7193811" y="2762250"/>
              <a:ext cx="1150088" cy="1333500"/>
            </a:xfrm>
            <a:custGeom>
              <a:avLst/>
              <a:gdLst>
                <a:gd name="connsiteX0" fmla="*/ 1150088 w 1150088"/>
                <a:gd name="connsiteY0" fmla="*/ 1000125 h 1333500"/>
                <a:gd name="connsiteX1" fmla="*/ 1150088 w 1150088"/>
                <a:gd name="connsiteY1" fmla="*/ 333375 h 1333500"/>
                <a:gd name="connsiteX2" fmla="*/ 575044 w 1150088"/>
                <a:gd name="connsiteY2" fmla="*/ 0 h 1333500"/>
                <a:gd name="connsiteX3" fmla="*/ 0 w 1150088"/>
                <a:gd name="connsiteY3" fmla="*/ 333375 h 1333500"/>
                <a:gd name="connsiteX4" fmla="*/ 0 w 1150088"/>
                <a:gd name="connsiteY4" fmla="*/ 1000125 h 1333500"/>
                <a:gd name="connsiteX5" fmla="*/ 575044 w 1150088"/>
                <a:gd name="connsiteY5" fmla="*/ 1333500 h 1333500"/>
                <a:gd name="connsiteX6" fmla="*/ 1150088 w 1150088"/>
                <a:gd name="connsiteY6" fmla="*/ 1000125 h 133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0088" h="1333500">
                  <a:moveTo>
                    <a:pt x="1150088" y="1000125"/>
                  </a:moveTo>
                  <a:lnTo>
                    <a:pt x="1150088" y="333375"/>
                  </a:lnTo>
                  <a:lnTo>
                    <a:pt x="575044" y="0"/>
                  </a:lnTo>
                  <a:lnTo>
                    <a:pt x="0" y="333375"/>
                  </a:lnTo>
                  <a:lnTo>
                    <a:pt x="0" y="1000125"/>
                  </a:lnTo>
                  <a:lnTo>
                    <a:pt x="575044" y="1333500"/>
                  </a:lnTo>
                  <a:lnTo>
                    <a:pt x="1150088" y="1000125"/>
                  </a:lnTo>
                  <a:close/>
                </a:path>
              </a:pathLst>
            </a:custGeom>
            <a:solidFill>
              <a:srgbClr val="215A56"/>
            </a:solidFill>
            <a:ln w="0" cap="flat">
              <a:noFill/>
              <a:prstDash val="solid"/>
              <a:miter/>
            </a:ln>
          </p:spPr>
          <p:txBody>
            <a:bodyPr rtlCol="0" anchor="ctr"/>
            <a:lstStyle/>
            <a:p>
              <a:endParaRPr lang="en-PT"/>
            </a:p>
          </p:txBody>
        </p:sp>
        <p:sp>
          <p:nvSpPr>
            <p:cNvPr id="14" name="Freeform 13">
              <a:extLst>
                <a:ext uri="{FF2B5EF4-FFF2-40B4-BE49-F238E27FC236}">
                  <a16:creationId xmlns:a16="http://schemas.microsoft.com/office/drawing/2014/main" id="{2DC54F5C-9F0F-164E-AE3E-582FD9C3AF6D}"/>
                </a:ext>
              </a:extLst>
            </p:cNvPr>
            <p:cNvSpPr/>
            <p:nvPr/>
          </p:nvSpPr>
          <p:spPr>
            <a:xfrm>
              <a:off x="3848100" y="2762250"/>
              <a:ext cx="1150088" cy="1333500"/>
            </a:xfrm>
            <a:custGeom>
              <a:avLst/>
              <a:gdLst>
                <a:gd name="connsiteX0" fmla="*/ 1150088 w 1150088"/>
                <a:gd name="connsiteY0" fmla="*/ 1000125 h 1333500"/>
                <a:gd name="connsiteX1" fmla="*/ 1150088 w 1150088"/>
                <a:gd name="connsiteY1" fmla="*/ 333375 h 1333500"/>
                <a:gd name="connsiteX2" fmla="*/ 575044 w 1150088"/>
                <a:gd name="connsiteY2" fmla="*/ 0 h 1333500"/>
                <a:gd name="connsiteX3" fmla="*/ 0 w 1150088"/>
                <a:gd name="connsiteY3" fmla="*/ 333375 h 1333500"/>
                <a:gd name="connsiteX4" fmla="*/ 0 w 1150088"/>
                <a:gd name="connsiteY4" fmla="*/ 1000125 h 1333500"/>
                <a:gd name="connsiteX5" fmla="*/ 575044 w 1150088"/>
                <a:gd name="connsiteY5" fmla="*/ 1333500 h 1333500"/>
                <a:gd name="connsiteX6" fmla="*/ 1150088 w 1150088"/>
                <a:gd name="connsiteY6" fmla="*/ 1000125 h 133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0088" h="1333500">
                  <a:moveTo>
                    <a:pt x="1150088" y="1000125"/>
                  </a:moveTo>
                  <a:lnTo>
                    <a:pt x="1150088" y="333375"/>
                  </a:lnTo>
                  <a:lnTo>
                    <a:pt x="575044" y="0"/>
                  </a:lnTo>
                  <a:lnTo>
                    <a:pt x="0" y="333375"/>
                  </a:lnTo>
                  <a:lnTo>
                    <a:pt x="0" y="1000125"/>
                  </a:lnTo>
                  <a:lnTo>
                    <a:pt x="575044" y="1333500"/>
                  </a:lnTo>
                  <a:lnTo>
                    <a:pt x="1150088" y="1000125"/>
                  </a:lnTo>
                  <a:close/>
                </a:path>
              </a:pathLst>
            </a:custGeom>
            <a:solidFill>
              <a:srgbClr val="215A56"/>
            </a:solidFill>
            <a:ln w="0" cap="flat">
              <a:noFill/>
              <a:prstDash val="solid"/>
              <a:miter/>
            </a:ln>
          </p:spPr>
          <p:txBody>
            <a:bodyPr rtlCol="0" anchor="ctr"/>
            <a:lstStyle/>
            <a:p>
              <a:endParaRPr lang="en-PT"/>
            </a:p>
          </p:txBody>
        </p:sp>
        <p:sp>
          <p:nvSpPr>
            <p:cNvPr id="16" name="Freeform 15">
              <a:extLst>
                <a:ext uri="{FF2B5EF4-FFF2-40B4-BE49-F238E27FC236}">
                  <a16:creationId xmlns:a16="http://schemas.microsoft.com/office/drawing/2014/main" id="{C5BEE5B7-7139-B64F-B33B-3000283FBB93}"/>
                </a:ext>
              </a:extLst>
            </p:cNvPr>
            <p:cNvSpPr/>
            <p:nvPr/>
          </p:nvSpPr>
          <p:spPr>
            <a:xfrm>
              <a:off x="4218789" y="3190894"/>
              <a:ext cx="399109" cy="400030"/>
            </a:xfrm>
            <a:custGeom>
              <a:avLst/>
              <a:gdLst>
                <a:gd name="connsiteX0" fmla="*/ 89156 w 399109"/>
                <a:gd name="connsiteY0" fmla="*/ 400031 h 400030"/>
                <a:gd name="connsiteX1" fmla="*/ 6273 w 399109"/>
                <a:gd name="connsiteY1" fmla="*/ 400031 h 400030"/>
                <a:gd name="connsiteX2" fmla="*/ 6273 w 399109"/>
                <a:gd name="connsiteY2" fmla="*/ 132664 h 400030"/>
                <a:gd name="connsiteX3" fmla="*/ 89156 w 399109"/>
                <a:gd name="connsiteY3" fmla="*/ 132664 h 400030"/>
                <a:gd name="connsiteX4" fmla="*/ 89156 w 399109"/>
                <a:gd name="connsiteY4" fmla="*/ 400031 h 400030"/>
                <a:gd name="connsiteX5" fmla="*/ 47239 w 399109"/>
                <a:gd name="connsiteY5" fmla="*/ 96945 h 400030"/>
                <a:gd name="connsiteX6" fmla="*/ 0 w 399109"/>
                <a:gd name="connsiteY6" fmla="*/ 47796 h 400030"/>
                <a:gd name="connsiteX7" fmla="*/ 71286 w 399109"/>
                <a:gd name="connsiteY7" fmla="*/ 6648 h 400030"/>
                <a:gd name="connsiteX8" fmla="*/ 95334 w 399109"/>
                <a:gd name="connsiteY8" fmla="*/ 47796 h 400030"/>
                <a:gd name="connsiteX9" fmla="*/ 47239 w 399109"/>
                <a:gd name="connsiteY9" fmla="*/ 96945 h 400030"/>
                <a:gd name="connsiteX10" fmla="*/ 316322 w 399109"/>
                <a:gd name="connsiteY10" fmla="*/ 400031 h 400030"/>
                <a:gd name="connsiteX11" fmla="*/ 316322 w 399109"/>
                <a:gd name="connsiteY11" fmla="*/ 270395 h 400030"/>
                <a:gd name="connsiteX12" fmla="*/ 272695 w 399109"/>
                <a:gd name="connsiteY12" fmla="*/ 199815 h 400030"/>
                <a:gd name="connsiteX13" fmla="*/ 223649 w 399109"/>
                <a:gd name="connsiteY13" fmla="*/ 267728 h 400030"/>
                <a:gd name="connsiteX14" fmla="*/ 223649 w 399109"/>
                <a:gd name="connsiteY14" fmla="*/ 400031 h 400030"/>
                <a:gd name="connsiteX15" fmla="*/ 140767 w 399109"/>
                <a:gd name="connsiteY15" fmla="*/ 400031 h 400030"/>
                <a:gd name="connsiteX16" fmla="*/ 140767 w 399109"/>
                <a:gd name="connsiteY16" fmla="*/ 132664 h 400030"/>
                <a:gd name="connsiteX17" fmla="*/ 220038 w 399109"/>
                <a:gd name="connsiteY17" fmla="*/ 132664 h 400030"/>
                <a:gd name="connsiteX18" fmla="*/ 220038 w 399109"/>
                <a:gd name="connsiteY18" fmla="*/ 169335 h 400030"/>
                <a:gd name="connsiteX19" fmla="*/ 220893 w 399109"/>
                <a:gd name="connsiteY19" fmla="*/ 169335 h 400030"/>
                <a:gd name="connsiteX20" fmla="*/ 299308 w 399109"/>
                <a:gd name="connsiteY20" fmla="*/ 126377 h 400030"/>
                <a:gd name="connsiteX21" fmla="*/ 399109 w 399109"/>
                <a:gd name="connsiteY21" fmla="*/ 253346 h 400030"/>
                <a:gd name="connsiteX22" fmla="*/ 399109 w 399109"/>
                <a:gd name="connsiteY22" fmla="*/ 399935 h 400030"/>
                <a:gd name="connsiteX23" fmla="*/ 316227 w 399109"/>
                <a:gd name="connsiteY23" fmla="*/ 399935 h 40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9109" h="400030">
                  <a:moveTo>
                    <a:pt x="89156" y="400031"/>
                  </a:moveTo>
                  <a:lnTo>
                    <a:pt x="6273" y="400031"/>
                  </a:lnTo>
                  <a:lnTo>
                    <a:pt x="6273" y="132664"/>
                  </a:lnTo>
                  <a:lnTo>
                    <a:pt x="89156" y="132664"/>
                  </a:lnTo>
                  <a:lnTo>
                    <a:pt x="89156" y="400031"/>
                  </a:lnTo>
                  <a:close/>
                  <a:moveTo>
                    <a:pt x="47239" y="96945"/>
                  </a:moveTo>
                  <a:cubicBezTo>
                    <a:pt x="21386" y="96945"/>
                    <a:pt x="0" y="74561"/>
                    <a:pt x="0" y="47796"/>
                  </a:cubicBezTo>
                  <a:cubicBezTo>
                    <a:pt x="0" y="11125"/>
                    <a:pt x="39160" y="-12116"/>
                    <a:pt x="71286" y="6648"/>
                  </a:cubicBezTo>
                  <a:cubicBezTo>
                    <a:pt x="86399" y="14649"/>
                    <a:pt x="95334" y="30746"/>
                    <a:pt x="95334" y="47796"/>
                  </a:cubicBezTo>
                  <a:cubicBezTo>
                    <a:pt x="95334" y="74657"/>
                    <a:pt x="73948" y="96945"/>
                    <a:pt x="47239" y="96945"/>
                  </a:cubicBezTo>
                  <a:close/>
                  <a:moveTo>
                    <a:pt x="316322" y="400031"/>
                  </a:moveTo>
                  <a:lnTo>
                    <a:pt x="316322" y="270395"/>
                  </a:lnTo>
                  <a:cubicBezTo>
                    <a:pt x="316322" y="239153"/>
                    <a:pt x="315466" y="199815"/>
                    <a:pt x="272695" y="199815"/>
                  </a:cubicBezTo>
                  <a:cubicBezTo>
                    <a:pt x="229923" y="199815"/>
                    <a:pt x="223649" y="232867"/>
                    <a:pt x="223649" y="267728"/>
                  </a:cubicBezTo>
                  <a:lnTo>
                    <a:pt x="223649" y="400031"/>
                  </a:lnTo>
                  <a:lnTo>
                    <a:pt x="140767" y="400031"/>
                  </a:lnTo>
                  <a:lnTo>
                    <a:pt x="140767" y="132664"/>
                  </a:lnTo>
                  <a:lnTo>
                    <a:pt x="220038" y="132664"/>
                  </a:lnTo>
                  <a:lnTo>
                    <a:pt x="220038" y="169335"/>
                  </a:lnTo>
                  <a:lnTo>
                    <a:pt x="220893" y="169335"/>
                  </a:lnTo>
                  <a:cubicBezTo>
                    <a:pt x="232489" y="148761"/>
                    <a:pt x="259198" y="126377"/>
                    <a:pt x="299308" y="126377"/>
                  </a:cubicBezTo>
                  <a:cubicBezTo>
                    <a:pt x="383046" y="126377"/>
                    <a:pt x="399109" y="181813"/>
                    <a:pt x="399109" y="253346"/>
                  </a:cubicBezTo>
                  <a:lnTo>
                    <a:pt x="399109" y="399935"/>
                  </a:lnTo>
                  <a:lnTo>
                    <a:pt x="316227" y="399935"/>
                  </a:lnTo>
                  <a:close/>
                </a:path>
              </a:pathLst>
            </a:custGeom>
            <a:solidFill>
              <a:srgbClr val="CDEAE3"/>
            </a:solidFill>
            <a:ln w="0" cap="flat">
              <a:noFill/>
              <a:prstDash val="solid"/>
              <a:miter/>
            </a:ln>
          </p:spPr>
          <p:txBody>
            <a:bodyPr rtlCol="0" anchor="ctr"/>
            <a:lstStyle/>
            <a:p>
              <a:endParaRPr lang="en-PT"/>
            </a:p>
          </p:txBody>
        </p:sp>
        <p:sp>
          <p:nvSpPr>
            <p:cNvPr id="18" name="Freeform 17">
              <a:extLst>
                <a:ext uri="{FF2B5EF4-FFF2-40B4-BE49-F238E27FC236}">
                  <a16:creationId xmlns:a16="http://schemas.microsoft.com/office/drawing/2014/main" id="{47D2E7E4-B852-CB47-8F3B-E782EE189C73}"/>
                </a:ext>
              </a:extLst>
            </p:cNvPr>
            <p:cNvSpPr/>
            <p:nvPr/>
          </p:nvSpPr>
          <p:spPr>
            <a:xfrm>
              <a:off x="5882045" y="3219354"/>
              <a:ext cx="418308" cy="419195"/>
            </a:xfrm>
            <a:custGeom>
              <a:avLst/>
              <a:gdLst>
                <a:gd name="connsiteX0" fmla="*/ 209677 w 418308"/>
                <a:gd name="connsiteY0" fmla="*/ 101632 h 419195"/>
                <a:gd name="connsiteX1" fmla="*/ 316987 w 418308"/>
                <a:gd name="connsiteY1" fmla="*/ 209169 h 419195"/>
                <a:gd name="connsiteX2" fmla="*/ 209677 w 418308"/>
                <a:gd name="connsiteY2" fmla="*/ 316706 h 419195"/>
                <a:gd name="connsiteX3" fmla="*/ 102367 w 418308"/>
                <a:gd name="connsiteY3" fmla="*/ 209169 h 419195"/>
                <a:gd name="connsiteX4" fmla="*/ 209677 w 418308"/>
                <a:gd name="connsiteY4" fmla="*/ 101632 h 419195"/>
                <a:gd name="connsiteX5" fmla="*/ 209677 w 418308"/>
                <a:gd name="connsiteY5" fmla="*/ 279368 h 419195"/>
                <a:gd name="connsiteX6" fmla="*/ 278778 w 418308"/>
                <a:gd name="connsiteY6" fmla="*/ 209169 h 419195"/>
                <a:gd name="connsiteX7" fmla="*/ 209677 w 418308"/>
                <a:gd name="connsiteY7" fmla="*/ 139922 h 419195"/>
                <a:gd name="connsiteX8" fmla="*/ 139626 w 418308"/>
                <a:gd name="connsiteY8" fmla="*/ 209169 h 419195"/>
                <a:gd name="connsiteX9" fmla="*/ 209677 w 418308"/>
                <a:gd name="connsiteY9" fmla="*/ 279368 h 419195"/>
                <a:gd name="connsiteX10" fmla="*/ 345977 w 418308"/>
                <a:gd name="connsiteY10" fmla="*/ 97822 h 419195"/>
                <a:gd name="connsiteX11" fmla="*/ 320789 w 418308"/>
                <a:gd name="connsiteY11" fmla="*/ 72581 h 419195"/>
                <a:gd name="connsiteX12" fmla="*/ 295601 w 418308"/>
                <a:gd name="connsiteY12" fmla="*/ 97822 h 419195"/>
                <a:gd name="connsiteX13" fmla="*/ 320789 w 418308"/>
                <a:gd name="connsiteY13" fmla="*/ 123063 h 419195"/>
                <a:gd name="connsiteX14" fmla="*/ 345977 w 418308"/>
                <a:gd name="connsiteY14" fmla="*/ 97822 h 419195"/>
                <a:gd name="connsiteX15" fmla="*/ 416883 w 418308"/>
                <a:gd name="connsiteY15" fmla="*/ 123063 h 419195"/>
                <a:gd name="connsiteX16" fmla="*/ 416883 w 418308"/>
                <a:gd name="connsiteY16" fmla="*/ 296132 h 419195"/>
                <a:gd name="connsiteX17" fmla="*/ 383236 w 418308"/>
                <a:gd name="connsiteY17" fmla="*/ 384048 h 419195"/>
                <a:gd name="connsiteX18" fmla="*/ 295506 w 418308"/>
                <a:gd name="connsiteY18" fmla="*/ 417767 h 419195"/>
                <a:gd name="connsiteX19" fmla="*/ 122803 w 418308"/>
                <a:gd name="connsiteY19" fmla="*/ 417767 h 419195"/>
                <a:gd name="connsiteX20" fmla="*/ 35073 w 418308"/>
                <a:gd name="connsiteY20" fmla="*/ 384048 h 419195"/>
                <a:gd name="connsiteX21" fmla="*/ 1426 w 418308"/>
                <a:gd name="connsiteY21" fmla="*/ 296132 h 419195"/>
                <a:gd name="connsiteX22" fmla="*/ 1426 w 418308"/>
                <a:gd name="connsiteY22" fmla="*/ 123063 h 419195"/>
                <a:gd name="connsiteX23" fmla="*/ 35073 w 418308"/>
                <a:gd name="connsiteY23" fmla="*/ 35147 h 419195"/>
                <a:gd name="connsiteX24" fmla="*/ 122803 w 418308"/>
                <a:gd name="connsiteY24" fmla="*/ 1429 h 419195"/>
                <a:gd name="connsiteX25" fmla="*/ 295506 w 418308"/>
                <a:gd name="connsiteY25" fmla="*/ 1429 h 419195"/>
                <a:gd name="connsiteX26" fmla="*/ 383236 w 418308"/>
                <a:gd name="connsiteY26" fmla="*/ 35147 h 419195"/>
                <a:gd name="connsiteX27" fmla="*/ 416883 w 418308"/>
                <a:gd name="connsiteY27" fmla="*/ 123063 h 419195"/>
                <a:gd name="connsiteX28" fmla="*/ 372115 w 418308"/>
                <a:gd name="connsiteY28" fmla="*/ 332613 h 419195"/>
                <a:gd name="connsiteX29" fmla="*/ 380480 w 418308"/>
                <a:gd name="connsiteY29" fmla="*/ 209169 h 419195"/>
                <a:gd name="connsiteX30" fmla="*/ 372115 w 418308"/>
                <a:gd name="connsiteY30" fmla="*/ 85725 h 419195"/>
                <a:gd name="connsiteX31" fmla="*/ 332955 w 418308"/>
                <a:gd name="connsiteY31" fmla="*/ 46482 h 419195"/>
                <a:gd name="connsiteX32" fmla="*/ 209772 w 418308"/>
                <a:gd name="connsiteY32" fmla="*/ 38100 h 419195"/>
                <a:gd name="connsiteX33" fmla="*/ 86589 w 418308"/>
                <a:gd name="connsiteY33" fmla="*/ 46482 h 419195"/>
                <a:gd name="connsiteX34" fmla="*/ 46479 w 418308"/>
                <a:gd name="connsiteY34" fmla="*/ 85725 h 419195"/>
                <a:gd name="connsiteX35" fmla="*/ 38114 w 418308"/>
                <a:gd name="connsiteY35" fmla="*/ 209169 h 419195"/>
                <a:gd name="connsiteX36" fmla="*/ 46479 w 418308"/>
                <a:gd name="connsiteY36" fmla="*/ 332613 h 419195"/>
                <a:gd name="connsiteX37" fmla="*/ 86589 w 418308"/>
                <a:gd name="connsiteY37" fmla="*/ 372809 h 419195"/>
                <a:gd name="connsiteX38" fmla="*/ 209772 w 418308"/>
                <a:gd name="connsiteY38" fmla="*/ 381191 h 419195"/>
                <a:gd name="connsiteX39" fmla="*/ 332955 w 418308"/>
                <a:gd name="connsiteY39" fmla="*/ 372809 h 419195"/>
                <a:gd name="connsiteX40" fmla="*/ 372115 w 418308"/>
                <a:gd name="connsiteY40" fmla="*/ 332613 h 419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18308" h="419195">
                  <a:moveTo>
                    <a:pt x="209677" y="101632"/>
                  </a:moveTo>
                  <a:cubicBezTo>
                    <a:pt x="268512" y="101632"/>
                    <a:pt x="316987" y="150305"/>
                    <a:pt x="316987" y="209169"/>
                  </a:cubicBezTo>
                  <a:cubicBezTo>
                    <a:pt x="316987" y="268034"/>
                    <a:pt x="268417" y="316706"/>
                    <a:pt x="209677" y="316706"/>
                  </a:cubicBezTo>
                  <a:cubicBezTo>
                    <a:pt x="150937" y="316706"/>
                    <a:pt x="102367" y="268986"/>
                    <a:pt x="102367" y="209169"/>
                  </a:cubicBezTo>
                  <a:cubicBezTo>
                    <a:pt x="102367" y="149352"/>
                    <a:pt x="149987" y="101632"/>
                    <a:pt x="209677" y="101632"/>
                  </a:cubicBezTo>
                  <a:close/>
                  <a:moveTo>
                    <a:pt x="209677" y="279368"/>
                  </a:moveTo>
                  <a:cubicBezTo>
                    <a:pt x="247982" y="279368"/>
                    <a:pt x="278778" y="248507"/>
                    <a:pt x="278778" y="209169"/>
                  </a:cubicBezTo>
                  <a:cubicBezTo>
                    <a:pt x="278778" y="169831"/>
                    <a:pt x="247982" y="139922"/>
                    <a:pt x="209677" y="139922"/>
                  </a:cubicBezTo>
                  <a:cubicBezTo>
                    <a:pt x="171373" y="139922"/>
                    <a:pt x="139626" y="170783"/>
                    <a:pt x="139626" y="209169"/>
                  </a:cubicBezTo>
                  <a:cubicBezTo>
                    <a:pt x="139626" y="247555"/>
                    <a:pt x="171373" y="279368"/>
                    <a:pt x="209677" y="279368"/>
                  </a:cubicBezTo>
                  <a:close/>
                  <a:moveTo>
                    <a:pt x="345977" y="97822"/>
                  </a:moveTo>
                  <a:cubicBezTo>
                    <a:pt x="345977" y="83820"/>
                    <a:pt x="334761" y="72581"/>
                    <a:pt x="320789" y="72581"/>
                  </a:cubicBezTo>
                  <a:cubicBezTo>
                    <a:pt x="306817" y="72581"/>
                    <a:pt x="295601" y="83820"/>
                    <a:pt x="295601" y="97822"/>
                  </a:cubicBezTo>
                  <a:cubicBezTo>
                    <a:pt x="295601" y="111824"/>
                    <a:pt x="306817" y="123063"/>
                    <a:pt x="320789" y="123063"/>
                  </a:cubicBezTo>
                  <a:cubicBezTo>
                    <a:pt x="334761" y="123063"/>
                    <a:pt x="345977" y="111824"/>
                    <a:pt x="345977" y="97822"/>
                  </a:cubicBezTo>
                  <a:close/>
                  <a:moveTo>
                    <a:pt x="416883" y="123063"/>
                  </a:moveTo>
                  <a:cubicBezTo>
                    <a:pt x="418784" y="157639"/>
                    <a:pt x="418784" y="261556"/>
                    <a:pt x="416883" y="296132"/>
                  </a:cubicBezTo>
                  <a:cubicBezTo>
                    <a:pt x="414982" y="329851"/>
                    <a:pt x="407568" y="358807"/>
                    <a:pt x="383236" y="384048"/>
                  </a:cubicBezTo>
                  <a:cubicBezTo>
                    <a:pt x="358999" y="408337"/>
                    <a:pt x="329058" y="415862"/>
                    <a:pt x="295506" y="417767"/>
                  </a:cubicBezTo>
                  <a:cubicBezTo>
                    <a:pt x="261003" y="419672"/>
                    <a:pt x="157305" y="419672"/>
                    <a:pt x="122803" y="417767"/>
                  </a:cubicBezTo>
                  <a:cubicBezTo>
                    <a:pt x="89156" y="415862"/>
                    <a:pt x="60261" y="408432"/>
                    <a:pt x="35073" y="384048"/>
                  </a:cubicBezTo>
                  <a:cubicBezTo>
                    <a:pt x="10836" y="358807"/>
                    <a:pt x="3327" y="329756"/>
                    <a:pt x="1426" y="296132"/>
                  </a:cubicBezTo>
                  <a:cubicBezTo>
                    <a:pt x="-475" y="261556"/>
                    <a:pt x="-475" y="157639"/>
                    <a:pt x="1426" y="123063"/>
                  </a:cubicBezTo>
                  <a:cubicBezTo>
                    <a:pt x="3327" y="89345"/>
                    <a:pt x="10740" y="59436"/>
                    <a:pt x="35073" y="35147"/>
                  </a:cubicBezTo>
                  <a:cubicBezTo>
                    <a:pt x="60261" y="10859"/>
                    <a:pt x="89251" y="3334"/>
                    <a:pt x="122803" y="1429"/>
                  </a:cubicBezTo>
                  <a:cubicBezTo>
                    <a:pt x="157305" y="-476"/>
                    <a:pt x="261003" y="-476"/>
                    <a:pt x="295506" y="1429"/>
                  </a:cubicBezTo>
                  <a:cubicBezTo>
                    <a:pt x="329153" y="3334"/>
                    <a:pt x="358999" y="10763"/>
                    <a:pt x="383236" y="35147"/>
                  </a:cubicBezTo>
                  <a:cubicBezTo>
                    <a:pt x="407473" y="59436"/>
                    <a:pt x="414982" y="89440"/>
                    <a:pt x="416883" y="123063"/>
                  </a:cubicBezTo>
                  <a:close/>
                  <a:moveTo>
                    <a:pt x="372115" y="332613"/>
                  </a:moveTo>
                  <a:cubicBezTo>
                    <a:pt x="383331" y="305467"/>
                    <a:pt x="380480" y="240030"/>
                    <a:pt x="380480" y="209169"/>
                  </a:cubicBezTo>
                  <a:cubicBezTo>
                    <a:pt x="380480" y="178308"/>
                    <a:pt x="383331" y="113729"/>
                    <a:pt x="372115" y="85725"/>
                  </a:cubicBezTo>
                  <a:cubicBezTo>
                    <a:pt x="364702" y="67913"/>
                    <a:pt x="350634" y="52959"/>
                    <a:pt x="332955" y="46482"/>
                  </a:cubicBezTo>
                  <a:cubicBezTo>
                    <a:pt x="304916" y="35243"/>
                    <a:pt x="239618" y="38100"/>
                    <a:pt x="209772" y="38100"/>
                  </a:cubicBezTo>
                  <a:cubicBezTo>
                    <a:pt x="179927" y="38100"/>
                    <a:pt x="113583" y="35243"/>
                    <a:pt x="86589" y="46482"/>
                  </a:cubicBezTo>
                  <a:cubicBezTo>
                    <a:pt x="67960" y="53912"/>
                    <a:pt x="53893" y="68009"/>
                    <a:pt x="46479" y="85725"/>
                  </a:cubicBezTo>
                  <a:cubicBezTo>
                    <a:pt x="35263" y="113824"/>
                    <a:pt x="38114" y="179260"/>
                    <a:pt x="38114" y="209169"/>
                  </a:cubicBezTo>
                  <a:cubicBezTo>
                    <a:pt x="38114" y="239077"/>
                    <a:pt x="35263" y="305562"/>
                    <a:pt x="46479" y="332613"/>
                  </a:cubicBezTo>
                  <a:cubicBezTo>
                    <a:pt x="53893" y="351282"/>
                    <a:pt x="67960" y="365379"/>
                    <a:pt x="86589" y="372809"/>
                  </a:cubicBezTo>
                  <a:cubicBezTo>
                    <a:pt x="113678" y="384048"/>
                    <a:pt x="178977" y="381191"/>
                    <a:pt x="209772" y="381191"/>
                  </a:cubicBezTo>
                  <a:cubicBezTo>
                    <a:pt x="240568" y="381191"/>
                    <a:pt x="305011" y="384048"/>
                    <a:pt x="332955" y="372809"/>
                  </a:cubicBezTo>
                  <a:cubicBezTo>
                    <a:pt x="350729" y="365379"/>
                    <a:pt x="365652" y="351282"/>
                    <a:pt x="372115" y="332613"/>
                  </a:cubicBezTo>
                  <a:close/>
                </a:path>
              </a:pathLst>
            </a:custGeom>
            <a:solidFill>
              <a:srgbClr val="CDEAE3"/>
            </a:solidFill>
            <a:ln w="0" cap="flat">
              <a:noFill/>
              <a:prstDash val="solid"/>
              <a:miter/>
            </a:ln>
          </p:spPr>
          <p:txBody>
            <a:bodyPr rtlCol="0" anchor="ctr"/>
            <a:lstStyle/>
            <a:p>
              <a:endParaRPr lang="en-PT"/>
            </a:p>
          </p:txBody>
        </p:sp>
        <p:sp>
          <p:nvSpPr>
            <p:cNvPr id="21" name="Freeform 20">
              <a:extLst>
                <a:ext uri="{FF2B5EF4-FFF2-40B4-BE49-F238E27FC236}">
                  <a16:creationId xmlns:a16="http://schemas.microsoft.com/office/drawing/2014/main" id="{55881514-4893-8349-8806-CD65BB09E216}"/>
                </a:ext>
              </a:extLst>
            </p:cNvPr>
            <p:cNvSpPr/>
            <p:nvPr/>
          </p:nvSpPr>
          <p:spPr>
            <a:xfrm>
              <a:off x="7640540" y="3200400"/>
              <a:ext cx="218611" cy="419100"/>
            </a:xfrm>
            <a:custGeom>
              <a:avLst/>
              <a:gdLst>
                <a:gd name="connsiteX0" fmla="*/ 204259 w 218611"/>
                <a:gd name="connsiteY0" fmla="*/ 235744 h 419100"/>
                <a:gd name="connsiteX1" fmla="*/ 144664 w 218611"/>
                <a:gd name="connsiteY1" fmla="*/ 235744 h 419100"/>
                <a:gd name="connsiteX2" fmla="*/ 144664 w 218611"/>
                <a:gd name="connsiteY2" fmla="*/ 419100 h 419100"/>
                <a:gd name="connsiteX3" fmla="*/ 65203 w 218611"/>
                <a:gd name="connsiteY3" fmla="*/ 419100 h 419100"/>
                <a:gd name="connsiteX4" fmla="*/ 65203 w 218611"/>
                <a:gd name="connsiteY4" fmla="*/ 235744 h 419100"/>
                <a:gd name="connsiteX5" fmla="*/ 0 w 218611"/>
                <a:gd name="connsiteY5" fmla="*/ 235744 h 419100"/>
                <a:gd name="connsiteX6" fmla="*/ 0 w 218611"/>
                <a:gd name="connsiteY6" fmla="*/ 160401 h 419100"/>
                <a:gd name="connsiteX7" fmla="*/ 65203 w 218611"/>
                <a:gd name="connsiteY7" fmla="*/ 160401 h 419100"/>
                <a:gd name="connsiteX8" fmla="*/ 65203 w 218611"/>
                <a:gd name="connsiteY8" fmla="*/ 102299 h 419100"/>
                <a:gd name="connsiteX9" fmla="*/ 161393 w 218611"/>
                <a:gd name="connsiteY9" fmla="*/ 0 h 419100"/>
                <a:gd name="connsiteX10" fmla="*/ 218612 w 218611"/>
                <a:gd name="connsiteY10" fmla="*/ 5715 h 419100"/>
                <a:gd name="connsiteX11" fmla="*/ 218612 w 218611"/>
                <a:gd name="connsiteY11" fmla="*/ 70390 h 419100"/>
                <a:gd name="connsiteX12" fmla="*/ 186010 w 218611"/>
                <a:gd name="connsiteY12" fmla="*/ 70390 h 419100"/>
                <a:gd name="connsiteX13" fmla="*/ 144664 w 218611"/>
                <a:gd name="connsiteY13" fmla="*/ 111347 h 419100"/>
                <a:gd name="connsiteX14" fmla="*/ 144664 w 218611"/>
                <a:gd name="connsiteY14" fmla="*/ 160496 h 419100"/>
                <a:gd name="connsiteX15" fmla="*/ 215475 w 218611"/>
                <a:gd name="connsiteY15" fmla="*/ 160496 h 419100"/>
                <a:gd name="connsiteX16" fmla="*/ 204259 w 218611"/>
                <a:gd name="connsiteY16" fmla="*/ 235839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611" h="419100">
                  <a:moveTo>
                    <a:pt x="204259" y="235744"/>
                  </a:moveTo>
                  <a:lnTo>
                    <a:pt x="144664" y="235744"/>
                  </a:lnTo>
                  <a:lnTo>
                    <a:pt x="144664" y="419100"/>
                  </a:lnTo>
                  <a:lnTo>
                    <a:pt x="65203" y="419100"/>
                  </a:lnTo>
                  <a:lnTo>
                    <a:pt x="65203" y="235744"/>
                  </a:lnTo>
                  <a:lnTo>
                    <a:pt x="0" y="235744"/>
                  </a:lnTo>
                  <a:lnTo>
                    <a:pt x="0" y="160401"/>
                  </a:lnTo>
                  <a:lnTo>
                    <a:pt x="65203" y="160401"/>
                  </a:lnTo>
                  <a:lnTo>
                    <a:pt x="65203" y="102299"/>
                  </a:lnTo>
                  <a:cubicBezTo>
                    <a:pt x="65203" y="36767"/>
                    <a:pt x="103318" y="0"/>
                    <a:pt x="161393" y="0"/>
                  </a:cubicBezTo>
                  <a:cubicBezTo>
                    <a:pt x="189242" y="0"/>
                    <a:pt x="218612" y="5715"/>
                    <a:pt x="218612" y="5715"/>
                  </a:cubicBezTo>
                  <a:lnTo>
                    <a:pt x="218612" y="70390"/>
                  </a:lnTo>
                  <a:lnTo>
                    <a:pt x="186010" y="70390"/>
                  </a:lnTo>
                  <a:cubicBezTo>
                    <a:pt x="154264" y="70390"/>
                    <a:pt x="144664" y="90011"/>
                    <a:pt x="144664" y="111347"/>
                  </a:cubicBezTo>
                  <a:lnTo>
                    <a:pt x="144664" y="160496"/>
                  </a:lnTo>
                  <a:lnTo>
                    <a:pt x="215475" y="160496"/>
                  </a:lnTo>
                  <a:lnTo>
                    <a:pt x="204259" y="235839"/>
                  </a:lnTo>
                  <a:close/>
                </a:path>
              </a:pathLst>
            </a:custGeom>
            <a:solidFill>
              <a:srgbClr val="CDEAE3"/>
            </a:solidFill>
            <a:ln w="0" cap="flat">
              <a:noFill/>
              <a:prstDash val="solid"/>
              <a:miter/>
            </a:ln>
          </p:spPr>
          <p:txBody>
            <a:bodyPr rtlCol="0" anchor="ctr"/>
            <a:lstStyle/>
            <a:p>
              <a:endParaRPr lang="en-PT"/>
            </a:p>
          </p:txBody>
        </p:sp>
      </p:grpSp>
      <p:sp>
        <p:nvSpPr>
          <p:cNvPr id="3" name="Graphic 37">
            <a:extLst>
              <a:ext uri="{FF2B5EF4-FFF2-40B4-BE49-F238E27FC236}">
                <a16:creationId xmlns:a16="http://schemas.microsoft.com/office/drawing/2014/main" id="{0A447EDA-CBA0-3EEC-4662-E2A4D2B3411D}"/>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4" name="Rectangle 3">
            <a:extLst>
              <a:ext uri="{FF2B5EF4-FFF2-40B4-BE49-F238E27FC236}">
                <a16:creationId xmlns:a16="http://schemas.microsoft.com/office/drawing/2014/main" id="{23BEC6E0-593F-F22F-BE87-9B0363295346}"/>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 name="Rectangle 4">
            <a:extLst>
              <a:ext uri="{FF2B5EF4-FFF2-40B4-BE49-F238E27FC236}">
                <a16:creationId xmlns:a16="http://schemas.microsoft.com/office/drawing/2014/main" id="{06D245D8-C93F-97E2-C03B-07F4289EB014}"/>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6" name="TextBox 5">
            <a:extLst>
              <a:ext uri="{FF2B5EF4-FFF2-40B4-BE49-F238E27FC236}">
                <a16:creationId xmlns:a16="http://schemas.microsoft.com/office/drawing/2014/main" id="{68BAED09-0116-F806-C51F-073E0C325E76}"/>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7" name="TextBox 6">
            <a:extLst>
              <a:ext uri="{FF2B5EF4-FFF2-40B4-BE49-F238E27FC236}">
                <a16:creationId xmlns:a16="http://schemas.microsoft.com/office/drawing/2014/main" id="{C652AEF2-225D-1EEF-4143-3EC29B620844}"/>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8" name="Graphic 21">
            <a:extLst>
              <a:ext uri="{FF2B5EF4-FFF2-40B4-BE49-F238E27FC236}">
                <a16:creationId xmlns:a16="http://schemas.microsoft.com/office/drawing/2014/main" id="{1E6029E7-AAE1-FCF0-EBB9-014553CAFFDB}"/>
              </a:ext>
            </a:extLst>
          </p:cNvPr>
          <p:cNvGrpSpPr/>
          <p:nvPr/>
        </p:nvGrpSpPr>
        <p:grpSpPr>
          <a:xfrm>
            <a:off x="89885" y="6647769"/>
            <a:ext cx="1340139" cy="126539"/>
            <a:chOff x="2546350" y="3092450"/>
            <a:chExt cx="7099490" cy="670350"/>
          </a:xfrm>
          <a:solidFill>
            <a:srgbClr val="FFFFFF"/>
          </a:solidFill>
        </p:grpSpPr>
        <p:sp>
          <p:nvSpPr>
            <p:cNvPr id="9" name="Freeform 23">
              <a:extLst>
                <a:ext uri="{FF2B5EF4-FFF2-40B4-BE49-F238E27FC236}">
                  <a16:creationId xmlns:a16="http://schemas.microsoft.com/office/drawing/2014/main" id="{D788BBFF-45D4-6D3F-79DA-9E04233719F5}"/>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5" name="Freeform 24">
              <a:extLst>
                <a:ext uri="{FF2B5EF4-FFF2-40B4-BE49-F238E27FC236}">
                  <a16:creationId xmlns:a16="http://schemas.microsoft.com/office/drawing/2014/main" id="{82936477-0496-DAF8-9900-7BA2C54754F7}"/>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7" name="Freeform 25">
              <a:extLst>
                <a:ext uri="{FF2B5EF4-FFF2-40B4-BE49-F238E27FC236}">
                  <a16:creationId xmlns:a16="http://schemas.microsoft.com/office/drawing/2014/main" id="{4C8CB8E8-E43D-4CC4-6FC5-A24843063B4C}"/>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22" name="Freeform 26">
              <a:extLst>
                <a:ext uri="{FF2B5EF4-FFF2-40B4-BE49-F238E27FC236}">
                  <a16:creationId xmlns:a16="http://schemas.microsoft.com/office/drawing/2014/main" id="{9F139313-25BC-8474-D520-A96DB77613F9}"/>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37" name="Freeform 27">
              <a:extLst>
                <a:ext uri="{FF2B5EF4-FFF2-40B4-BE49-F238E27FC236}">
                  <a16:creationId xmlns:a16="http://schemas.microsoft.com/office/drawing/2014/main" id="{AEDC8303-BB3D-47EE-00C9-6BF8C7F950B0}"/>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38" name="Freeform 28">
              <a:extLst>
                <a:ext uri="{FF2B5EF4-FFF2-40B4-BE49-F238E27FC236}">
                  <a16:creationId xmlns:a16="http://schemas.microsoft.com/office/drawing/2014/main" id="{4D2A2B63-3E52-ECA6-4746-5BFA2387AE01}"/>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40" name="Freeform 29">
              <a:extLst>
                <a:ext uri="{FF2B5EF4-FFF2-40B4-BE49-F238E27FC236}">
                  <a16:creationId xmlns:a16="http://schemas.microsoft.com/office/drawing/2014/main" id="{7EE2FA80-E925-ED3D-0D73-289731E24702}"/>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41" name="Freeform 30">
              <a:extLst>
                <a:ext uri="{FF2B5EF4-FFF2-40B4-BE49-F238E27FC236}">
                  <a16:creationId xmlns:a16="http://schemas.microsoft.com/office/drawing/2014/main" id="{426CA28B-5375-867B-FBEE-EA0F171762A5}"/>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43" name="Freeform 31">
              <a:extLst>
                <a:ext uri="{FF2B5EF4-FFF2-40B4-BE49-F238E27FC236}">
                  <a16:creationId xmlns:a16="http://schemas.microsoft.com/office/drawing/2014/main" id="{82F6F68E-74CB-F34C-AE5A-454CEA715DF4}"/>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47" name="Freeform 32">
              <a:extLst>
                <a:ext uri="{FF2B5EF4-FFF2-40B4-BE49-F238E27FC236}">
                  <a16:creationId xmlns:a16="http://schemas.microsoft.com/office/drawing/2014/main" id="{DCC556BA-BFC2-3559-2BE3-97A48F5E7320}"/>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9" name="Freeform 33">
              <a:extLst>
                <a:ext uri="{FF2B5EF4-FFF2-40B4-BE49-F238E27FC236}">
                  <a16:creationId xmlns:a16="http://schemas.microsoft.com/office/drawing/2014/main" id="{81C6727E-1BDD-139F-3E52-56565A4AED9E}"/>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50" name="Slide Number Placeholder 47">
            <a:extLst>
              <a:ext uri="{FF2B5EF4-FFF2-40B4-BE49-F238E27FC236}">
                <a16:creationId xmlns:a16="http://schemas.microsoft.com/office/drawing/2014/main" id="{66545F22-5B90-DA12-4DEE-64BC38638570}"/>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spTree>
    <p:extLst>
      <p:ext uri="{BB962C8B-B14F-4D97-AF65-F5344CB8AC3E}">
        <p14:creationId xmlns:p14="http://schemas.microsoft.com/office/powerpoint/2010/main" val="19694145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losing -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0E44068-7212-0741-BC67-CE28A6B05823}"/>
              </a:ext>
            </a:extLst>
          </p:cNvPr>
          <p:cNvPicPr>
            <a:picLocks noChangeAspect="1"/>
          </p:cNvPicPr>
          <p:nvPr/>
        </p:nvPicPr>
        <p:blipFill>
          <a:blip r:embed="rId2">
            <a:alphaModFix/>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DE5C04A-D6E5-D14D-B886-D76CD73B3D8F}"/>
              </a:ext>
            </a:extLst>
          </p:cNvPr>
          <p:cNvSpPr>
            <a:spLocks noGrp="1"/>
          </p:cNvSpPr>
          <p:nvPr>
            <p:ph type="title" hasCustomPrompt="1"/>
          </p:nvPr>
        </p:nvSpPr>
        <p:spPr>
          <a:xfrm>
            <a:off x="4064723" y="3429000"/>
            <a:ext cx="4054737" cy="968025"/>
          </a:xfrm>
        </p:spPr>
        <p:txBody>
          <a:bodyPr>
            <a:normAutofit/>
          </a:bodyPr>
          <a:lstStyle>
            <a:lvl1pPr algn="ctr">
              <a:defRPr sz="2800">
                <a:solidFill>
                  <a:schemeClr val="bg2"/>
                </a:solidFill>
              </a:defRPr>
            </a:lvl1pPr>
          </a:lstStyle>
          <a:p>
            <a:r>
              <a:rPr lang="en-GB"/>
              <a:t>Click to insert a Headline</a:t>
            </a:r>
            <a:endParaRPr lang="en-PT"/>
          </a:p>
        </p:txBody>
      </p:sp>
      <p:sp>
        <p:nvSpPr>
          <p:cNvPr id="40" name="Graphic 37">
            <a:extLst>
              <a:ext uri="{FF2B5EF4-FFF2-40B4-BE49-F238E27FC236}">
                <a16:creationId xmlns:a16="http://schemas.microsoft.com/office/drawing/2014/main" id="{85A394F1-76F7-F244-9F40-E46405D94531}"/>
              </a:ext>
            </a:extLst>
          </p:cNvPr>
          <p:cNvSpPr/>
          <p:nvPr/>
        </p:nvSpPr>
        <p:spPr>
          <a:xfrm>
            <a:off x="5601217" y="4863808"/>
            <a:ext cx="997186" cy="968031"/>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89" name="Graphic 37">
            <a:extLst>
              <a:ext uri="{FF2B5EF4-FFF2-40B4-BE49-F238E27FC236}">
                <a16:creationId xmlns:a16="http://schemas.microsoft.com/office/drawing/2014/main" id="{5FADA0CE-6F82-294A-A09F-97F0F555F31C}"/>
              </a:ext>
            </a:extLst>
          </p:cNvPr>
          <p:cNvSpPr/>
          <p:nvPr/>
        </p:nvSpPr>
        <p:spPr>
          <a:xfrm>
            <a:off x="11526508" y="420995"/>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9" name="Text Placeholder 8">
            <a:extLst>
              <a:ext uri="{FF2B5EF4-FFF2-40B4-BE49-F238E27FC236}">
                <a16:creationId xmlns:a16="http://schemas.microsoft.com/office/drawing/2014/main" id="{8618A2ED-EFA2-7149-B1AB-9A4C605E3816}"/>
              </a:ext>
            </a:extLst>
          </p:cNvPr>
          <p:cNvSpPr>
            <a:spLocks noGrp="1"/>
          </p:cNvSpPr>
          <p:nvPr>
            <p:ph type="body" sz="quarter" idx="18" hasCustomPrompt="1"/>
          </p:nvPr>
        </p:nvSpPr>
        <p:spPr>
          <a:xfrm>
            <a:off x="0" y="1076964"/>
            <a:ext cx="12188825" cy="1739900"/>
          </a:xfrm>
        </p:spPr>
        <p:txBody>
          <a:bodyPr>
            <a:noAutofit/>
          </a:bodyPr>
          <a:lstStyle>
            <a:lvl1pPr algn="ctr">
              <a:defRPr sz="14000" b="1">
                <a:solidFill>
                  <a:schemeClr val="bg2"/>
                </a:solidFill>
              </a:defRPr>
            </a:lvl1pPr>
          </a:lstStyle>
          <a:p>
            <a:pPr lvl="0"/>
            <a:r>
              <a:rPr lang="en-GB"/>
              <a:t>Click to insert</a:t>
            </a:r>
            <a:endParaRPr lang="en-PT"/>
          </a:p>
        </p:txBody>
      </p:sp>
      <p:sp>
        <p:nvSpPr>
          <p:cNvPr id="3" name="Rectangle 2">
            <a:extLst>
              <a:ext uri="{FF2B5EF4-FFF2-40B4-BE49-F238E27FC236}">
                <a16:creationId xmlns:a16="http://schemas.microsoft.com/office/drawing/2014/main" id="{E67ABEF2-60BF-5B6B-56B2-C432971F96C1}"/>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 name="Rectangle 3">
            <a:extLst>
              <a:ext uri="{FF2B5EF4-FFF2-40B4-BE49-F238E27FC236}">
                <a16:creationId xmlns:a16="http://schemas.microsoft.com/office/drawing/2014/main" id="{145AF72F-62B9-3D80-A5F4-D8C1A76BB0B3}"/>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 name="TextBox 4">
            <a:extLst>
              <a:ext uri="{FF2B5EF4-FFF2-40B4-BE49-F238E27FC236}">
                <a16:creationId xmlns:a16="http://schemas.microsoft.com/office/drawing/2014/main" id="{E89C55AA-2DD1-80B0-C089-B891924B1D73}"/>
              </a:ext>
            </a:extLst>
          </p:cNvPr>
          <p:cNvSpPr txBox="1"/>
          <p:nvPr/>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7" name="TextBox 6">
            <a:extLst>
              <a:ext uri="{FF2B5EF4-FFF2-40B4-BE49-F238E27FC236}">
                <a16:creationId xmlns:a16="http://schemas.microsoft.com/office/drawing/2014/main" id="{1681B539-011C-3885-EA79-2D5FF0F90673}"/>
              </a:ext>
            </a:extLst>
          </p:cNvPr>
          <p:cNvSpPr txBox="1"/>
          <p:nvPr/>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8" name="Graphic 21">
            <a:extLst>
              <a:ext uri="{FF2B5EF4-FFF2-40B4-BE49-F238E27FC236}">
                <a16:creationId xmlns:a16="http://schemas.microsoft.com/office/drawing/2014/main" id="{AD59E864-E823-9997-E9AB-337840A52641}"/>
              </a:ext>
            </a:extLst>
          </p:cNvPr>
          <p:cNvGrpSpPr/>
          <p:nvPr/>
        </p:nvGrpSpPr>
        <p:grpSpPr>
          <a:xfrm>
            <a:off x="89885" y="6647769"/>
            <a:ext cx="1340139" cy="126539"/>
            <a:chOff x="2546350" y="3092450"/>
            <a:chExt cx="7099490" cy="670350"/>
          </a:xfrm>
          <a:solidFill>
            <a:srgbClr val="FFFFFF"/>
          </a:solidFill>
        </p:grpSpPr>
        <p:sp>
          <p:nvSpPr>
            <p:cNvPr id="10" name="Freeform 23">
              <a:extLst>
                <a:ext uri="{FF2B5EF4-FFF2-40B4-BE49-F238E27FC236}">
                  <a16:creationId xmlns:a16="http://schemas.microsoft.com/office/drawing/2014/main" id="{4BBDB05E-2E15-BB10-5609-EDA2609EBF64}"/>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1" name="Freeform 24">
              <a:extLst>
                <a:ext uri="{FF2B5EF4-FFF2-40B4-BE49-F238E27FC236}">
                  <a16:creationId xmlns:a16="http://schemas.microsoft.com/office/drawing/2014/main" id="{E13F7D5E-A94B-25FB-5298-009796F1F899}"/>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2" name="Freeform 25">
              <a:extLst>
                <a:ext uri="{FF2B5EF4-FFF2-40B4-BE49-F238E27FC236}">
                  <a16:creationId xmlns:a16="http://schemas.microsoft.com/office/drawing/2014/main" id="{C3B283C1-3468-F5E7-6EF5-B6A4ADA0F898}"/>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3" name="Freeform 26">
              <a:extLst>
                <a:ext uri="{FF2B5EF4-FFF2-40B4-BE49-F238E27FC236}">
                  <a16:creationId xmlns:a16="http://schemas.microsoft.com/office/drawing/2014/main" id="{0494633D-6105-5FDD-6D84-DB8942741113}"/>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4" name="Freeform 27">
              <a:extLst>
                <a:ext uri="{FF2B5EF4-FFF2-40B4-BE49-F238E27FC236}">
                  <a16:creationId xmlns:a16="http://schemas.microsoft.com/office/drawing/2014/main" id="{066272F4-EAE6-C278-23A4-2BF369EA9F3E}"/>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5" name="Freeform 28">
              <a:extLst>
                <a:ext uri="{FF2B5EF4-FFF2-40B4-BE49-F238E27FC236}">
                  <a16:creationId xmlns:a16="http://schemas.microsoft.com/office/drawing/2014/main" id="{399C4F06-34E9-CC62-D599-8BC743BF42A3}"/>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16" name="Freeform 29">
              <a:extLst>
                <a:ext uri="{FF2B5EF4-FFF2-40B4-BE49-F238E27FC236}">
                  <a16:creationId xmlns:a16="http://schemas.microsoft.com/office/drawing/2014/main" id="{E4B65A6E-AE15-0178-6B8C-10BE23E9ED92}"/>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7" name="Freeform 30">
              <a:extLst>
                <a:ext uri="{FF2B5EF4-FFF2-40B4-BE49-F238E27FC236}">
                  <a16:creationId xmlns:a16="http://schemas.microsoft.com/office/drawing/2014/main" id="{5DBF28F6-3A3E-E384-3AB7-D440AE380A63}"/>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18" name="Freeform 31">
              <a:extLst>
                <a:ext uri="{FF2B5EF4-FFF2-40B4-BE49-F238E27FC236}">
                  <a16:creationId xmlns:a16="http://schemas.microsoft.com/office/drawing/2014/main" id="{96BE9121-125F-2E68-2685-C3FB8BF0082F}"/>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21" name="Freeform 32">
              <a:extLst>
                <a:ext uri="{FF2B5EF4-FFF2-40B4-BE49-F238E27FC236}">
                  <a16:creationId xmlns:a16="http://schemas.microsoft.com/office/drawing/2014/main" id="{6B912901-4E95-F6A1-CDE1-8728307278E9}"/>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22" name="Freeform 33">
              <a:extLst>
                <a:ext uri="{FF2B5EF4-FFF2-40B4-BE49-F238E27FC236}">
                  <a16:creationId xmlns:a16="http://schemas.microsoft.com/office/drawing/2014/main" id="{4C61C48D-1512-EA67-6841-909F5014A29A}"/>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37" name="Slide Number Placeholder 47">
            <a:extLst>
              <a:ext uri="{FF2B5EF4-FFF2-40B4-BE49-F238E27FC236}">
                <a16:creationId xmlns:a16="http://schemas.microsoft.com/office/drawing/2014/main" id="{72065573-653D-26F9-1D07-8A85045F96BD}"/>
              </a:ext>
            </a:extLst>
          </p:cNvPr>
          <p:cNvSpPr>
            <a:spLocks noGrp="1"/>
          </p:cNvSpPr>
          <p:nvPr>
            <p:ph type="sldNum" sz="quarter" idx="17"/>
          </p:nvPr>
        </p:nvSpPr>
        <p:spPr>
          <a:xfrm>
            <a:off x="11801095" y="6500251"/>
            <a:ext cx="439635" cy="421574"/>
          </a:xfrm>
        </p:spPr>
        <p:txBody>
          <a:bodyPr/>
          <a:lstStyle>
            <a:lvl1pPr algn="ctr">
              <a:defRPr/>
            </a:lvl1pPr>
          </a:lstStyle>
          <a:p>
            <a:fld id="{3DDE8DAA-7DEF-D14D-8FDA-016202E28B81}" type="slidenum">
              <a:rPr lang="en-US" smtClean="0"/>
              <a:t>‹#›</a:t>
            </a:fld>
            <a:endParaRPr lang="en-US"/>
          </a:p>
        </p:txBody>
      </p:sp>
    </p:spTree>
    <p:extLst>
      <p:ext uri="{BB962C8B-B14F-4D97-AF65-F5344CB8AC3E}">
        <p14:creationId xmlns:p14="http://schemas.microsoft.com/office/powerpoint/2010/main" val="3717177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lank - Footer Forma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F08DA9-85B1-D9F0-9FDF-B9B557A68CCD}"/>
              </a:ext>
            </a:extLst>
          </p:cNvPr>
          <p:cNvSpPr>
            <a:spLocks noGrp="1"/>
          </p:cNvSpPr>
          <p:nvPr>
            <p:ph type="dt" sz="half" idx="10"/>
          </p:nvPr>
        </p:nvSpPr>
        <p:spPr/>
        <p:txBody>
          <a:bodyPr/>
          <a:lstStyle>
            <a:lvl1pPr>
              <a:defRPr>
                <a:solidFill>
                  <a:schemeClr val="bg1"/>
                </a:solidFill>
              </a:defRPr>
            </a:lvl1pPr>
          </a:lstStyle>
          <a:p>
            <a:fld id="{90B5AEA9-6EA0-B349-B137-21316F1E47F8}" type="datetimeFigureOut">
              <a:rPr lang="en-US" smtClean="0"/>
              <a:pPr/>
              <a:t>10/16/2025</a:t>
            </a:fld>
            <a:endParaRPr lang="en-US" dirty="0"/>
          </a:p>
        </p:txBody>
      </p:sp>
      <p:sp>
        <p:nvSpPr>
          <p:cNvPr id="3" name="Footer Placeholder 2">
            <a:extLst>
              <a:ext uri="{FF2B5EF4-FFF2-40B4-BE49-F238E27FC236}">
                <a16:creationId xmlns:a16="http://schemas.microsoft.com/office/drawing/2014/main" id="{459FAA25-7BEA-98B1-08A7-09210E82D98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C2F3CC3-9AD3-B0C6-3AA5-A9795E955D21}"/>
              </a:ext>
            </a:extLst>
          </p:cNvPr>
          <p:cNvSpPr>
            <a:spLocks noGrp="1"/>
          </p:cNvSpPr>
          <p:nvPr>
            <p:ph type="sldNum" sz="quarter" idx="12"/>
          </p:nvPr>
        </p:nvSpPr>
        <p:spPr/>
        <p:txBody>
          <a:bodyPr/>
          <a:lstStyle>
            <a:lvl1pPr>
              <a:defRPr>
                <a:solidFill>
                  <a:schemeClr val="bg1"/>
                </a:solidFill>
              </a:defRPr>
            </a:lvl1pPr>
          </a:lstStyle>
          <a:p>
            <a:fld id="{3DDE8DAA-7DEF-D14D-8FDA-016202E28B81}" type="slidenum">
              <a:rPr lang="en-US" smtClean="0"/>
              <a:pPr/>
              <a:t>‹#›</a:t>
            </a:fld>
            <a:endParaRPr lang="en-US" dirty="0"/>
          </a:p>
        </p:txBody>
      </p:sp>
      <p:sp>
        <p:nvSpPr>
          <p:cNvPr id="5" name="Text Placeholder 16">
            <a:extLst>
              <a:ext uri="{FF2B5EF4-FFF2-40B4-BE49-F238E27FC236}">
                <a16:creationId xmlns:a16="http://schemas.microsoft.com/office/drawing/2014/main" id="{953A1A52-5796-5640-846D-5AA7A462067E}"/>
              </a:ext>
            </a:extLst>
          </p:cNvPr>
          <p:cNvSpPr>
            <a:spLocks noGrp="1"/>
          </p:cNvSpPr>
          <p:nvPr>
            <p:ph type="body" sz="quarter" idx="14" hasCustomPrompt="1"/>
          </p:nvPr>
        </p:nvSpPr>
        <p:spPr>
          <a:xfrm>
            <a:off x="320041" y="1232132"/>
            <a:ext cx="5775960" cy="4307838"/>
          </a:xfrm>
        </p:spPr>
        <p:txBody>
          <a:bodyPr anchor="t" anchorCtr="0">
            <a:noAutofit/>
          </a:bodyPr>
          <a:lstStyle>
            <a:lvl1pPr>
              <a:spcBef>
                <a:spcPts val="500"/>
              </a:spcBef>
              <a:defRPr sz="1400">
                <a:solidFill>
                  <a:schemeClr val="bg1"/>
                </a:solidFill>
              </a:defRPr>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6" name="Graphic 37">
            <a:extLst>
              <a:ext uri="{FF2B5EF4-FFF2-40B4-BE49-F238E27FC236}">
                <a16:creationId xmlns:a16="http://schemas.microsoft.com/office/drawing/2014/main" id="{C7986C05-45D9-C355-0519-70B7FD39EC23}"/>
              </a:ext>
            </a:extLst>
          </p:cNvPr>
          <p:cNvSpPr/>
          <p:nvPr userDrawn="1"/>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1"/>
              </a:solidFill>
            </a:endParaRPr>
          </a:p>
        </p:txBody>
      </p:sp>
      <p:sp>
        <p:nvSpPr>
          <p:cNvPr id="7" name="Title 1">
            <a:extLst>
              <a:ext uri="{FF2B5EF4-FFF2-40B4-BE49-F238E27FC236}">
                <a16:creationId xmlns:a16="http://schemas.microsoft.com/office/drawing/2014/main" id="{0A456479-A0CE-0E77-89B7-CF05FB952F2D}"/>
              </a:ext>
            </a:extLst>
          </p:cNvPr>
          <p:cNvSpPr>
            <a:spLocks noGrp="1"/>
          </p:cNvSpPr>
          <p:nvPr>
            <p:ph type="title" hasCustomPrompt="1"/>
          </p:nvPr>
        </p:nvSpPr>
        <p:spPr>
          <a:xfrm>
            <a:off x="320040" y="281995"/>
            <a:ext cx="11432688" cy="396875"/>
          </a:xfrm>
        </p:spPr>
        <p:txBody>
          <a:bodyPr anchor="t" anchorCtr="0">
            <a:noAutofit/>
          </a:bodyPr>
          <a:lstStyle>
            <a:lvl1pPr>
              <a:defRPr sz="2800">
                <a:solidFill>
                  <a:schemeClr val="bg1"/>
                </a:solidFill>
              </a:defRPr>
            </a:lvl1pPr>
          </a:lstStyle>
          <a:p>
            <a:r>
              <a:rPr lang="en-GB"/>
              <a:t>Title</a:t>
            </a:r>
            <a:endParaRPr lang="en-PT"/>
          </a:p>
        </p:txBody>
      </p:sp>
      <p:sp>
        <p:nvSpPr>
          <p:cNvPr id="8" name="Text Placeholder 12">
            <a:extLst>
              <a:ext uri="{FF2B5EF4-FFF2-40B4-BE49-F238E27FC236}">
                <a16:creationId xmlns:a16="http://schemas.microsoft.com/office/drawing/2014/main" id="{CA8D63FA-E727-DF30-F527-26C8494F102B}"/>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solidFill>
                  <a:schemeClr val="bg1"/>
                </a:solidFill>
              </a:defRPr>
            </a:lvl1pPr>
          </a:lstStyle>
          <a:p>
            <a:pPr lvl="0"/>
            <a:r>
              <a:rPr lang="en-GB"/>
              <a:t>Sub-Title / Tag-Line</a:t>
            </a:r>
            <a:endParaRPr lang="en-PT"/>
          </a:p>
        </p:txBody>
      </p:sp>
      <p:sp>
        <p:nvSpPr>
          <p:cNvPr id="9" name="Graphic 37">
            <a:extLst>
              <a:ext uri="{FF2B5EF4-FFF2-40B4-BE49-F238E27FC236}">
                <a16:creationId xmlns:a16="http://schemas.microsoft.com/office/drawing/2014/main" id="{29E27117-83D2-FBC8-28D8-734CA7708D5E}"/>
              </a:ext>
            </a:extLst>
          </p:cNvPr>
          <p:cNvSpPr/>
          <p:nvPr userDrawn="1"/>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1"/>
              </a:solidFill>
            </a:endParaRPr>
          </a:p>
        </p:txBody>
      </p:sp>
    </p:spTree>
    <p:extLst>
      <p:ext uri="{BB962C8B-B14F-4D97-AF65-F5344CB8AC3E}">
        <p14:creationId xmlns:p14="http://schemas.microsoft.com/office/powerpoint/2010/main" val="23881918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EA569-4F8B-FF87-F7D3-9DC40BE5D4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1CCEB4-BE50-A021-45EF-BFABF28E66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504525-FDC2-A494-682A-65C3DAC03E0D}"/>
              </a:ext>
            </a:extLst>
          </p:cNvPr>
          <p:cNvSpPr>
            <a:spLocks noGrp="1"/>
          </p:cNvSpPr>
          <p:nvPr>
            <p:ph type="dt" sz="half" idx="10"/>
          </p:nvPr>
        </p:nvSpPr>
        <p:spPr/>
        <p:txBody>
          <a:bodyPr/>
          <a:lstStyle/>
          <a:p>
            <a:fld id="{90B5AEA9-6EA0-B349-B137-21316F1E47F8}" type="datetimeFigureOut">
              <a:rPr lang="en-US" smtClean="0"/>
              <a:t>10/16/2025</a:t>
            </a:fld>
            <a:endParaRPr lang="en-US"/>
          </a:p>
        </p:txBody>
      </p:sp>
      <p:sp>
        <p:nvSpPr>
          <p:cNvPr id="5" name="Footer Placeholder 4">
            <a:extLst>
              <a:ext uri="{FF2B5EF4-FFF2-40B4-BE49-F238E27FC236}">
                <a16:creationId xmlns:a16="http://schemas.microsoft.com/office/drawing/2014/main" id="{A949A121-06CE-F8C8-4B40-7D580EFF14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FDCE2A-3534-4571-BC2F-0AB9D8BB6813}"/>
              </a:ext>
            </a:extLst>
          </p:cNvPr>
          <p:cNvSpPr>
            <a:spLocks noGrp="1"/>
          </p:cNvSpPr>
          <p:nvPr>
            <p:ph type="sldNum" sz="quarter" idx="12"/>
          </p:nvPr>
        </p:nvSpPr>
        <p:spPr/>
        <p:txBody>
          <a:bodyPr/>
          <a:lstStyle/>
          <a:p>
            <a:fld id="{3DDE8DAA-7DEF-D14D-8FDA-016202E28B81}" type="slidenum">
              <a:rPr lang="en-US" smtClean="0"/>
              <a:t>‹#›</a:t>
            </a:fld>
            <a:endParaRPr lang="en-US"/>
          </a:p>
        </p:txBody>
      </p:sp>
    </p:spTree>
    <p:extLst>
      <p:ext uri="{BB962C8B-B14F-4D97-AF65-F5344CB8AC3E}">
        <p14:creationId xmlns:p14="http://schemas.microsoft.com/office/powerpoint/2010/main" val="20420639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Opening Content 1">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D91B8206-3178-1945-A736-39B96D5458A8}"/>
              </a:ext>
            </a:extLst>
          </p:cNvPr>
          <p:cNvSpPr>
            <a:spLocks noGrp="1"/>
          </p:cNvSpPr>
          <p:nvPr>
            <p:ph type="body" sz="quarter" idx="14" hasCustomPrompt="1"/>
          </p:nvPr>
        </p:nvSpPr>
        <p:spPr>
          <a:xfrm>
            <a:off x="320041" y="1232132"/>
            <a:ext cx="5775960" cy="4307838"/>
          </a:xfrm>
        </p:spPr>
        <p:txBody>
          <a:bodyPr anchor="t" anchorCtr="0">
            <a:noAutofit/>
          </a:bodyPr>
          <a:lstStyle>
            <a:lvl1pPr>
              <a:spcBef>
                <a:spcPts val="500"/>
              </a:spcBef>
              <a:defRPr sz="1400"/>
            </a:lvl1pPr>
            <a:lvl2pPr>
              <a:spcBef>
                <a:spcPts val="500"/>
              </a:spcBef>
              <a:defRPr sz="1400"/>
            </a:lvl2pPr>
            <a:lvl3pPr>
              <a:spcBef>
                <a:spcPts val="500"/>
              </a:spcBef>
              <a:defRPr sz="1400"/>
            </a:lvl3pPr>
            <a:lvl4pPr>
              <a:spcBef>
                <a:spcPts val="500"/>
              </a:spcBef>
              <a:defRPr sz="1400"/>
            </a:lvl4pPr>
            <a:lvl5pPr>
              <a:spcBef>
                <a:spcPts val="500"/>
              </a:spcBef>
              <a:defRPr sz="1400"/>
            </a:lvl5pPr>
          </a:lstStyle>
          <a:p>
            <a:pPr lvl="0"/>
            <a:r>
              <a:rPr lang="en-GB"/>
              <a:t>Click to insert text</a:t>
            </a:r>
            <a:endParaRPr lang="en-PT"/>
          </a:p>
        </p:txBody>
      </p:sp>
      <p:sp>
        <p:nvSpPr>
          <p:cNvPr id="3" name="Graphic 37">
            <a:extLst>
              <a:ext uri="{FF2B5EF4-FFF2-40B4-BE49-F238E27FC236}">
                <a16:creationId xmlns:a16="http://schemas.microsoft.com/office/drawing/2014/main" id="{F35A5543-EC15-9824-F3E0-51E883455ECB}"/>
              </a:ext>
            </a:extLst>
          </p:cNvPr>
          <p:cNvSpPr/>
          <p:nvPr userDrawn="1"/>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4" name="Rectangle 3">
            <a:extLst>
              <a:ext uri="{FF2B5EF4-FFF2-40B4-BE49-F238E27FC236}">
                <a16:creationId xmlns:a16="http://schemas.microsoft.com/office/drawing/2014/main" id="{606F0CCC-9ED0-ACC9-CF16-B062FB4D2FE2}"/>
              </a:ext>
            </a:extLst>
          </p:cNvPr>
          <p:cNvSpPr/>
          <p:nvPr userDrawn="1"/>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 name="Rectangle 4">
            <a:extLst>
              <a:ext uri="{FF2B5EF4-FFF2-40B4-BE49-F238E27FC236}">
                <a16:creationId xmlns:a16="http://schemas.microsoft.com/office/drawing/2014/main" id="{ED689B7D-EEAA-2F40-46FA-EE509BC3329A}"/>
              </a:ext>
            </a:extLst>
          </p:cNvPr>
          <p:cNvSpPr/>
          <p:nvPr userDrawn="1"/>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9" name="TextBox 8">
            <a:extLst>
              <a:ext uri="{FF2B5EF4-FFF2-40B4-BE49-F238E27FC236}">
                <a16:creationId xmlns:a16="http://schemas.microsoft.com/office/drawing/2014/main" id="{B4D7F7F6-2433-5736-C8E5-60AEBECCFBC8}"/>
              </a:ext>
            </a:extLst>
          </p:cNvPr>
          <p:cNvSpPr txBox="1"/>
          <p:nvPr userDrawn="1"/>
        </p:nvSpPr>
        <p:spPr>
          <a:xfrm>
            <a:off x="4297680" y="6587928"/>
            <a:ext cx="3604260" cy="246220"/>
          </a:xfrm>
          <a:prstGeom prst="rect">
            <a:avLst/>
          </a:prstGeom>
          <a:noFill/>
        </p:spPr>
        <p:txBody>
          <a:bodyPr wrap="square" rtlCol="0">
            <a:spAutoFit/>
          </a:bodyPr>
          <a:lstStyle/>
          <a:p>
            <a:pPr algn="ctr"/>
            <a:r>
              <a:rPr lang="en-PT" sz="1000">
                <a:solidFill>
                  <a:schemeClr val="bg2"/>
                </a:solidFill>
                <a:latin typeface="Aptos" panose="020B0004020202020204" pitchFamily="34" charset="0"/>
              </a:rPr>
              <a:t>Powering Healthcare Excellence, One Partnership at a Time</a:t>
            </a:r>
          </a:p>
        </p:txBody>
      </p:sp>
      <p:sp>
        <p:nvSpPr>
          <p:cNvPr id="10" name="TextBox 9">
            <a:extLst>
              <a:ext uri="{FF2B5EF4-FFF2-40B4-BE49-F238E27FC236}">
                <a16:creationId xmlns:a16="http://schemas.microsoft.com/office/drawing/2014/main" id="{BDED9671-0ACC-DC29-C8DD-D868C672C5C6}"/>
              </a:ext>
            </a:extLst>
          </p:cNvPr>
          <p:cNvSpPr txBox="1"/>
          <p:nvPr userDrawn="1"/>
        </p:nvSpPr>
        <p:spPr>
          <a:xfrm>
            <a:off x="9723120" y="6587928"/>
            <a:ext cx="2052320" cy="246220"/>
          </a:xfrm>
          <a:prstGeom prst="rect">
            <a:avLst/>
          </a:prstGeom>
          <a:noFill/>
        </p:spPr>
        <p:txBody>
          <a:bodyPr wrap="square" rtlCol="0">
            <a:spAutoFit/>
          </a:bodyPr>
          <a:lstStyle/>
          <a:p>
            <a:pPr algn="r"/>
            <a:r>
              <a:rPr lang="en-PT" sz="1000">
                <a:solidFill>
                  <a:schemeClr val="bg2"/>
                </a:solidFill>
                <a:latin typeface="Aptos" panose="020B0004020202020204" pitchFamily="34" charset="0"/>
              </a:rPr>
              <a:t>Proprietary and Confidential</a:t>
            </a:r>
          </a:p>
        </p:txBody>
      </p:sp>
      <p:grpSp>
        <p:nvGrpSpPr>
          <p:cNvPr id="11" name="Graphic 21">
            <a:extLst>
              <a:ext uri="{FF2B5EF4-FFF2-40B4-BE49-F238E27FC236}">
                <a16:creationId xmlns:a16="http://schemas.microsoft.com/office/drawing/2014/main" id="{9A0C7B92-AD02-0E2E-9DC9-6FE7E0BAB2CC}"/>
              </a:ext>
            </a:extLst>
          </p:cNvPr>
          <p:cNvGrpSpPr/>
          <p:nvPr userDrawn="1"/>
        </p:nvGrpSpPr>
        <p:grpSpPr>
          <a:xfrm>
            <a:off x="89885" y="6647769"/>
            <a:ext cx="1340139" cy="126539"/>
            <a:chOff x="2546350" y="3092450"/>
            <a:chExt cx="7099490" cy="670350"/>
          </a:xfrm>
          <a:solidFill>
            <a:srgbClr val="FFFFFF"/>
          </a:solidFill>
        </p:grpSpPr>
        <p:sp>
          <p:nvSpPr>
            <p:cNvPr id="12" name="Freeform 23">
              <a:extLst>
                <a:ext uri="{FF2B5EF4-FFF2-40B4-BE49-F238E27FC236}">
                  <a16:creationId xmlns:a16="http://schemas.microsoft.com/office/drawing/2014/main" id="{6ABB3A38-D389-9AC8-81BE-AE4B48DCD5AB}"/>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3" name="Freeform 24">
              <a:extLst>
                <a:ext uri="{FF2B5EF4-FFF2-40B4-BE49-F238E27FC236}">
                  <a16:creationId xmlns:a16="http://schemas.microsoft.com/office/drawing/2014/main" id="{392FC71A-4458-FB4F-B01C-2E32CD932BDA}"/>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4" name="Freeform 25">
              <a:extLst>
                <a:ext uri="{FF2B5EF4-FFF2-40B4-BE49-F238E27FC236}">
                  <a16:creationId xmlns:a16="http://schemas.microsoft.com/office/drawing/2014/main" id="{DE078B75-C425-4D91-FAF1-6EBF861C9F99}"/>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5" name="Freeform 26">
              <a:extLst>
                <a:ext uri="{FF2B5EF4-FFF2-40B4-BE49-F238E27FC236}">
                  <a16:creationId xmlns:a16="http://schemas.microsoft.com/office/drawing/2014/main" id="{E9E883A0-2728-1733-C465-8EBCBE66F281}"/>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solidFill>
              <a:srgbClr val="FFFFFF"/>
            </a:solidFill>
            <a:ln w="0" cap="flat">
              <a:noFill/>
              <a:prstDash val="solid"/>
              <a:miter/>
            </a:ln>
          </p:spPr>
          <p:txBody>
            <a:bodyPr rtlCol="0" anchor="ctr"/>
            <a:lstStyle/>
            <a:p>
              <a:endParaRPr lang="en-PT"/>
            </a:p>
          </p:txBody>
        </p:sp>
        <p:sp>
          <p:nvSpPr>
            <p:cNvPr id="16" name="Freeform 27">
              <a:extLst>
                <a:ext uri="{FF2B5EF4-FFF2-40B4-BE49-F238E27FC236}">
                  <a16:creationId xmlns:a16="http://schemas.microsoft.com/office/drawing/2014/main" id="{60CCE9D3-B200-A206-B73C-8BF4DFC7C892}"/>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8" name="Freeform 28">
              <a:extLst>
                <a:ext uri="{FF2B5EF4-FFF2-40B4-BE49-F238E27FC236}">
                  <a16:creationId xmlns:a16="http://schemas.microsoft.com/office/drawing/2014/main" id="{971FE7A2-DE69-7614-1419-3AD5CF8147A2}"/>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1" name="Freeform 29">
              <a:extLst>
                <a:ext uri="{FF2B5EF4-FFF2-40B4-BE49-F238E27FC236}">
                  <a16:creationId xmlns:a16="http://schemas.microsoft.com/office/drawing/2014/main" id="{E7504DE1-47BD-ABC8-09DD-1A16FA6C8FBA}"/>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2" name="Freeform 30">
              <a:extLst>
                <a:ext uri="{FF2B5EF4-FFF2-40B4-BE49-F238E27FC236}">
                  <a16:creationId xmlns:a16="http://schemas.microsoft.com/office/drawing/2014/main" id="{AAB63CB7-DF5E-8F66-13F1-7261D8C199C0}"/>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solidFill>
              <a:srgbClr val="FFFFFF"/>
            </a:solidFill>
            <a:ln w="0" cap="flat">
              <a:noFill/>
              <a:prstDash val="solid"/>
              <a:miter/>
            </a:ln>
          </p:spPr>
          <p:txBody>
            <a:bodyPr rtlCol="0" anchor="ctr"/>
            <a:lstStyle/>
            <a:p>
              <a:endParaRPr lang="en-PT"/>
            </a:p>
          </p:txBody>
        </p:sp>
        <p:sp>
          <p:nvSpPr>
            <p:cNvPr id="38" name="Freeform 31">
              <a:extLst>
                <a:ext uri="{FF2B5EF4-FFF2-40B4-BE49-F238E27FC236}">
                  <a16:creationId xmlns:a16="http://schemas.microsoft.com/office/drawing/2014/main" id="{CC753D78-9472-CFAD-7BD2-D189BA3B66EA}"/>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39" name="Freeform 32">
              <a:extLst>
                <a:ext uri="{FF2B5EF4-FFF2-40B4-BE49-F238E27FC236}">
                  <a16:creationId xmlns:a16="http://schemas.microsoft.com/office/drawing/2014/main" id="{CCDB26E9-9192-2401-1E99-CAE16E98CD4C}"/>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solidFill>
              <a:srgbClr val="FFFFFF"/>
            </a:solidFill>
            <a:ln w="0" cap="flat">
              <a:noFill/>
              <a:prstDash val="solid"/>
              <a:miter/>
            </a:ln>
          </p:spPr>
          <p:txBody>
            <a:bodyPr rtlCol="0" anchor="ctr"/>
            <a:lstStyle/>
            <a:p>
              <a:endParaRPr lang="en-PT"/>
            </a:p>
          </p:txBody>
        </p:sp>
        <p:sp>
          <p:nvSpPr>
            <p:cNvPr id="40" name="Freeform 33">
              <a:extLst>
                <a:ext uri="{FF2B5EF4-FFF2-40B4-BE49-F238E27FC236}">
                  <a16:creationId xmlns:a16="http://schemas.microsoft.com/office/drawing/2014/main" id="{427B85C7-F674-08C4-F6AB-6E49D837B865}"/>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
        <p:nvSpPr>
          <p:cNvPr id="43" name="Slide Number Placeholder 47">
            <a:extLst>
              <a:ext uri="{FF2B5EF4-FFF2-40B4-BE49-F238E27FC236}">
                <a16:creationId xmlns:a16="http://schemas.microsoft.com/office/drawing/2014/main" id="{2893DCB6-D086-51FA-E555-DD608CDBEFD6}"/>
              </a:ext>
            </a:extLst>
          </p:cNvPr>
          <p:cNvSpPr>
            <a:spLocks noGrp="1"/>
          </p:cNvSpPr>
          <p:nvPr>
            <p:ph type="sldNum" sz="quarter" idx="17"/>
          </p:nvPr>
        </p:nvSpPr>
        <p:spPr>
          <a:xfrm>
            <a:off x="11801095" y="6500251"/>
            <a:ext cx="439635" cy="421574"/>
          </a:xfrm>
        </p:spPr>
        <p:txBody>
          <a:bodyPr/>
          <a:lstStyle>
            <a:lvl1pPr algn="ctr">
              <a:defRPr/>
            </a:lvl1pPr>
          </a:lstStyle>
          <a:p>
            <a:fld id="{A846F9DD-CD1C-1941-9766-570E7B02CB06}" type="slidenum">
              <a:rPr lang="en-PT" smtClean="0"/>
              <a:pPr/>
              <a:t>‹#›</a:t>
            </a:fld>
            <a:endParaRPr lang="en-PT"/>
          </a:p>
        </p:txBody>
      </p:sp>
      <p:cxnSp>
        <p:nvCxnSpPr>
          <p:cNvPr id="6" name="Straight Connector 5">
            <a:extLst>
              <a:ext uri="{FF2B5EF4-FFF2-40B4-BE49-F238E27FC236}">
                <a16:creationId xmlns:a16="http://schemas.microsoft.com/office/drawing/2014/main" id="{D75C4C64-1EDF-88A9-78B2-0A6F580DF359}"/>
              </a:ext>
            </a:extLst>
          </p:cNvPr>
          <p:cNvCxnSpPr>
            <a:cxnSpLocks/>
          </p:cNvCxnSpPr>
          <p:nvPr userDrawn="1"/>
        </p:nvCxnSpPr>
        <p:spPr>
          <a:xfrm>
            <a:off x="321310" y="1043669"/>
            <a:ext cx="11430000"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A509A806-2EDD-8E5E-9DBD-5E5B1E9148C4}"/>
              </a:ext>
            </a:extLst>
          </p:cNvPr>
          <p:cNvSpPr>
            <a:spLocks noGrp="1"/>
          </p:cNvSpPr>
          <p:nvPr>
            <p:ph type="title" hasCustomPrompt="1"/>
          </p:nvPr>
        </p:nvSpPr>
        <p:spPr>
          <a:xfrm>
            <a:off x="320040" y="281995"/>
            <a:ext cx="11432688" cy="396875"/>
          </a:xfrm>
        </p:spPr>
        <p:txBody>
          <a:bodyPr anchor="t" anchorCtr="0">
            <a:noAutofit/>
          </a:bodyPr>
          <a:lstStyle>
            <a:lvl1pPr>
              <a:defRPr sz="2800"/>
            </a:lvl1pPr>
          </a:lstStyle>
          <a:p>
            <a:r>
              <a:rPr lang="en-GB"/>
              <a:t>Title</a:t>
            </a:r>
            <a:endParaRPr lang="en-PT"/>
          </a:p>
        </p:txBody>
      </p:sp>
      <p:sp>
        <p:nvSpPr>
          <p:cNvPr id="20" name="Text Placeholder 12">
            <a:extLst>
              <a:ext uri="{FF2B5EF4-FFF2-40B4-BE49-F238E27FC236}">
                <a16:creationId xmlns:a16="http://schemas.microsoft.com/office/drawing/2014/main" id="{4EECD649-7202-6855-B9D4-D9C815B0331A}"/>
              </a:ext>
            </a:extLst>
          </p:cNvPr>
          <p:cNvSpPr>
            <a:spLocks noGrp="1"/>
          </p:cNvSpPr>
          <p:nvPr>
            <p:ph type="body" sz="quarter" idx="13" hasCustomPrompt="1"/>
          </p:nvPr>
        </p:nvSpPr>
        <p:spPr>
          <a:xfrm>
            <a:off x="342932" y="680314"/>
            <a:ext cx="11409796" cy="287656"/>
          </a:xfrm>
        </p:spPr>
        <p:txBody>
          <a:bodyPr anchor="t" anchorCtr="0">
            <a:noAutofit/>
          </a:bodyPr>
          <a:lstStyle>
            <a:lvl1pPr>
              <a:defRPr sz="1800" b="0"/>
            </a:lvl1pPr>
          </a:lstStyle>
          <a:p>
            <a:pPr lvl="0"/>
            <a:r>
              <a:rPr lang="en-GB"/>
              <a:t>Sub-Title / Tag-Line</a:t>
            </a:r>
            <a:endParaRPr lang="en-PT"/>
          </a:p>
        </p:txBody>
      </p:sp>
    </p:spTree>
    <p:extLst>
      <p:ext uri="{BB962C8B-B14F-4D97-AF65-F5344CB8AC3E}">
        <p14:creationId xmlns:p14="http://schemas.microsoft.com/office/powerpoint/2010/main" val="16334481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6CEBACB-1976-D746-B3FC-7CE401B3045D}"/>
              </a:ext>
            </a:extLst>
          </p:cNvPr>
          <p:cNvSpPr/>
          <p:nvPr userDrawn="1"/>
        </p:nvSpPr>
        <p:spPr>
          <a:xfrm>
            <a:off x="-3908"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2DE5C04A-D6E5-D14D-B886-D76CD73B3D8F}"/>
              </a:ext>
            </a:extLst>
          </p:cNvPr>
          <p:cNvSpPr>
            <a:spLocks noGrp="1"/>
          </p:cNvSpPr>
          <p:nvPr>
            <p:ph type="title" hasCustomPrompt="1"/>
          </p:nvPr>
        </p:nvSpPr>
        <p:spPr>
          <a:xfrm>
            <a:off x="530105" y="3125182"/>
            <a:ext cx="5805380" cy="692925"/>
          </a:xfrm>
        </p:spPr>
        <p:txBody>
          <a:bodyPr>
            <a:noAutofit/>
          </a:bodyPr>
          <a:lstStyle>
            <a:lvl1pPr>
              <a:defRPr sz="4400"/>
            </a:lvl1pPr>
          </a:lstStyle>
          <a:p>
            <a:r>
              <a:rPr lang="en-GB"/>
              <a:t>Title</a:t>
            </a:r>
            <a:endParaRPr lang="en-PT"/>
          </a:p>
        </p:txBody>
      </p:sp>
      <p:grpSp>
        <p:nvGrpSpPr>
          <p:cNvPr id="23" name="Graphic 21">
            <a:extLst>
              <a:ext uri="{FF2B5EF4-FFF2-40B4-BE49-F238E27FC236}">
                <a16:creationId xmlns:a16="http://schemas.microsoft.com/office/drawing/2014/main" id="{487D8F7B-0FF4-CC4A-A22A-E4E9E9413919}"/>
              </a:ext>
            </a:extLst>
          </p:cNvPr>
          <p:cNvGrpSpPr/>
          <p:nvPr/>
        </p:nvGrpSpPr>
        <p:grpSpPr>
          <a:xfrm>
            <a:off x="595699" y="659932"/>
            <a:ext cx="2522064" cy="238139"/>
            <a:chOff x="2546350" y="3092450"/>
            <a:chExt cx="7099490" cy="670350"/>
          </a:xfrm>
          <a:solidFill>
            <a:schemeClr val="tx2"/>
          </a:solidFill>
        </p:grpSpPr>
        <p:sp>
          <p:nvSpPr>
            <p:cNvPr id="24" name="Freeform 23">
              <a:extLst>
                <a:ext uri="{FF2B5EF4-FFF2-40B4-BE49-F238E27FC236}">
                  <a16:creationId xmlns:a16="http://schemas.microsoft.com/office/drawing/2014/main" id="{00369393-1E25-D04E-B9DA-2128FDA9EEC3}"/>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grpFill/>
            <a:ln w="0" cap="flat">
              <a:noFill/>
              <a:prstDash val="solid"/>
              <a:miter/>
            </a:ln>
          </p:spPr>
          <p:txBody>
            <a:bodyPr rtlCol="0" anchor="ctr"/>
            <a:lstStyle/>
            <a:p>
              <a:endParaRPr lang="en-PT">
                <a:solidFill>
                  <a:schemeClr val="tx2"/>
                </a:solidFill>
              </a:endParaRPr>
            </a:p>
          </p:txBody>
        </p:sp>
        <p:sp>
          <p:nvSpPr>
            <p:cNvPr id="25" name="Freeform 24">
              <a:extLst>
                <a:ext uri="{FF2B5EF4-FFF2-40B4-BE49-F238E27FC236}">
                  <a16:creationId xmlns:a16="http://schemas.microsoft.com/office/drawing/2014/main" id="{A3AE8470-C774-0C4F-8874-F3791D780D31}"/>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grpFill/>
            <a:ln w="0" cap="flat">
              <a:noFill/>
              <a:prstDash val="solid"/>
              <a:miter/>
            </a:ln>
          </p:spPr>
          <p:txBody>
            <a:bodyPr rtlCol="0" anchor="ctr"/>
            <a:lstStyle/>
            <a:p>
              <a:endParaRPr lang="en-PT">
                <a:solidFill>
                  <a:schemeClr val="tx2"/>
                </a:solidFill>
              </a:endParaRPr>
            </a:p>
          </p:txBody>
        </p:sp>
        <p:sp>
          <p:nvSpPr>
            <p:cNvPr id="26" name="Freeform 25">
              <a:extLst>
                <a:ext uri="{FF2B5EF4-FFF2-40B4-BE49-F238E27FC236}">
                  <a16:creationId xmlns:a16="http://schemas.microsoft.com/office/drawing/2014/main" id="{BD092881-4137-6B48-B96F-563478F72757}"/>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grpFill/>
            <a:ln w="0" cap="flat">
              <a:noFill/>
              <a:prstDash val="solid"/>
              <a:miter/>
            </a:ln>
          </p:spPr>
          <p:txBody>
            <a:bodyPr rtlCol="0" anchor="ctr"/>
            <a:lstStyle/>
            <a:p>
              <a:endParaRPr lang="en-PT">
                <a:solidFill>
                  <a:schemeClr val="tx2"/>
                </a:solidFill>
              </a:endParaRPr>
            </a:p>
          </p:txBody>
        </p:sp>
        <p:sp>
          <p:nvSpPr>
            <p:cNvPr id="27" name="Freeform 26">
              <a:extLst>
                <a:ext uri="{FF2B5EF4-FFF2-40B4-BE49-F238E27FC236}">
                  <a16:creationId xmlns:a16="http://schemas.microsoft.com/office/drawing/2014/main" id="{2E7D7EF5-2EC3-254D-A6C9-20EFE588EEF2}"/>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lnTo>
                    <a:pt x="0" y="576686"/>
                  </a:lnTo>
                  <a:lnTo>
                    <a:pt x="131137" y="576686"/>
                  </a:lnTo>
                  <a:lnTo>
                    <a:pt x="174057" y="445194"/>
                  </a:lnTo>
                  <a:lnTo>
                    <a:pt x="383039" y="445194"/>
                  </a:lnTo>
                  <a:lnTo>
                    <a:pt x="425863" y="576686"/>
                  </a:lnTo>
                  <a:lnTo>
                    <a:pt x="557000" y="576686"/>
                  </a:lnTo>
                  <a:lnTo>
                    <a:pt x="357439" y="0"/>
                  </a:lnTo>
                  <a:lnTo>
                    <a:pt x="199751" y="0"/>
                  </a:lnTo>
                  <a:close/>
                  <a:moveTo>
                    <a:pt x="205271" y="350012"/>
                  </a:moveTo>
                  <a:lnTo>
                    <a:pt x="276549" y="131776"/>
                  </a:lnTo>
                  <a:lnTo>
                    <a:pt x="281117" y="131776"/>
                  </a:lnTo>
                  <a:lnTo>
                    <a:pt x="352205" y="350012"/>
                  </a:lnTo>
                  <a:lnTo>
                    <a:pt x="205271" y="350012"/>
                  </a:lnTo>
                  <a:close/>
                </a:path>
              </a:pathLst>
            </a:custGeom>
            <a:grpFill/>
            <a:ln w="0" cap="flat">
              <a:noFill/>
              <a:prstDash val="solid"/>
              <a:miter/>
            </a:ln>
          </p:spPr>
          <p:txBody>
            <a:bodyPr rtlCol="0" anchor="ctr"/>
            <a:lstStyle/>
            <a:p>
              <a:endParaRPr lang="en-PT">
                <a:solidFill>
                  <a:schemeClr val="tx2"/>
                </a:solidFill>
              </a:endParaRPr>
            </a:p>
          </p:txBody>
        </p:sp>
        <p:sp>
          <p:nvSpPr>
            <p:cNvPr id="28" name="Freeform 27">
              <a:extLst>
                <a:ext uri="{FF2B5EF4-FFF2-40B4-BE49-F238E27FC236}">
                  <a16:creationId xmlns:a16="http://schemas.microsoft.com/office/drawing/2014/main" id="{ACC316F4-D406-2B47-89D4-7C69A4040F6E}"/>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grpFill/>
            <a:ln w="0" cap="flat">
              <a:noFill/>
              <a:prstDash val="solid"/>
              <a:miter/>
            </a:ln>
          </p:spPr>
          <p:txBody>
            <a:bodyPr rtlCol="0" anchor="ctr"/>
            <a:lstStyle/>
            <a:p>
              <a:endParaRPr lang="en-PT">
                <a:solidFill>
                  <a:schemeClr val="tx2"/>
                </a:solidFill>
              </a:endParaRPr>
            </a:p>
          </p:txBody>
        </p:sp>
        <p:sp>
          <p:nvSpPr>
            <p:cNvPr id="29" name="Freeform 28">
              <a:extLst>
                <a:ext uri="{FF2B5EF4-FFF2-40B4-BE49-F238E27FC236}">
                  <a16:creationId xmlns:a16="http://schemas.microsoft.com/office/drawing/2014/main" id="{8EF5A415-272C-654A-8889-E676FCEE8DA8}"/>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grpFill/>
            <a:ln w="0" cap="flat">
              <a:noFill/>
              <a:prstDash val="solid"/>
              <a:miter/>
            </a:ln>
          </p:spPr>
          <p:txBody>
            <a:bodyPr rtlCol="0" anchor="ctr"/>
            <a:lstStyle/>
            <a:p>
              <a:endParaRPr lang="en-PT">
                <a:solidFill>
                  <a:schemeClr val="tx2"/>
                </a:solidFill>
              </a:endParaRPr>
            </a:p>
          </p:txBody>
        </p:sp>
        <p:sp>
          <p:nvSpPr>
            <p:cNvPr id="30" name="Freeform 29">
              <a:extLst>
                <a:ext uri="{FF2B5EF4-FFF2-40B4-BE49-F238E27FC236}">
                  <a16:creationId xmlns:a16="http://schemas.microsoft.com/office/drawing/2014/main" id="{288C2D3D-D1E0-6042-8F4A-53F96422C92D}"/>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grpFill/>
            <a:ln w="0" cap="flat">
              <a:noFill/>
              <a:prstDash val="solid"/>
              <a:miter/>
            </a:ln>
          </p:spPr>
          <p:txBody>
            <a:bodyPr rtlCol="0" anchor="ctr"/>
            <a:lstStyle/>
            <a:p>
              <a:endParaRPr lang="en-PT">
                <a:solidFill>
                  <a:schemeClr val="tx2"/>
                </a:solidFill>
              </a:endParaRPr>
            </a:p>
          </p:txBody>
        </p:sp>
        <p:sp>
          <p:nvSpPr>
            <p:cNvPr id="31" name="Freeform 30">
              <a:extLst>
                <a:ext uri="{FF2B5EF4-FFF2-40B4-BE49-F238E27FC236}">
                  <a16:creationId xmlns:a16="http://schemas.microsoft.com/office/drawing/2014/main" id="{722A9198-00BA-7246-869D-DE2B1BC6FC19}"/>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lnTo>
                    <a:pt x="0" y="0"/>
                  </a:lnTo>
                  <a:lnTo>
                    <a:pt x="0" y="576686"/>
                  </a:lnTo>
                  <a:lnTo>
                    <a:pt x="122382" y="576686"/>
                  </a:lnTo>
                  <a:lnTo>
                    <a:pt x="122382" y="372291"/>
                  </a:lnTo>
                  <a:lnTo>
                    <a:pt x="211742" y="372291"/>
                  </a:lnTo>
                  <a:lnTo>
                    <a:pt x="321372" y="576686"/>
                  </a:lnTo>
                  <a:lnTo>
                    <a:pt x="456506" y="576686"/>
                  </a:lnTo>
                  <a:lnTo>
                    <a:pt x="333648" y="352572"/>
                  </a:lnTo>
                  <a:cubicBezTo>
                    <a:pt x="335361" y="351813"/>
                    <a:pt x="337169" y="351150"/>
                    <a:pt x="338977" y="350296"/>
                  </a:cubicBezTo>
                  <a:close/>
                  <a:moveTo>
                    <a:pt x="122382" y="99733"/>
                  </a:moveTo>
                  <a:lnTo>
                    <a:pt x="204890" y="99733"/>
                  </a:ln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122382" y="274359"/>
                  </a:lnTo>
                  <a:lnTo>
                    <a:pt x="122382" y="99827"/>
                  </a:lnTo>
                  <a:close/>
                </a:path>
              </a:pathLst>
            </a:custGeom>
            <a:grpFill/>
            <a:ln w="0" cap="flat">
              <a:noFill/>
              <a:prstDash val="solid"/>
              <a:miter/>
            </a:ln>
          </p:spPr>
          <p:txBody>
            <a:bodyPr rtlCol="0" anchor="ctr"/>
            <a:lstStyle/>
            <a:p>
              <a:endParaRPr lang="en-PT">
                <a:solidFill>
                  <a:schemeClr val="tx2"/>
                </a:solidFill>
              </a:endParaRPr>
            </a:p>
          </p:txBody>
        </p:sp>
        <p:sp>
          <p:nvSpPr>
            <p:cNvPr id="32" name="Freeform 31">
              <a:extLst>
                <a:ext uri="{FF2B5EF4-FFF2-40B4-BE49-F238E27FC236}">
                  <a16:creationId xmlns:a16="http://schemas.microsoft.com/office/drawing/2014/main" id="{7D26BA2D-E758-DD46-AD06-891BB1DD5C4C}"/>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grpFill/>
            <a:ln w="0" cap="flat">
              <a:noFill/>
              <a:prstDash val="solid"/>
              <a:miter/>
            </a:ln>
          </p:spPr>
          <p:txBody>
            <a:bodyPr rtlCol="0" anchor="ctr"/>
            <a:lstStyle/>
            <a:p>
              <a:endParaRPr lang="en-PT">
                <a:solidFill>
                  <a:schemeClr val="tx2"/>
                </a:solidFill>
              </a:endParaRPr>
            </a:p>
          </p:txBody>
        </p:sp>
        <p:sp>
          <p:nvSpPr>
            <p:cNvPr id="33" name="Freeform 32">
              <a:extLst>
                <a:ext uri="{FF2B5EF4-FFF2-40B4-BE49-F238E27FC236}">
                  <a16:creationId xmlns:a16="http://schemas.microsoft.com/office/drawing/2014/main" id="{D786D7EB-26FC-9D46-A847-F5D0DFBD1856}"/>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lnTo>
                    <a:pt x="232107" y="237955"/>
                  </a:ln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lnTo>
                    <a:pt x="449939" y="173679"/>
                  </a:ln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lnTo>
                    <a:pt x="236009" y="347358"/>
                  </a:ln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lnTo>
                    <a:pt x="0" y="403386"/>
                  </a:ln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close/>
                </a:path>
              </a:pathLst>
            </a:custGeom>
            <a:grpFill/>
            <a:ln w="0" cap="flat">
              <a:noFill/>
              <a:prstDash val="solid"/>
              <a:miter/>
            </a:ln>
          </p:spPr>
          <p:txBody>
            <a:bodyPr rtlCol="0" anchor="ctr"/>
            <a:lstStyle/>
            <a:p>
              <a:endParaRPr lang="en-PT">
                <a:solidFill>
                  <a:schemeClr val="tx2"/>
                </a:solidFill>
              </a:endParaRPr>
            </a:p>
          </p:txBody>
        </p:sp>
        <p:sp>
          <p:nvSpPr>
            <p:cNvPr id="34" name="Freeform 33">
              <a:extLst>
                <a:ext uri="{FF2B5EF4-FFF2-40B4-BE49-F238E27FC236}">
                  <a16:creationId xmlns:a16="http://schemas.microsoft.com/office/drawing/2014/main" id="{1BED5034-7066-F649-8004-6C6C260F950F}"/>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grpFill/>
            <a:ln w="0" cap="flat">
              <a:noFill/>
              <a:prstDash val="solid"/>
              <a:miter/>
            </a:ln>
          </p:spPr>
          <p:txBody>
            <a:bodyPr rtlCol="0" anchor="ctr"/>
            <a:lstStyle/>
            <a:p>
              <a:endParaRPr lang="en-PT">
                <a:solidFill>
                  <a:schemeClr val="tx2"/>
                </a:solidFill>
              </a:endParaRPr>
            </a:p>
          </p:txBody>
        </p:sp>
      </p:grpSp>
      <p:grpSp>
        <p:nvGrpSpPr>
          <p:cNvPr id="7" name="Graphic 5">
            <a:extLst>
              <a:ext uri="{FF2B5EF4-FFF2-40B4-BE49-F238E27FC236}">
                <a16:creationId xmlns:a16="http://schemas.microsoft.com/office/drawing/2014/main" id="{0F2F2C72-4B8E-2842-A4F9-EF0287F8E01E}"/>
              </a:ext>
            </a:extLst>
          </p:cNvPr>
          <p:cNvGrpSpPr/>
          <p:nvPr/>
        </p:nvGrpSpPr>
        <p:grpSpPr>
          <a:xfrm>
            <a:off x="3117763" y="-9625"/>
            <a:ext cx="8909532" cy="6888435"/>
            <a:chOff x="2749550" y="838200"/>
            <a:chExt cx="6697469" cy="5178171"/>
          </a:xfrm>
        </p:grpSpPr>
        <p:sp>
          <p:nvSpPr>
            <p:cNvPr id="8" name="Freeform 7">
              <a:extLst>
                <a:ext uri="{FF2B5EF4-FFF2-40B4-BE49-F238E27FC236}">
                  <a16:creationId xmlns:a16="http://schemas.microsoft.com/office/drawing/2014/main" id="{831A998E-F47C-804A-94E4-9A0F99E857D4}"/>
                </a:ext>
              </a:extLst>
            </p:cNvPr>
            <p:cNvSpPr/>
            <p:nvPr/>
          </p:nvSpPr>
          <p:spPr>
            <a:xfrm>
              <a:off x="2749550" y="838200"/>
              <a:ext cx="6697469" cy="5178171"/>
            </a:xfrm>
            <a:custGeom>
              <a:avLst/>
              <a:gdLst>
                <a:gd name="connsiteX0" fmla="*/ 4117038 w 6697469"/>
                <a:gd name="connsiteY0" fmla="*/ 0 h 5178171"/>
                <a:gd name="connsiteX1" fmla="*/ 0 w 6697469"/>
                <a:gd name="connsiteY1" fmla="*/ 0 h 5178171"/>
                <a:gd name="connsiteX2" fmla="*/ 4025451 w 6697469"/>
                <a:gd name="connsiteY2" fmla="*/ 2215325 h 5178171"/>
                <a:gd name="connsiteX3" fmla="*/ 2411824 w 6697469"/>
                <a:gd name="connsiteY3" fmla="*/ 5178171 h 5178171"/>
                <a:gd name="connsiteX4" fmla="*/ 4660658 w 6697469"/>
                <a:gd name="connsiteY4" fmla="*/ 5178171 h 5178171"/>
                <a:gd name="connsiteX5" fmla="*/ 6697470 w 6697469"/>
                <a:gd name="connsiteY5" fmla="*/ 1423511 h 5178171"/>
                <a:gd name="connsiteX6" fmla="*/ 4117038 w 6697469"/>
                <a:gd name="connsiteY6" fmla="*/ 0 h 517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7469" h="5178171">
                  <a:moveTo>
                    <a:pt x="4117038" y="0"/>
                  </a:moveTo>
                  <a:lnTo>
                    <a:pt x="0" y="0"/>
                  </a:lnTo>
                  <a:lnTo>
                    <a:pt x="4025451" y="2215325"/>
                  </a:lnTo>
                  <a:lnTo>
                    <a:pt x="2411824" y="5178171"/>
                  </a:lnTo>
                  <a:lnTo>
                    <a:pt x="4660658" y="5178171"/>
                  </a:lnTo>
                  <a:lnTo>
                    <a:pt x="6697470" y="1423511"/>
                  </a:lnTo>
                  <a:lnTo>
                    <a:pt x="4117038" y="0"/>
                  </a:lnTo>
                  <a:close/>
                </a:path>
              </a:pathLst>
            </a:custGeom>
            <a:solidFill>
              <a:schemeClr val="tx2"/>
            </a:solidFill>
            <a:ln w="0" cap="flat">
              <a:noFill/>
              <a:prstDash val="solid"/>
              <a:miter/>
            </a:ln>
          </p:spPr>
          <p:txBody>
            <a:bodyPr rtlCol="0" anchor="ctr"/>
            <a:lstStyle/>
            <a:p>
              <a:endParaRPr lang="en-PT"/>
            </a:p>
          </p:txBody>
        </p:sp>
        <p:sp>
          <p:nvSpPr>
            <p:cNvPr id="9" name="Freeform 8">
              <a:extLst>
                <a:ext uri="{FF2B5EF4-FFF2-40B4-BE49-F238E27FC236}">
                  <a16:creationId xmlns:a16="http://schemas.microsoft.com/office/drawing/2014/main" id="{33C16789-2F6C-9642-B3F0-CECE37EF6D00}"/>
                </a:ext>
              </a:extLst>
            </p:cNvPr>
            <p:cNvSpPr/>
            <p:nvPr/>
          </p:nvSpPr>
          <p:spPr>
            <a:xfrm>
              <a:off x="3431597" y="838200"/>
              <a:ext cx="5641933" cy="5178171"/>
            </a:xfrm>
            <a:custGeom>
              <a:avLst/>
              <a:gdLst>
                <a:gd name="connsiteX0" fmla="*/ 2836723 w 5641933"/>
                <a:gd name="connsiteY0" fmla="*/ 0 h 5178171"/>
                <a:gd name="connsiteX1" fmla="*/ 0 w 5641933"/>
                <a:gd name="connsiteY1" fmla="*/ 0 h 5178171"/>
                <a:gd name="connsiteX2" fmla="*/ 3761353 w 5641933"/>
                <a:gd name="connsiteY2" fmla="*/ 2088642 h 5178171"/>
                <a:gd name="connsiteX3" fmla="*/ 2074799 w 5641933"/>
                <a:gd name="connsiteY3" fmla="*/ 5178171 h 5178171"/>
                <a:gd name="connsiteX4" fmla="*/ 3651582 w 5641933"/>
                <a:gd name="connsiteY4" fmla="*/ 5178171 h 5178171"/>
                <a:gd name="connsiteX5" fmla="*/ 5641934 w 5641933"/>
                <a:gd name="connsiteY5" fmla="*/ 1537526 h 5178171"/>
                <a:gd name="connsiteX6" fmla="*/ 2836723 w 5641933"/>
                <a:gd name="connsiteY6" fmla="*/ 0 h 517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41933" h="5178171">
                  <a:moveTo>
                    <a:pt x="2836723" y="0"/>
                  </a:moveTo>
                  <a:lnTo>
                    <a:pt x="0" y="0"/>
                  </a:lnTo>
                  <a:lnTo>
                    <a:pt x="3761353" y="2088642"/>
                  </a:lnTo>
                  <a:lnTo>
                    <a:pt x="2074799" y="5178171"/>
                  </a:lnTo>
                  <a:lnTo>
                    <a:pt x="3651582" y="5178171"/>
                  </a:lnTo>
                  <a:lnTo>
                    <a:pt x="5641934" y="1537526"/>
                  </a:lnTo>
                  <a:cubicBezTo>
                    <a:pt x="5641934" y="1537526"/>
                    <a:pt x="3589223" y="410813"/>
                    <a:pt x="2836723" y="0"/>
                  </a:cubicBezTo>
                  <a:close/>
                </a:path>
              </a:pathLst>
            </a:custGeom>
            <a:solidFill>
              <a:srgbClr val="273355"/>
            </a:solidFill>
            <a:ln w="0" cap="flat">
              <a:noFill/>
              <a:prstDash val="solid"/>
              <a:miter/>
            </a:ln>
          </p:spPr>
          <p:txBody>
            <a:bodyPr rtlCol="0" anchor="ctr"/>
            <a:lstStyle/>
            <a:p>
              <a:endParaRPr lang="en-PT"/>
            </a:p>
          </p:txBody>
        </p:sp>
      </p:grpSp>
    </p:spTree>
    <p:extLst>
      <p:ext uri="{BB962C8B-B14F-4D97-AF65-F5344CB8AC3E}">
        <p14:creationId xmlns:p14="http://schemas.microsoft.com/office/powerpoint/2010/main" val="236973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E74B16-16AE-C442-AE15-267E4381AA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T"/>
          </a:p>
        </p:txBody>
      </p:sp>
      <p:sp>
        <p:nvSpPr>
          <p:cNvPr id="3" name="Text Placeholder 2">
            <a:extLst>
              <a:ext uri="{FF2B5EF4-FFF2-40B4-BE49-F238E27FC236}">
                <a16:creationId xmlns:a16="http://schemas.microsoft.com/office/drawing/2014/main" id="{DBD37EBD-BDD8-364E-A6D9-669E46F819DA}"/>
              </a:ext>
            </a:extLst>
          </p:cNvPr>
          <p:cNvSpPr>
            <a:spLocks noGrp="1"/>
          </p:cNvSpPr>
          <p:nvPr>
            <p:ph type="body" idx="1"/>
          </p:nvPr>
        </p:nvSpPr>
        <p:spPr>
          <a:xfrm>
            <a:off x="838200" y="1825625"/>
            <a:ext cx="5257800" cy="4351338"/>
          </a:xfrm>
          <a:prstGeom prst="rect">
            <a:avLst/>
          </a:prstGeom>
        </p:spPr>
        <p:txBody>
          <a:bodyPr vert="horz" lIns="91440" tIns="45720" rIns="91440" bIns="45720" rtlCol="0">
            <a:normAutofit/>
          </a:bodyPr>
          <a:lstStyle/>
          <a:p>
            <a:pPr lvl="0"/>
            <a:r>
              <a:rPr lang="en-GB"/>
              <a:t>Click to edit Master text styles</a:t>
            </a:r>
          </a:p>
          <a:p>
            <a:pPr lvl="1"/>
            <a:r>
              <a:rPr lang="en-GB"/>
              <a:t>First Point</a:t>
            </a:r>
          </a:p>
          <a:p>
            <a:pPr lvl="2"/>
            <a:r>
              <a:rPr lang="en-GB"/>
              <a:t>Second Point</a:t>
            </a:r>
          </a:p>
          <a:p>
            <a:pPr lvl="3"/>
            <a:r>
              <a:rPr lang="en-GB"/>
              <a:t>Third Point</a:t>
            </a:r>
          </a:p>
        </p:txBody>
      </p:sp>
      <p:sp>
        <p:nvSpPr>
          <p:cNvPr id="4" name="Date Placeholder 3">
            <a:extLst>
              <a:ext uri="{FF2B5EF4-FFF2-40B4-BE49-F238E27FC236}">
                <a16:creationId xmlns:a16="http://schemas.microsoft.com/office/drawing/2014/main" id="{50312804-FA1C-7D49-9B8C-C865C9BD1F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2"/>
                </a:solidFill>
                <a:latin typeface="Aptos" panose="020B0004020202020204" pitchFamily="34" charset="0"/>
              </a:defRPr>
            </a:lvl1pPr>
          </a:lstStyle>
          <a:p>
            <a:fld id="{90B5AEA9-6EA0-B349-B137-21316F1E47F8}" type="datetimeFigureOut">
              <a:rPr lang="en-US" smtClean="0"/>
              <a:t>10/16/2025</a:t>
            </a:fld>
            <a:endParaRPr lang="en-US"/>
          </a:p>
        </p:txBody>
      </p:sp>
      <p:sp>
        <p:nvSpPr>
          <p:cNvPr id="5" name="Footer Placeholder 4">
            <a:extLst>
              <a:ext uri="{FF2B5EF4-FFF2-40B4-BE49-F238E27FC236}">
                <a16:creationId xmlns:a16="http://schemas.microsoft.com/office/drawing/2014/main" id="{E16B2417-AE50-2D44-B5AC-AF8511D5B1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2"/>
                </a:solidFill>
                <a:latin typeface="Aptos" panose="020B0004020202020204" pitchFamily="34" charset="0"/>
              </a:defRPr>
            </a:lvl1pPr>
          </a:lstStyle>
          <a:p>
            <a:endParaRPr lang="en-US"/>
          </a:p>
        </p:txBody>
      </p:sp>
      <p:sp>
        <p:nvSpPr>
          <p:cNvPr id="6" name="Slide Number Placeholder 5">
            <a:extLst>
              <a:ext uri="{FF2B5EF4-FFF2-40B4-BE49-F238E27FC236}">
                <a16:creationId xmlns:a16="http://schemas.microsoft.com/office/drawing/2014/main" id="{4003DEEF-8C9D-E748-B4A9-56F826B146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2"/>
                </a:solidFill>
                <a:latin typeface="Aptos" panose="020B0004020202020204" pitchFamily="34" charset="0"/>
              </a:defRPr>
            </a:lvl1pPr>
          </a:lstStyle>
          <a:p>
            <a:fld id="{3DDE8DAA-7DEF-D14D-8FDA-016202E28B81}" type="slidenum">
              <a:rPr lang="en-US" smtClean="0"/>
              <a:t>‹#›</a:t>
            </a:fld>
            <a:endParaRPr lang="en-US"/>
          </a:p>
        </p:txBody>
      </p:sp>
    </p:spTree>
    <p:extLst>
      <p:ext uri="{BB962C8B-B14F-4D97-AF65-F5344CB8AC3E}">
        <p14:creationId xmlns:p14="http://schemas.microsoft.com/office/powerpoint/2010/main" val="3633802837"/>
      </p:ext>
    </p:extLst>
  </p:cSld>
  <p:clrMap bg1="lt1" tx1="dk1" bg2="lt2" tx2="dk2" accent1="accent1" accent2="accent2" accent3="accent3" accent4="accent4" accent5="accent5" accent6="accent6" hlink="hlink" folHlink="folHlink"/>
  <p:sldLayoutIdLst>
    <p:sldLayoutId id="2147483690"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60" r:id="rId29"/>
    <p:sldLayoutId id="2147483661" r:id="rId30"/>
  </p:sldLayoutIdLst>
  <p:txStyles>
    <p:titleStyle>
      <a:lvl1pPr algn="l" defTabSz="914400" rtl="0" eaLnBrk="1" latinLnBrk="0" hangingPunct="1">
        <a:lnSpc>
          <a:spcPct val="90000"/>
        </a:lnSpc>
        <a:spcBef>
          <a:spcPct val="0"/>
        </a:spcBef>
        <a:buNone/>
        <a:defRPr sz="4400" b="1" kern="1200">
          <a:solidFill>
            <a:schemeClr val="tx2"/>
          </a:solidFill>
          <a:latin typeface="Aptos" panose="020B0004020202020204" pitchFamily="34" charset="0"/>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kern="1200">
          <a:solidFill>
            <a:schemeClr val="tx2"/>
          </a:solidFill>
          <a:latin typeface="Aptos" panose="020B0004020202020204" pitchFamily="34" charset="0"/>
          <a:ea typeface="+mn-ea"/>
          <a:cs typeface="+mn-cs"/>
        </a:defRPr>
      </a:lvl1pPr>
      <a:lvl2pPr marL="182880" indent="-182880" algn="l" defTabSz="914400" rtl="0" eaLnBrk="1" latinLnBrk="0" hangingPunct="1">
        <a:lnSpc>
          <a:spcPct val="90000"/>
        </a:lnSpc>
        <a:spcBef>
          <a:spcPts val="500"/>
        </a:spcBef>
        <a:buFont typeface="Arial" panose="020B0604020202020204" pitchFamily="34" charset="0"/>
        <a:buChar char="•"/>
        <a:tabLst/>
        <a:defRPr sz="2400" kern="1200">
          <a:solidFill>
            <a:schemeClr val="tx2"/>
          </a:solidFill>
          <a:latin typeface="Aptos" panose="020B0004020202020204" pitchFamily="34" charset="0"/>
          <a:ea typeface="+mn-ea"/>
          <a:cs typeface="+mn-cs"/>
        </a:defRPr>
      </a:lvl2pPr>
      <a:lvl3pPr marL="365760" indent="-182880" algn="l" defTabSz="914400" rtl="0" eaLnBrk="1" latinLnBrk="0" hangingPunct="1">
        <a:lnSpc>
          <a:spcPct val="90000"/>
        </a:lnSpc>
        <a:spcBef>
          <a:spcPts val="500"/>
        </a:spcBef>
        <a:buFont typeface="Arial" panose="020B0604020202020204" pitchFamily="34" charset="0"/>
        <a:buChar char="•"/>
        <a:tabLst/>
        <a:defRPr sz="2000" kern="1200">
          <a:solidFill>
            <a:schemeClr val="tx2"/>
          </a:solidFill>
          <a:latin typeface="Aptos" panose="020B0004020202020204" pitchFamily="34" charset="0"/>
          <a:ea typeface="+mn-ea"/>
          <a:cs typeface="+mn-cs"/>
        </a:defRPr>
      </a:lvl3pPr>
      <a:lvl4pPr marL="548640" indent="-182880" algn="l" defTabSz="914400" rtl="0" eaLnBrk="1" latinLnBrk="0" hangingPunct="1">
        <a:lnSpc>
          <a:spcPct val="90000"/>
        </a:lnSpc>
        <a:spcBef>
          <a:spcPts val="500"/>
        </a:spcBef>
        <a:buFont typeface="Arial" panose="020B0604020202020204" pitchFamily="34" charset="0"/>
        <a:buChar char="•"/>
        <a:tabLst/>
        <a:defRPr sz="1800" kern="1200">
          <a:solidFill>
            <a:schemeClr val="tx2"/>
          </a:solidFill>
          <a:latin typeface="Aptos" panose="020B0004020202020204" pitchFamily="34" charset="0"/>
          <a:ea typeface="+mn-ea"/>
          <a:cs typeface="+mn-cs"/>
        </a:defRPr>
      </a:lvl4pPr>
      <a:lvl5pPr marL="891540" indent="-342900" algn="l" defTabSz="914400" rtl="0" eaLnBrk="1" latinLnBrk="0" hangingPunct="1">
        <a:lnSpc>
          <a:spcPct val="90000"/>
        </a:lnSpc>
        <a:spcBef>
          <a:spcPts val="500"/>
        </a:spcBef>
        <a:buFont typeface="+mj-lt"/>
        <a:buAutoNum type="arabicPeriod"/>
        <a:tabLst/>
        <a:defRPr sz="160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0.xml"/>
</Relationships>
</file>

<file path=ppt/slides/_rels/slide3.xml.rels><?xml version="1.0" encoding="UTF-8" standalone="yes"?>
<Relationships xmlns="http://schemas.openxmlformats.org/package/2006/relationships">
  <Relationship Id="rId3" Type="http://schemas.openxmlformats.org/officeDocument/2006/relationships/image" Target="../media/image4.png"/>
  <Relationship Id="rId2" Type="http://schemas.openxmlformats.org/officeDocument/2006/relationships/notesSlide" Target="../notesSlides/notesSlide3.xml"/>
  <Relationship Id="rId1" Type="http://schemas.openxmlformats.org/officeDocument/2006/relationships/slideLayout" Target="../slideLayouts/slideLayout2.xml"/>
  <Relationship Id="rId4" Type="http://schemas.microsoft.com/office/2007/relationships/hdphoto" Target="../media/hdphoto1.wdp"/>
</Relationships>
</file>

<file path=ppt/slides/_rels/slide4.xml.rels><?xml version="1.0" encoding="UTF-8" standalone="yes"?>
<Relationships xmlns="http://schemas.openxmlformats.org/package/2006/relationships">
  <Relationship Id="rId3" Type="http://schemas.openxmlformats.org/officeDocument/2006/relationships/image" Target="../media/image4.png"/>
  <Relationship Id="rId2" Type="http://schemas.openxmlformats.org/officeDocument/2006/relationships/notesSlide" Target="../notesSlides/notesSlide4.xml"/>
  <Relationship Id="rId1" Type="http://schemas.openxmlformats.org/officeDocument/2006/relationships/slideLayout" Target="../slideLayouts/slideLayout2.xml"/>
  <Relationship Id="rId4" Type="http://schemas.microsoft.com/office/2007/relationships/hdphoto" Target="../media/hdphoto1.wdp"/>
</Relationships>
</file>

<file path=ppt/slides/_rels/slide5.xml.rels><?xml version="1.0" encoding="UTF-8" standalone="yes"?>
<Relationships xmlns="http://schemas.openxmlformats.org/package/2006/relationships">
  <Relationship Id="rId3" Type="http://schemas.openxmlformats.org/officeDocument/2006/relationships/image" Target="../media/image4.png"/>
  <Relationship Id="rId2" Type="http://schemas.openxmlformats.org/officeDocument/2006/relationships/notesSlide" Target="../notesSlides/notesSlide5.xml"/>
  <Relationship Id="rId1" Type="http://schemas.openxmlformats.org/officeDocument/2006/relationships/slideLayout" Target="../slideLayouts/slideLayout2.xml"/>
  <Relationship Id="rId4" Type="http://schemas.microsoft.com/office/2007/relationships/hdphoto" Target="../media/hdphoto1.wdp"/>
</Relationships>
</file>

<file path=ppt/slides/_rels/slide6.xml.rels><?xml version="1.0" encoding="UTF-8" standalone="yes"?>
<Relationships xmlns="http://schemas.openxmlformats.org/package/2006/relationships">
  <Relationship Id="rId2" Type="http://schemas.openxmlformats.org/officeDocument/2006/relationships/image" Target="../media/image5.jpg"/>
  <Relationship Id="rId1" Type="http://schemas.openxmlformats.org/officeDocument/2006/relationships/slideLayout" Target="../slideLayouts/slideLayout2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610E9DEC-B8D2-D61B-A767-B5AC2B746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FE2B68-3986-7926-DF8D-A4B81751A981}"/>
              </a:ext>
            </a:extLst>
          </p:cNvPr>
          <p:cNvSpPr>
            <a:spLocks noGrp="1"/>
          </p:cNvSpPr>
          <p:nvPr>
            <p:ph type="title"/>
          </p:nvPr>
        </p:nvSpPr>
        <p:spPr>
          <a:xfrm>
            <a:off x="530105" y="2839975"/>
            <a:ext cx="5805380" cy="692925"/>
          </a:xfrm>
        </p:spPr>
        <p:txBody>
          <a:bodyPr/>
          <a:lstStyle/>
          <a:p>
            <a:r>
              <a:t>Velocity: Transforming Revenue Cycle Management</a:t>
              <a:rPr lang="en-US" dirty="0" sz="4000" b="1">
                <a:solidFill>
                  <a:srgbClr val="FFFFFF"/>
                </a:solidFill>
              </a:rPr>
            </a:r>
            <a:endParaRPr dirty="0">
              <a:solidFill>
                <a:schemeClr val="bg1"/>
              </a:solidFill>
            </a:endParaRPr>
          </a:p>
        </p:txBody>
      </p:sp>
      <p:sp>
        <p:nvSpPr>
          <p:cNvPr id="32" name="Freeform 31">
            <a:extLst>
              <a:ext uri="{FF2B5EF4-FFF2-40B4-BE49-F238E27FC236}">
                <a16:creationId xmlns:a16="http://schemas.microsoft.com/office/drawing/2014/main" id="{42CF6333-67F0-11C0-425F-7689AEFC7537}"/>
              </a:ext>
            </a:extLst>
          </p:cNvPr>
          <p:cNvSpPr/>
          <p:nvPr/>
        </p:nvSpPr>
        <p:spPr>
          <a:xfrm>
            <a:off x="3938604" y="1060704"/>
            <a:ext cx="8253397" cy="5797296"/>
          </a:xfrm>
          <a:custGeom>
            <a:avLst/>
            <a:gdLst>
              <a:gd name="connsiteX0" fmla="*/ 6363820 w 8253397"/>
              <a:gd name="connsiteY0" fmla="*/ 0 h 5797296"/>
              <a:gd name="connsiteX1" fmla="*/ 8253397 w 8253397"/>
              <a:gd name="connsiteY1" fmla="*/ 1721363 h 5797296"/>
              <a:gd name="connsiteX2" fmla="*/ 8253397 w 8253397"/>
              <a:gd name="connsiteY2" fmla="*/ 5797296 h 5797296"/>
              <a:gd name="connsiteX3" fmla="*/ 0 w 8253397"/>
              <a:gd name="connsiteY3" fmla="*/ 5797296 h 5797296"/>
              <a:gd name="connsiteX4" fmla="*/ 6363820 w 8253397"/>
              <a:gd name="connsiteY4" fmla="*/ 0 h 5797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3397" h="5797296">
                <a:moveTo>
                  <a:pt x="6363820" y="0"/>
                </a:moveTo>
                <a:lnTo>
                  <a:pt x="8253397" y="1721363"/>
                </a:lnTo>
                <a:lnTo>
                  <a:pt x="8253397" y="5797296"/>
                </a:lnTo>
                <a:lnTo>
                  <a:pt x="0" y="5797296"/>
                </a:lnTo>
                <a:lnTo>
                  <a:pt x="6363820" y="0"/>
                </a:lnTo>
                <a:close/>
              </a:path>
            </a:pathLst>
          </a:custGeom>
          <a:solidFill>
            <a:schemeClr val="accent2">
              <a:alpha val="25000"/>
            </a:schemeClr>
          </a:solidFill>
          <a:ln w="0" cap="flat">
            <a:noFill/>
            <a:prstDash val="solid"/>
            <a:miter/>
          </a:ln>
        </p:spPr>
        <p:txBody>
          <a:bodyPr wrap="square" rtlCol="0" anchor="ctr">
            <a:noAutofit/>
          </a:bodyPr>
          <a:lstStyle/>
          <a:p>
            <a:endParaRPr lang="en-PT">
              <a:solidFill>
                <a:schemeClr val="bg2"/>
              </a:solidFill>
            </a:endParaRPr>
          </a:p>
        </p:txBody>
      </p:sp>
      <p:sp>
        <p:nvSpPr>
          <p:cNvPr id="19" name="Freeform 18">
            <a:extLst>
              <a:ext uri="{FF2B5EF4-FFF2-40B4-BE49-F238E27FC236}">
                <a16:creationId xmlns:a16="http://schemas.microsoft.com/office/drawing/2014/main" id="{0C2C6866-E132-8082-C7FE-49A7449A50C4}"/>
              </a:ext>
            </a:extLst>
          </p:cNvPr>
          <p:cNvSpPr/>
          <p:nvPr/>
        </p:nvSpPr>
        <p:spPr>
          <a:xfrm>
            <a:off x="7005616" y="3854683"/>
            <a:ext cx="5186385" cy="3003318"/>
          </a:xfrm>
          <a:custGeom>
            <a:avLst/>
            <a:gdLst>
              <a:gd name="connsiteX0" fmla="*/ 3296808 w 5186385"/>
              <a:gd name="connsiteY0" fmla="*/ 0 h 3003318"/>
              <a:gd name="connsiteX1" fmla="*/ 5186385 w 5186385"/>
              <a:gd name="connsiteY1" fmla="*/ 1721363 h 3003318"/>
              <a:gd name="connsiteX2" fmla="*/ 5186385 w 5186385"/>
              <a:gd name="connsiteY2" fmla="*/ 3003318 h 3003318"/>
              <a:gd name="connsiteX3" fmla="*/ 0 w 5186385"/>
              <a:gd name="connsiteY3" fmla="*/ 3003318 h 3003318"/>
            </a:gdLst>
            <a:ahLst/>
            <a:cxnLst>
              <a:cxn ang="0">
                <a:pos x="connsiteX0" y="connsiteY0"/>
              </a:cxn>
              <a:cxn ang="0">
                <a:pos x="connsiteX1" y="connsiteY1"/>
              </a:cxn>
              <a:cxn ang="0">
                <a:pos x="connsiteX2" y="connsiteY2"/>
              </a:cxn>
              <a:cxn ang="0">
                <a:pos x="connsiteX3" y="connsiteY3"/>
              </a:cxn>
            </a:cxnLst>
            <a:rect l="l" t="t" r="r" b="b"/>
            <a:pathLst>
              <a:path w="5186385" h="3003318">
                <a:moveTo>
                  <a:pt x="3296808" y="0"/>
                </a:moveTo>
                <a:lnTo>
                  <a:pt x="5186385" y="1721363"/>
                </a:lnTo>
                <a:lnTo>
                  <a:pt x="5186385" y="3003318"/>
                </a:lnTo>
                <a:lnTo>
                  <a:pt x="0" y="3003318"/>
                </a:lnTo>
                <a:close/>
              </a:path>
            </a:pathLst>
          </a:custGeom>
          <a:solidFill>
            <a:schemeClr val="accent6">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Rectangle 32">
            <a:extLst>
              <a:ext uri="{FF2B5EF4-FFF2-40B4-BE49-F238E27FC236}">
                <a16:creationId xmlns:a16="http://schemas.microsoft.com/office/drawing/2014/main" id="{AFC06BE4-ECB8-7154-B0E2-0E30AEBBAB05}"/>
              </a:ext>
            </a:extLst>
          </p:cNvPr>
          <p:cNvSpPr/>
          <p:nvPr/>
        </p:nvSpPr>
        <p:spPr>
          <a:xfrm>
            <a:off x="653142" y="3811967"/>
            <a:ext cx="5593277" cy="9500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0A63A746-4789-CB9F-4EE7-C7CB7F66952D}"/>
              </a:ext>
            </a:extLst>
          </p:cNvPr>
          <p:cNvSpPr txBox="1"/>
          <p:nvPr/>
        </p:nvSpPr>
        <p:spPr>
          <a:xfrm>
            <a:off x="567917" y="4186041"/>
            <a:ext cx="5186386" cy="369332"/>
          </a:xfrm>
          <a:prstGeom prst="rect">
            <a:avLst/>
          </a:prstGeom>
          <a:noFill/>
        </p:spPr>
        <p:txBody>
          <a:bodyPr wrap="square" rtlCol="0">
            <a:spAutoFit/>
          </a:bodyPr>
          <a:lstStyle/>
          <a:p>
            <a:r>
              <a:t>Harnessing RAG Insights to Drive Financial Performance</a:t>
              <a:rPr sz="2400">
                <a:solidFill>
                  <a:srgbClr val="FFFFFF"/>
                </a:solidFill>
              </a:rPr>
            </a:r>
            <a:endParaRPr/>
          </a:p>
        </p:txBody>
      </p:sp>
      <p:grpSp>
        <p:nvGrpSpPr>
          <p:cNvPr id="34" name="Graphic 21">
            <a:extLst>
              <a:ext uri="{FF2B5EF4-FFF2-40B4-BE49-F238E27FC236}">
                <a16:creationId xmlns:a16="http://schemas.microsoft.com/office/drawing/2014/main" id="{774FF064-3A93-8599-FEE2-F1114FFBCB4E}"/>
              </a:ext>
            </a:extLst>
          </p:cNvPr>
          <p:cNvGrpSpPr/>
          <p:nvPr/>
        </p:nvGrpSpPr>
        <p:grpSpPr>
          <a:xfrm>
            <a:off x="653142" y="567318"/>
            <a:ext cx="4162136" cy="392998"/>
            <a:chOff x="2546350" y="3092450"/>
            <a:chExt cx="7099490" cy="670350"/>
          </a:xfrm>
          <a:solidFill>
            <a:schemeClr val="bg2"/>
          </a:solidFill>
        </p:grpSpPr>
        <p:sp>
          <p:nvSpPr>
            <p:cNvPr id="35" name="Freeform 23">
              <a:extLst>
                <a:ext uri="{FF2B5EF4-FFF2-40B4-BE49-F238E27FC236}">
                  <a16:creationId xmlns:a16="http://schemas.microsoft.com/office/drawing/2014/main" id="{E8ED5FC7-7DE9-C3D6-3C18-F7E2E50B2790}"/>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grpFill/>
            <a:ln w="0" cap="flat">
              <a:noFill/>
              <a:prstDash val="solid"/>
              <a:miter/>
            </a:ln>
          </p:spPr>
          <p:txBody>
            <a:bodyPr rtlCol="0" anchor="ctr"/>
            <a:lstStyle/>
            <a:p>
              <a:endParaRPr lang="en-PT"/>
            </a:p>
          </p:txBody>
        </p:sp>
        <p:sp>
          <p:nvSpPr>
            <p:cNvPr id="36" name="Freeform 24">
              <a:extLst>
                <a:ext uri="{FF2B5EF4-FFF2-40B4-BE49-F238E27FC236}">
                  <a16:creationId xmlns:a16="http://schemas.microsoft.com/office/drawing/2014/main" id="{246B76FB-C642-D881-34BB-E39034FBEBAE}"/>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grpFill/>
            <a:ln w="0" cap="flat">
              <a:noFill/>
              <a:prstDash val="solid"/>
              <a:miter/>
            </a:ln>
          </p:spPr>
          <p:txBody>
            <a:bodyPr rtlCol="0" anchor="ctr"/>
            <a:lstStyle/>
            <a:p>
              <a:endParaRPr lang="en-PT"/>
            </a:p>
          </p:txBody>
        </p:sp>
        <p:sp>
          <p:nvSpPr>
            <p:cNvPr id="37" name="Freeform 25">
              <a:extLst>
                <a:ext uri="{FF2B5EF4-FFF2-40B4-BE49-F238E27FC236}">
                  <a16:creationId xmlns:a16="http://schemas.microsoft.com/office/drawing/2014/main" id="{61BE41C3-3936-CDA1-4799-B9034CFFDF9C}"/>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grpFill/>
            <a:ln w="0" cap="flat">
              <a:noFill/>
              <a:prstDash val="solid"/>
              <a:miter/>
            </a:ln>
          </p:spPr>
          <p:txBody>
            <a:bodyPr rtlCol="0" anchor="ctr"/>
            <a:lstStyle/>
            <a:p>
              <a:endParaRPr lang="en-PT"/>
            </a:p>
          </p:txBody>
        </p:sp>
        <p:sp>
          <p:nvSpPr>
            <p:cNvPr id="38" name="Freeform 26">
              <a:extLst>
                <a:ext uri="{FF2B5EF4-FFF2-40B4-BE49-F238E27FC236}">
                  <a16:creationId xmlns:a16="http://schemas.microsoft.com/office/drawing/2014/main" id="{689E8ACA-5117-F3A5-96E3-932A7841E41F}"/>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moveTo>
                    <a:pt x="205271" y="350012"/>
                  </a:moveTo>
                  <a:lnTo>
                    <a:pt x="0" y="576686"/>
                  </a:lnTo>
                  <a:lnTo>
                    <a:pt x="131137" y="576686"/>
                  </a:lnTo>
                  <a:lnTo>
                    <a:pt x="174057" y="445194"/>
                  </a:lnTo>
                  <a:lnTo>
                    <a:pt x="383039" y="445194"/>
                  </a:lnTo>
                  <a:lnTo>
                    <a:pt x="425863" y="576686"/>
                  </a:lnTo>
                  <a:lnTo>
                    <a:pt x="557000" y="576686"/>
                  </a:lnTo>
                  <a:lnTo>
                    <a:pt x="357439" y="0"/>
                  </a:lnTo>
                  <a:lnTo>
                    <a:pt x="199751" y="0"/>
                  </a:lnTo>
                  <a:lnTo>
                    <a:pt x="276549" y="131776"/>
                  </a:lnTo>
                  <a:lnTo>
                    <a:pt x="281117" y="131776"/>
                  </a:lnTo>
                  <a:lnTo>
                    <a:pt x="352205" y="350012"/>
                  </a:lnTo>
                  <a:lnTo>
                    <a:pt x="205271" y="350012"/>
                  </a:lnTo>
                  <a:close/>
                  <a:close/>
                </a:path>
              </a:pathLst>
            </a:custGeom>
            <a:grpFill/>
            <a:ln w="0" cap="flat">
              <a:noFill/>
              <a:prstDash val="solid"/>
              <a:miter/>
            </a:ln>
          </p:spPr>
          <p:txBody>
            <a:bodyPr rtlCol="0" anchor="ctr"/>
            <a:lstStyle/>
            <a:p>
              <a:endParaRPr lang="en-PT"/>
            </a:p>
          </p:txBody>
        </p:sp>
        <p:sp>
          <p:nvSpPr>
            <p:cNvPr id="39" name="Freeform 27">
              <a:extLst>
                <a:ext uri="{FF2B5EF4-FFF2-40B4-BE49-F238E27FC236}">
                  <a16:creationId xmlns:a16="http://schemas.microsoft.com/office/drawing/2014/main" id="{D9FE9C50-42BE-1E43-D4F4-7EEC9A4548A4}"/>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grpFill/>
            <a:ln w="0" cap="flat">
              <a:noFill/>
              <a:prstDash val="solid"/>
              <a:miter/>
            </a:ln>
          </p:spPr>
          <p:txBody>
            <a:bodyPr rtlCol="0" anchor="ctr"/>
            <a:lstStyle/>
            <a:p>
              <a:endParaRPr lang="en-PT"/>
            </a:p>
          </p:txBody>
        </p:sp>
        <p:sp>
          <p:nvSpPr>
            <p:cNvPr id="40" name="Freeform 28">
              <a:extLst>
                <a:ext uri="{FF2B5EF4-FFF2-40B4-BE49-F238E27FC236}">
                  <a16:creationId xmlns:a16="http://schemas.microsoft.com/office/drawing/2014/main" id="{9F934F17-CB1D-50A0-6871-BCDF97A203BF}"/>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grpFill/>
            <a:ln w="0" cap="flat">
              <a:noFill/>
              <a:prstDash val="solid"/>
              <a:miter/>
            </a:ln>
          </p:spPr>
          <p:txBody>
            <a:bodyPr rtlCol="0" anchor="ctr"/>
            <a:lstStyle/>
            <a:p>
              <a:endParaRPr lang="en-PT"/>
            </a:p>
          </p:txBody>
        </p:sp>
        <p:sp>
          <p:nvSpPr>
            <p:cNvPr id="41" name="Freeform 29">
              <a:extLst>
                <a:ext uri="{FF2B5EF4-FFF2-40B4-BE49-F238E27FC236}">
                  <a16:creationId xmlns:a16="http://schemas.microsoft.com/office/drawing/2014/main" id="{ED920FA7-DB1C-488B-8E8D-86952350AA1A}"/>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grpFill/>
            <a:ln w="0" cap="flat">
              <a:noFill/>
              <a:prstDash val="solid"/>
              <a:miter/>
            </a:ln>
          </p:spPr>
          <p:txBody>
            <a:bodyPr rtlCol="0" anchor="ctr"/>
            <a:lstStyle/>
            <a:p>
              <a:endParaRPr lang="en-PT"/>
            </a:p>
          </p:txBody>
        </p:sp>
        <p:sp>
          <p:nvSpPr>
            <p:cNvPr id="42" name="Freeform 30">
              <a:extLst>
                <a:ext uri="{FF2B5EF4-FFF2-40B4-BE49-F238E27FC236}">
                  <a16:creationId xmlns:a16="http://schemas.microsoft.com/office/drawing/2014/main" id="{DE990A78-BE13-83A0-2784-D5A0B445A5FA}"/>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moveTo>
                    <a:pt x="122382" y="99733"/>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cubicBezTo>
                    <a:pt x="335361" y="351813"/>
                    <a:pt x="337169" y="351150"/>
                    <a:pt x="338977" y="350296"/>
                  </a:cubicBez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0" y="0"/>
                  </a:lnTo>
                  <a:lnTo>
                    <a:pt x="0" y="576686"/>
                  </a:lnTo>
                  <a:lnTo>
                    <a:pt x="122382" y="576686"/>
                  </a:lnTo>
                  <a:lnTo>
                    <a:pt x="122382" y="372291"/>
                  </a:lnTo>
                  <a:lnTo>
                    <a:pt x="211742" y="372291"/>
                  </a:lnTo>
                  <a:lnTo>
                    <a:pt x="321372" y="576686"/>
                  </a:lnTo>
                  <a:lnTo>
                    <a:pt x="456506" y="576686"/>
                  </a:lnTo>
                  <a:lnTo>
                    <a:pt x="333648" y="352572"/>
                  </a:lnTo>
                  <a:lnTo>
                    <a:pt x="204890" y="99733"/>
                  </a:lnTo>
                  <a:lnTo>
                    <a:pt x="122382" y="274359"/>
                  </a:lnTo>
                  <a:lnTo>
                    <a:pt x="122382" y="99827"/>
                  </a:lnTo>
                  <a:close/>
                  <a:close/>
                </a:path>
              </a:pathLst>
            </a:custGeom>
            <a:grpFill/>
            <a:ln w="0" cap="flat">
              <a:noFill/>
              <a:prstDash val="solid"/>
              <a:miter/>
            </a:ln>
          </p:spPr>
          <p:txBody>
            <a:bodyPr rtlCol="0" anchor="ctr"/>
            <a:lstStyle/>
            <a:p>
              <a:endParaRPr lang="en-PT"/>
            </a:p>
          </p:txBody>
        </p:sp>
        <p:sp>
          <p:nvSpPr>
            <p:cNvPr id="43" name="Freeform 31">
              <a:extLst>
                <a:ext uri="{FF2B5EF4-FFF2-40B4-BE49-F238E27FC236}">
                  <a16:creationId xmlns:a16="http://schemas.microsoft.com/office/drawing/2014/main" id="{D34C394E-6A85-0DAF-59FB-FCB3491B5403}"/>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grpFill/>
            <a:ln w="0" cap="flat">
              <a:noFill/>
              <a:prstDash val="solid"/>
              <a:miter/>
            </a:ln>
          </p:spPr>
          <p:txBody>
            <a:bodyPr rtlCol="0" anchor="ctr"/>
            <a:lstStyle/>
            <a:p>
              <a:endParaRPr lang="en-PT"/>
            </a:p>
          </p:txBody>
        </p:sp>
        <p:sp>
          <p:nvSpPr>
            <p:cNvPr id="44" name="Freeform 32">
              <a:extLst>
                <a:ext uri="{FF2B5EF4-FFF2-40B4-BE49-F238E27FC236}">
                  <a16:creationId xmlns:a16="http://schemas.microsoft.com/office/drawing/2014/main" id="{58938FCB-BE90-6D1C-BC98-51CB57437F51}"/>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lnTo>
                    <a:pt x="232107" y="237955"/>
                  </a:lnTo>
                  <a:lnTo>
                    <a:pt x="449939" y="173679"/>
                  </a:lnTo>
                  <a:lnTo>
                    <a:pt x="236009" y="347358"/>
                  </a:lnTo>
                  <a:lnTo>
                    <a:pt x="0" y="403386"/>
                  </a:lnTo>
                  <a:close/>
                </a:path>
              </a:pathLst>
            </a:custGeom>
            <a:grpFill/>
            <a:ln w="0" cap="flat">
              <a:noFill/>
              <a:prstDash val="solid"/>
              <a:miter/>
            </a:ln>
          </p:spPr>
          <p:txBody>
            <a:bodyPr rtlCol="0" anchor="ctr"/>
            <a:lstStyle/>
            <a:p>
              <a:endParaRPr lang="en-PT"/>
            </a:p>
          </p:txBody>
        </p:sp>
        <p:sp>
          <p:nvSpPr>
            <p:cNvPr id="45" name="Freeform 33">
              <a:extLst>
                <a:ext uri="{FF2B5EF4-FFF2-40B4-BE49-F238E27FC236}">
                  <a16:creationId xmlns:a16="http://schemas.microsoft.com/office/drawing/2014/main" id="{69A6D6C5-E790-48B8-0827-5546E9366A43}"/>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grpFill/>
            <a:ln w="0" cap="flat">
              <a:noFill/>
              <a:prstDash val="solid"/>
              <a:miter/>
            </a:ln>
          </p:spPr>
          <p:txBody>
            <a:bodyPr rtlCol="0" anchor="ctr"/>
            <a:lstStyle/>
            <a:p>
              <a:endParaRPr lang="en-PT"/>
            </a:p>
          </p:txBody>
        </p:sp>
      </p:grpSp>
    </p:spTree>
    <p:extLst>
      <p:ext uri="{BB962C8B-B14F-4D97-AF65-F5344CB8AC3E}">
        <p14:creationId xmlns:p14="http://schemas.microsoft.com/office/powerpoint/2010/main" val="15044369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87F866F-1DB9-5A53-195F-2D0A2EC6AEA8}"/>
              </a:ext>
            </a:extLst>
          </p:cNvPr>
          <p:cNvSpPr>
            <a:spLocks noGrp="1"/>
          </p:cNvSpPr>
          <p:nvPr>
            <p:ph type="title"/>
          </p:nvPr>
        </p:nvSpPr>
        <p:spPr/>
        <p:txBody>
          <a:bodyPr/>
          <a:lstStyle/>
          <a:p>
            <a:r>
              <a:t>Introduction</a:t>
              <a:rPr sz="3400" b="1">
                <a:solidFill>
                  <a:srgbClr val="101D41"/>
                </a:solidFill>
              </a:rPr>
            </a:r>
            <a:endParaRPr/>
          </a:p>
        </p:txBody>
      </p:sp>
      <p:sp>
        <p:nvSpPr>
          <p:cNvPr id="7" name="Text Placeholder 6">
            <a:extLst>
              <a:ext uri="{FF2B5EF4-FFF2-40B4-BE49-F238E27FC236}">
                <a16:creationId xmlns:a16="http://schemas.microsoft.com/office/drawing/2014/main" id="{2DDDD631-8F71-B911-03AD-093A7DA214E1}"/>
              </a:ext>
            </a:extLst>
          </p:cNvPr>
          <p:cNvSpPr>
            <a:spLocks noGrp="1"/>
          </p:cNvSpPr>
          <p:nvPr>
            <p:ph type="body" sz="quarter" idx="13"/>
          </p:nvPr>
        </p:nvSpPr>
        <p:spPr/>
        <p:txBody>
          <a:bodyPr/>
          <a:lstStyle/>
          <a:p>
            <a:endParaRPr/>
          </a:p>
        </p:txBody>
      </p:sp>
      <p:sp>
        <p:nvSpPr>
          <p:cNvPr id="8" name="TextBox 7">
            <a:extLst>
              <a:ext uri="{FF2B5EF4-FFF2-40B4-BE49-F238E27FC236}">
                <a16:creationId xmlns:a16="http://schemas.microsoft.com/office/drawing/2014/main" id="{8B58F793-4F55-3590-0B66-0233FEE00926}"/>
              </a:ext>
            </a:extLst>
          </p:cNvPr>
          <p:cNvSpPr txBox="1"/>
          <p:nvPr/>
        </p:nvSpPr>
        <p:spPr>
          <a:xfrm>
            <a:off x="3490454" y="4009210"/>
            <a:ext cx="6957690" cy="1200329"/>
          </a:xfrm>
          <a:prstGeom prst="rect">
            <a:avLst/>
          </a:prstGeom>
          <a:noFill/>
          <a:effectLst>
            <a:outerShdw blurRad="50800" dist="38100" dir="2700000" algn="tl" rotWithShape="0">
              <a:prstClr val="black">
                <a:alpha val="17650"/>
              </a:prstClr>
            </a:outerShdw>
          </a:effectLst>
        </p:spPr>
        <p:txBody>
          <a:bodyPr wrap="square" rtlCol="0">
            <a:spAutoFit/>
          </a:bodyPr>
          <a:lstStyle/>
          <a:p>
            <a:r>
              <a:t>A strategic overview of how leveraging RAG insights can optimize revenue management processes and significantly improve financial outcomes.</a:t>
              <a:rPr sz="2200"/>
            </a:r>
            <a:endParaRPr/>
          </a:p>
        </p:txBody>
      </p:sp>
      <p:sp>
        <p:nvSpPr>
          <p:cNvPr id="9" name="TextBox 8">
            <a:extLst>
              <a:ext uri="{FF2B5EF4-FFF2-40B4-BE49-F238E27FC236}">
                <a16:creationId xmlns:a16="http://schemas.microsoft.com/office/drawing/2014/main" id="{AA3B426D-AC66-51B4-D93D-5ACAE764020B}"/>
              </a:ext>
            </a:extLst>
          </p:cNvPr>
          <p:cNvSpPr txBox="1"/>
          <p:nvPr/>
        </p:nvSpPr>
        <p:spPr>
          <a:xfrm>
            <a:off x="902749" y="1965288"/>
            <a:ext cx="7866497" cy="369332"/>
          </a:xfrm>
          <a:prstGeom prst="rect">
            <a:avLst/>
          </a:prstGeom>
          <a:noFill/>
          <a:effectLst/>
        </p:spPr>
        <p:txBody>
          <a:bodyPr wrap="square" rtlCol="0">
            <a:spAutoFit/>
          </a:bodyPr>
          <a:lstStyle/>
          <a:p>
            <a:r>
              <a:t>Addressing market pressures</a:t>
              <a:rPr/>
            </a:r>
            <a:endParaRPr/>
          </a:p>
          <a:p>
            <a:r>
              <a:t> </a:t>
              <a:rPr/>
            </a:r>
            <a:endParaRPr/>
          </a:p>
          <a:p>
            <a:r>
              <a:t>Unlocking revenue potential</a:t>
              <a:rPr/>
            </a:r>
            <a:endParaRPr/>
          </a:p>
          <a:p>
            <a:r>
              <a:t> </a:t>
              <a:rPr/>
            </a:r>
            <a:endParaRPr/>
          </a:p>
          <a:p>
            <a:r>
              <a:t>Operational discipline that pays for itself</a:t>
              <a:rPr/>
            </a:r>
            <a:endParaRPr/>
          </a:p>
        </p:txBody>
      </p:sp>
      <p:sp>
        <p:nvSpPr>
          <p:cNvPr id="12" name="Slide Number Placeholder 47">
            <a:extLst>
              <a:ext uri="{FF2B5EF4-FFF2-40B4-BE49-F238E27FC236}">
                <a16:creationId xmlns:a16="http://schemas.microsoft.com/office/drawing/2014/main" id="{C97A60C3-1001-8542-990B-913CE0EBA19F}"/>
              </a:ext>
            </a:extLst>
          </p:cNvPr>
          <p:cNvSpPr txBox="1">
            <a:spLocks/>
          </p:cNvSpPr>
          <p:nvPr/>
        </p:nvSpPr>
        <p:spPr>
          <a:xfrm>
            <a:off x="11801095" y="6500251"/>
            <a:ext cx="439635" cy="421574"/>
          </a:xfrm>
          <a:prstGeom prst="rect">
            <a:avLst/>
          </a:prstGeom>
        </p:spPr>
        <p:txBody>
          <a:bodyPr anchor="ctr"/>
          <a:lstStyle>
            <a:defPPr>
              <a:defRPr lang="en-PT"/>
            </a:defPPr>
            <a:lvl1pPr marL="0" algn="ctr"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DDE8DAA-7DEF-D14D-8FDA-016202E28B81}" type="slidenum">
              <a:rPr lang="en-US" sz="1200" smtClean="0">
                <a:latin typeface="Aptos" panose="020B0004020202020204" pitchFamily="34" charset="0"/>
              </a:rPr>
              <a:pPr/>
              <a:t>3</a:t>
            </a:fld>
            <a:endParaRPr lang="en-US" sz="1200" dirty="0">
              <a:latin typeface="Aptos" panose="020B0004020202020204" pitchFamily="34" charset="0"/>
            </a:endParaRPr>
          </a:p>
        </p:txBody>
      </p:sp>
      <p:sp>
        <p:nvSpPr>
          <p:cNvPr id="13" name="Graphic 37">
            <a:extLst>
              <a:ext uri="{FF2B5EF4-FFF2-40B4-BE49-F238E27FC236}">
                <a16:creationId xmlns:a16="http://schemas.microsoft.com/office/drawing/2014/main" id="{638FBCE7-D4CF-508B-6E19-48BD5612705A}"/>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alpha val="8000"/>
            </a:schemeClr>
          </a:solidFill>
          <a:ln w="0" cap="flat">
            <a:noFill/>
            <a:prstDash val="solid"/>
            <a:miter/>
          </a:ln>
        </p:spPr>
        <p:txBody>
          <a:bodyPr rtlCol="0" anchor="ctr"/>
          <a:lstStyle/>
          <a:p>
            <a:endParaRPr lang="en-PT">
              <a:solidFill>
                <a:schemeClr val="bg2"/>
              </a:solidFill>
            </a:endParaRPr>
          </a:p>
        </p:txBody>
      </p:sp>
      <p:cxnSp>
        <p:nvCxnSpPr>
          <p:cNvPr id="11" name="Straight Connector 10">
            <a:extLst>
              <a:ext uri="{FF2B5EF4-FFF2-40B4-BE49-F238E27FC236}">
                <a16:creationId xmlns:a16="http://schemas.microsoft.com/office/drawing/2014/main" id="{EA860B09-6A2E-CF60-49D6-63A97C90F725}"/>
              </a:ext>
            </a:extLst>
          </p:cNvPr>
          <p:cNvCxnSpPr>
            <a:cxnSpLocks/>
          </p:cNvCxnSpPr>
          <p:nvPr/>
        </p:nvCxnSpPr>
        <p:spPr>
          <a:xfrm>
            <a:off x="321310" y="1043668"/>
            <a:ext cx="11430000" cy="0"/>
          </a:xfrm>
          <a:prstGeom prst="line">
            <a:avLst/>
          </a:prstGeom>
          <a:ln w="9525">
            <a:solidFill>
              <a:schemeClr val="bg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83664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B2A42-ACCB-94E1-CE34-803EFA1D358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B8A3ED5-1AFC-A05E-7FFD-9F2BF07DBCBC}"/>
              </a:ext>
            </a:extLst>
          </p:cNvPr>
          <p:cNvPicPr>
            <a:picLocks noChangeAspect="1"/>
          </p:cNvPicPr>
          <p:nvPr/>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saturation sat="279000"/>
                    </a14:imgEffect>
                    <a14:imgEffect>
                      <a14:brightnessContrast contrast="-50000"/>
                    </a14:imgEffect>
                  </a14:imgLayer>
                </a14:imgProps>
              </a:ext>
            </a:extLst>
          </a:blip>
          <a:srcRect t="7812" b="7812"/>
          <a:stretch/>
        </p:blipFill>
        <p:spPr>
          <a:xfrm rot="10800000" flipH="1">
            <a:off x="0" y="0"/>
            <a:ext cx="12192000" cy="6858000"/>
          </a:xfrm>
          <a:prstGeom prst="rect">
            <a:avLst/>
          </a:prstGeom>
          <a:effectLst/>
        </p:spPr>
      </p:pic>
      <p:sp>
        <p:nvSpPr>
          <p:cNvPr id="9" name="Rectangle 8">
            <a:extLst>
              <a:ext uri="{FF2B5EF4-FFF2-40B4-BE49-F238E27FC236}">
                <a16:creationId xmlns:a16="http://schemas.microsoft.com/office/drawing/2014/main" id="{32E91C72-5733-5057-0DF2-95DD4BC0BE60}"/>
              </a:ext>
            </a:extLst>
          </p:cNvPr>
          <p:cNvSpPr/>
          <p:nvPr/>
        </p:nvSpPr>
        <p:spPr>
          <a:xfrm>
            <a:off x="21747" y="7671"/>
            <a:ext cx="12192000" cy="6858000"/>
          </a:xfrm>
          <a:prstGeom prst="rect">
            <a:avLst/>
          </a:prstGeom>
          <a:solidFill>
            <a:schemeClr val="accent6">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4" name="TextBox 13">
            <a:extLst>
              <a:ext uri="{FF2B5EF4-FFF2-40B4-BE49-F238E27FC236}">
                <a16:creationId xmlns:a16="http://schemas.microsoft.com/office/drawing/2014/main" id="{02074440-B009-12D5-1687-90028AE5056A}"/>
              </a:ext>
            </a:extLst>
          </p:cNvPr>
          <p:cNvSpPr txBox="1"/>
          <p:nvPr/>
        </p:nvSpPr>
        <p:spPr>
          <a:xfrm>
            <a:off x="667265" y="3266549"/>
            <a:ext cx="6845646" cy="1015663"/>
          </a:xfrm>
          <a:prstGeom prst="rect">
            <a:avLst/>
          </a:prstGeom>
          <a:noFill/>
        </p:spPr>
        <p:txBody>
          <a:bodyPr wrap="square" rtlCol="0">
            <a:spAutoFit/>
          </a:bodyPr>
          <a:lstStyle/>
          <a:p>
            <a:pPr marL="285750" indent="-285750" algn="left">
              <a:buFont typeface="Wingdings" pitchFamily="2" charset="2"/>
              <a:buChar char="§"/>
            </a:pPr>
            <a:r>
              <a:t>Increasing payer complexity and policy variability</a:t>
              <a:rPr/>
            </a:r>
            <a:endParaRPr/>
          </a:p>
          <a:p>
            <a:pPr marL="285750" indent="-285750" algn="left">
              <a:buFont typeface="Wingdings" pitchFamily="2" charset="2"/>
              <a:buChar char="§"/>
            </a:pPr>
            <a:r>
              <a:t>Rising operational costs and staffing issues</a:t>
              <a:rPr/>
            </a:r>
            <a:endParaRPr/>
          </a:p>
          <a:p>
            <a:pPr marL="285750" indent="-285750" algn="left">
              <a:buFont typeface="Wingdings" pitchFamily="2" charset="2"/>
              <a:buChar char="§"/>
            </a:pPr>
            <a:r>
              <a:t>Delayed revenues due to inefficiencies in the revenue cycle</a:t>
              <a:rPr/>
            </a:r>
            <a:endParaRPr/>
          </a:p>
        </p:txBody>
      </p:sp>
      <p:sp>
        <p:nvSpPr>
          <p:cNvPr id="15" name="TextBox 14">
            <a:extLst>
              <a:ext uri="{FF2B5EF4-FFF2-40B4-BE49-F238E27FC236}">
                <a16:creationId xmlns:a16="http://schemas.microsoft.com/office/drawing/2014/main" id="{938E6699-3445-A02E-C32C-3D80280C4191}"/>
              </a:ext>
            </a:extLst>
          </p:cNvPr>
          <p:cNvSpPr txBox="1"/>
          <p:nvPr/>
        </p:nvSpPr>
        <p:spPr>
          <a:xfrm>
            <a:off x="749644" y="2304872"/>
            <a:ext cx="6053928" cy="646331"/>
          </a:xfrm>
          <a:prstGeom prst="rect">
            <a:avLst/>
          </a:prstGeom>
          <a:noFill/>
        </p:spPr>
        <p:txBody>
          <a:bodyPr wrap="square" rtlCol="0">
            <a:spAutoFit/>
          </a:bodyPr>
          <a:lstStyle/>
          <a:p>
            <a:r>
              <a:t>Market Context &amp; Challenges</a:t>
              <a:rPr sz="3200" b="1">
                <a:solidFill>
                  <a:srgbClr val="101D41"/>
                </a:solidFill>
              </a:rPr>
            </a:r>
            <a:endParaRPr/>
          </a:p>
        </p:txBody>
      </p:sp>
      <p:sp>
        <p:nvSpPr>
          <p:cNvPr id="2" name="Rectangle 1">
            <a:extLst>
              <a:ext uri="{FF2B5EF4-FFF2-40B4-BE49-F238E27FC236}">
                <a16:creationId xmlns:a16="http://schemas.microsoft.com/office/drawing/2014/main" id="{94225B58-699D-0CAD-0A17-4946310ED362}"/>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 name="Rectangle 2">
            <a:extLst>
              <a:ext uri="{FF2B5EF4-FFF2-40B4-BE49-F238E27FC236}">
                <a16:creationId xmlns:a16="http://schemas.microsoft.com/office/drawing/2014/main" id="{3C0C77D6-A40D-EFE7-2228-BB1E697A494B}"/>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 name="TextBox 4">
            <a:extLst>
              <a:ext uri="{FF2B5EF4-FFF2-40B4-BE49-F238E27FC236}">
                <a16:creationId xmlns:a16="http://schemas.microsoft.com/office/drawing/2014/main" id="{D4A2EA6D-E507-475D-F5A7-E0CAF78198E7}"/>
              </a:ext>
            </a:extLst>
          </p:cNvPr>
          <p:cNvSpPr txBox="1"/>
          <p:nvPr/>
        </p:nvSpPr>
        <p:spPr>
          <a:xfrm>
            <a:off x="4297680" y="6587928"/>
            <a:ext cx="3604260" cy="246220"/>
          </a:xfrm>
          <a:prstGeom prst="rect">
            <a:avLst/>
          </a:prstGeom>
          <a:noFill/>
        </p:spPr>
        <p:txBody>
          <a:bodyPr wrap="square" rtlCol="0">
            <a:spAutoFit/>
          </a:bodyPr>
          <a:lstStyle/>
          <a:p>
            <a:pPr algn="left"/>
            <a:r>
              <a:t>Next: Identifying Opportunities</a:t>
              <a:rPr sz="2000">
                <a:solidFill>
                  <a:srgbClr val="2C4A78"/>
                </a:solidFill>
              </a:rPr>
            </a:r>
            <a:endParaRPr/>
          </a:p>
        </p:txBody>
      </p:sp>
      <p:sp>
        <p:nvSpPr>
          <p:cNvPr id="6" name="TextBox 5">
            <a:extLst>
              <a:ext uri="{FF2B5EF4-FFF2-40B4-BE49-F238E27FC236}">
                <a16:creationId xmlns:a16="http://schemas.microsoft.com/office/drawing/2014/main" id="{840A7608-B47A-0197-7781-A9B74FE463A4}"/>
              </a:ext>
            </a:extLst>
          </p:cNvPr>
          <p:cNvSpPr txBox="1"/>
          <p:nvPr/>
        </p:nvSpPr>
        <p:spPr>
          <a:xfrm>
            <a:off x="9723120" y="6587928"/>
            <a:ext cx="2052320" cy="246220"/>
          </a:xfrm>
          <a:prstGeom prst="rect">
            <a:avLst/>
          </a:prstGeom>
          <a:noFill/>
        </p:spPr>
        <p:txBody>
          <a:bodyPr wrap="square" rtlCol="0">
            <a:spAutoFit/>
          </a:bodyPr>
          <a:lstStyle/>
          <a:p>
            <a:pPr algn="right"/>
            <a:r>
              <a:t>Slide 3</a:t>
              <a:rPr sz="2000">
                <a:solidFill>
                  <a:srgbClr val="2C4A78"/>
                </a:solidFill>
              </a:rPr>
            </a:r>
            <a:endParaRPr/>
          </a:p>
        </p:txBody>
      </p:sp>
      <p:sp>
        <p:nvSpPr>
          <p:cNvPr id="25" name="Slide Number Placeholder 47">
            <a:extLst>
              <a:ext uri="{FF2B5EF4-FFF2-40B4-BE49-F238E27FC236}">
                <a16:creationId xmlns:a16="http://schemas.microsoft.com/office/drawing/2014/main" id="{0E3AD8F2-6646-32BB-2E86-A34C25BEC223}"/>
              </a:ext>
            </a:extLst>
          </p:cNvPr>
          <p:cNvSpPr txBox="1">
            <a:spLocks/>
          </p:cNvSpPr>
          <p:nvPr/>
        </p:nvSpPr>
        <p:spPr>
          <a:xfrm>
            <a:off x="11801095" y="6500251"/>
            <a:ext cx="439635" cy="421574"/>
          </a:xfrm>
          <a:prstGeom prst="rect">
            <a:avLst/>
          </a:prstGeom>
        </p:spPr>
        <p:txBody>
          <a:bodyPr anchor="ctr"/>
          <a:lstStyle>
            <a:defPPr>
              <a:defRPr lang="en-PT"/>
            </a:defPPr>
            <a:lvl1pPr marL="0" algn="ctr"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DDE8DAA-7DEF-D14D-8FDA-016202E28B81}" type="slidenum">
              <a:rPr lang="en-US" sz="1200" smtClean="0">
                <a:latin typeface="Aptos" panose="020B0004020202020204" pitchFamily="34" charset="0"/>
              </a:rPr>
              <a:pPr/>
              <a:t>5</a:t>
            </a:fld>
            <a:endParaRPr lang="en-US" sz="1200" dirty="0">
              <a:latin typeface="Aptos" panose="020B0004020202020204" pitchFamily="34" charset="0"/>
            </a:endParaRPr>
          </a:p>
        </p:txBody>
      </p:sp>
      <p:sp>
        <p:nvSpPr>
          <p:cNvPr id="26" name="Graphic 37">
            <a:extLst>
              <a:ext uri="{FF2B5EF4-FFF2-40B4-BE49-F238E27FC236}">
                <a16:creationId xmlns:a16="http://schemas.microsoft.com/office/drawing/2014/main" id="{DFF8C7B3-D41F-389A-0274-153E1608CE02}"/>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12" name="TextBox 11">
            <a:extLst>
              <a:ext uri="{FF2B5EF4-FFF2-40B4-BE49-F238E27FC236}">
                <a16:creationId xmlns:a16="http://schemas.microsoft.com/office/drawing/2014/main" id="{C95E7A6A-CF49-2FA8-5589-0507FF2B9E67}"/>
              </a:ext>
            </a:extLst>
          </p:cNvPr>
          <p:cNvSpPr txBox="1"/>
          <p:nvPr/>
        </p:nvSpPr>
        <p:spPr>
          <a:xfrm>
            <a:off x="7923152" y="540136"/>
            <a:ext cx="3599935" cy="1323439"/>
          </a:xfrm>
          <a:prstGeom prst="rect">
            <a:avLst/>
          </a:prstGeom>
          <a:noFill/>
        </p:spPr>
        <p:txBody>
          <a:bodyPr wrap="square" rtlCol="0">
            <a:spAutoFit/>
          </a:bodyPr>
          <a:lstStyle/>
          <a:p>
            <a:r>
              <a:t>RAG insight: Peer benchmark snapshot indicates AR days vs peers, denial rate trends.</a:t>
              <a:rPr/>
            </a:r>
            <a:endParaRPr/>
          </a:p>
        </p:txBody>
      </p:sp>
      <p:sp>
        <p:nvSpPr>
          <p:cNvPr id="19" name="TextBox 18">
            <a:extLst>
              <a:ext uri="{FF2B5EF4-FFF2-40B4-BE49-F238E27FC236}">
                <a16:creationId xmlns:a16="http://schemas.microsoft.com/office/drawing/2014/main" id="{5EDA508D-2010-7929-DCB9-C3303E92FC37}"/>
              </a:ext>
            </a:extLst>
          </p:cNvPr>
          <p:cNvSpPr txBox="1"/>
          <p:nvPr/>
        </p:nvSpPr>
        <p:spPr>
          <a:xfrm>
            <a:off x="7923152" y="2006244"/>
            <a:ext cx="3599935" cy="2862322"/>
          </a:xfrm>
          <a:prstGeom prst="rect">
            <a:avLst/>
          </a:prstGeom>
          <a:noFill/>
        </p:spPr>
        <p:txBody>
          <a:bodyPr wrap="square" rtlCol="0">
            <a:spAutoFit/>
          </a:bodyPr>
          <a:lstStyle/>
          <a:p>
            <a:endParaRPr/>
          </a:p>
          <a:p>
            <a:pPr marL="285750" indent="-285750">
              <a:buFont typeface="Wingdings" pitchFamily="2" charset="2"/>
              <a:buChar char="§"/>
            </a:pPr>
            <a:endParaRPr lang="en-US" sz="1000" b="0" i="0" dirty="0">
              <a:solidFill>
                <a:schemeClr val="tx2"/>
              </a:solidFill>
              <a:effectLst/>
              <a:latin typeface="Aptos" panose="020B0004020202020204" pitchFamily="34" charset="0"/>
              <a:cs typeface="Calibri" panose="020F0502020204030204" pitchFamily="34" charset="0"/>
            </a:endParaRPr>
          </a:p>
          <a:p>
            <a:pPr marL="285750" indent="-285750">
              <a:buFont typeface="Wingdings" pitchFamily="2" charset="2"/>
              <a:buChar char="§"/>
            </a:pPr>
            <a:endParaRPr lang="en-US" sz="1000" b="0" i="0" dirty="0">
              <a:solidFill>
                <a:schemeClr val="tx2"/>
              </a:solidFill>
              <a:effectLst/>
              <a:latin typeface="Aptos" panose="020B0004020202020204" pitchFamily="34" charset="0"/>
              <a:cs typeface="Calibri" panose="020F0502020204030204" pitchFamily="34" charset="0"/>
            </a:endParaRPr>
          </a:p>
          <a:p>
            <a:endParaRPr lang="en-US" sz="1000" b="0" i="0" dirty="0">
              <a:solidFill>
                <a:schemeClr val="tx2"/>
              </a:solidFill>
              <a:effectLst/>
              <a:latin typeface="Aptos" panose="020B0004020202020204" pitchFamily="34" charset="0"/>
              <a:cs typeface="Calibri" panose="020F0502020204030204" pitchFamily="34" charset="0"/>
            </a:endParaRPr>
          </a:p>
          <a:p>
            <a:pPr marL="285750" indent="-285750">
              <a:buFont typeface="Wingdings" pitchFamily="2" charset="2"/>
              <a:buChar char="§"/>
            </a:pPr>
            <a:endParaRPr lang="en-US" sz="1000" b="0" i="0" dirty="0">
              <a:solidFill>
                <a:schemeClr val="tx2"/>
              </a:solidFill>
              <a:effectLst/>
              <a:latin typeface="Aptos" panose="020B0004020202020204" pitchFamily="34" charset="0"/>
              <a:cs typeface="Calibri" panose="020F0502020204030204" pitchFamily="34" charset="0"/>
            </a:endParaRPr>
          </a:p>
          <a:p>
            <a:pPr marL="285750" indent="-285750">
              <a:buFont typeface="Wingdings" pitchFamily="2" charset="2"/>
              <a:buChar char="§"/>
            </a:pPr>
            <a:endParaRPr lang="en-US" sz="1000" b="0" i="0" dirty="0">
              <a:solidFill>
                <a:schemeClr val="tx2"/>
              </a:solidFill>
              <a:effectLst/>
              <a:latin typeface="Aptos" panose="020B0004020202020204" pitchFamily="34" charset="0"/>
              <a:cs typeface="Calibri" panose="020F0502020204030204" pitchFamily="34" charset="0"/>
            </a:endParaRPr>
          </a:p>
          <a:p>
            <a:endParaRPr lang="en-US" sz="1000" b="0" i="0" dirty="0">
              <a:solidFill>
                <a:schemeClr val="tx2"/>
              </a:solidFill>
              <a:effectLst/>
              <a:latin typeface="Aptos" panose="020B0004020202020204" pitchFamily="34" charset="0"/>
              <a:cs typeface="Calibri" panose="020F0502020204030204" pitchFamily="34" charset="0"/>
            </a:endParaRPr>
          </a:p>
          <a:p>
            <a:pPr marL="285750" indent="-285750">
              <a:buFont typeface="Wingdings" pitchFamily="2" charset="2"/>
              <a:buChar char="§"/>
            </a:pPr>
            <a:endParaRPr lang="en-US" sz="1000" b="0" i="0" dirty="0">
              <a:solidFill>
                <a:schemeClr val="tx2"/>
              </a:solidFill>
              <a:effectLst/>
              <a:latin typeface="Aptos" panose="020B000402020202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0672BC0F-827B-EFCC-1923-112897646BDB}"/>
              </a:ext>
            </a:extLst>
          </p:cNvPr>
          <p:cNvSpPr txBox="1"/>
          <p:nvPr/>
        </p:nvSpPr>
        <p:spPr>
          <a:xfrm>
            <a:off x="7923152" y="4844287"/>
            <a:ext cx="3599935" cy="1785104"/>
          </a:xfrm>
          <a:prstGeom prst="rect">
            <a:avLst/>
          </a:prstGeom>
          <a:noFill/>
        </p:spPr>
        <p:txBody>
          <a:bodyPr wrap="square" rtlCol="0">
            <a:spAutoFit/>
          </a:bodyPr>
          <a:lstStyle/>
          <a:p>
            <a:endParaRPr/>
          </a:p>
          <a:p>
            <a:pPr marL="285750" indent="-285750">
              <a:buFont typeface="Wingdings" pitchFamily="2" charset="2"/>
              <a:buChar char="§"/>
            </a:pPr>
            <a:endParaRPr lang="en-US" sz="1000" b="0" i="0" dirty="0">
              <a:solidFill>
                <a:schemeClr val="tx2"/>
              </a:solidFill>
              <a:effectLst/>
              <a:latin typeface="Aptos" panose="020B0004020202020204" pitchFamily="34" charset="0"/>
              <a:cs typeface="Calibri" panose="020F0502020204030204" pitchFamily="34" charset="0"/>
            </a:endParaRPr>
          </a:p>
          <a:p>
            <a:pPr marL="285750" indent="-285750">
              <a:buFont typeface="Wingdings" pitchFamily="2" charset="2"/>
              <a:buChar char="§"/>
            </a:pPr>
            <a:endParaRPr lang="en-US" sz="1000" b="0" i="0" dirty="0">
              <a:solidFill>
                <a:schemeClr val="tx2"/>
              </a:solidFill>
              <a:effectLst/>
              <a:latin typeface="Aptos" panose="020B0004020202020204" pitchFamily="34" charset="0"/>
              <a:cs typeface="Calibri" panose="020F0502020204030204" pitchFamily="34" charset="0"/>
            </a:endParaRPr>
          </a:p>
          <a:p>
            <a:endParaRPr lang="en-US" sz="1000" b="0" i="0" dirty="0">
              <a:solidFill>
                <a:schemeClr val="tx2"/>
              </a:solidFill>
              <a:effectLst/>
              <a:latin typeface="Aptos" panose="020B0004020202020204" pitchFamily="34" charset="0"/>
              <a:cs typeface="Calibri" panose="020F0502020204030204" pitchFamily="34" charset="0"/>
            </a:endParaRPr>
          </a:p>
        </p:txBody>
      </p:sp>
      <p:sp>
        <p:nvSpPr>
          <p:cNvPr id="28" name="TextBox 27">
            <a:hlinkClick r:id="rId5"/>
            <a:extLst>
              <a:ext uri="{FF2B5EF4-FFF2-40B4-BE49-F238E27FC236}">
                <a16:creationId xmlns:a16="http://schemas.microsoft.com/office/drawing/2014/main" id="{F6BD626A-55A8-EFE4-FB9B-1BBBC0AD5851}"/>
              </a:ext>
            </a:extLst>
          </p:cNvPr>
          <p:cNvSpPr txBox="1"/>
          <p:nvPr/>
        </p:nvSpPr>
        <p:spPr>
          <a:xfrm>
            <a:off x="7923152" y="1625023"/>
            <a:ext cx="3599935" cy="246221"/>
          </a:xfrm>
          <a:prstGeom prst="rect">
            <a:avLst/>
          </a:prstGeom>
          <a:noFill/>
        </p:spPr>
        <p:txBody>
          <a:bodyPr wrap="square" rtlCol="0">
            <a:spAutoFit/>
          </a:bodyPr>
          <a:lstStyle/>
          <a:p>
            <a:r>
              <a:t>Current Landscape</a:t>
              <a:rPr sz="2000">
                <a:solidFill>
                  <a:srgbClr val="2C4A78"/>
                </a:solidFill>
              </a:rPr>
            </a:r>
            <a:endParaRPr lang="en-US" sz="1000" b="0" i="0" dirty="0">
              <a:solidFill>
                <a:schemeClr val="tx2"/>
              </a:solidFill>
              <a:effectLst/>
              <a:latin typeface="Aptos" panose="020B0004020202020204" pitchFamily="34" charset="0"/>
              <a:cs typeface="Calibri" panose="020F0502020204030204" pitchFamily="34" charset="0"/>
            </a:endParaRPr>
          </a:p>
        </p:txBody>
      </p:sp>
      <p:cxnSp>
        <p:nvCxnSpPr>
          <p:cNvPr id="17" name="Straight Connector 16">
            <a:extLst>
              <a:ext uri="{FF2B5EF4-FFF2-40B4-BE49-F238E27FC236}">
                <a16:creationId xmlns:a16="http://schemas.microsoft.com/office/drawing/2014/main" id="{E8B65D6B-B135-F8CD-A978-B104902D41B3}"/>
              </a:ext>
            </a:extLst>
          </p:cNvPr>
          <p:cNvCxnSpPr>
            <a:cxnSpLocks/>
          </p:cNvCxnSpPr>
          <p:nvPr/>
        </p:nvCxnSpPr>
        <p:spPr>
          <a:xfrm>
            <a:off x="766121" y="3098401"/>
            <a:ext cx="4350165" cy="0"/>
          </a:xfrm>
          <a:prstGeom prst="line">
            <a:avLst/>
          </a:prstGeom>
          <a:ln w="9525">
            <a:solidFill>
              <a:schemeClr val="accent2"/>
            </a:solidFill>
          </a:ln>
        </p:spPr>
        <p:style>
          <a:lnRef idx="1">
            <a:schemeClr val="dk1"/>
          </a:lnRef>
          <a:fillRef idx="0">
            <a:schemeClr val="dk1"/>
          </a:fillRef>
          <a:effectRef idx="0">
            <a:schemeClr val="dk1"/>
          </a:effectRef>
          <a:fontRef idx="minor">
            <a:schemeClr val="tx1"/>
          </a:fontRef>
        </p:style>
      </p:cxnSp>
      <p:grpSp>
        <p:nvGrpSpPr>
          <p:cNvPr id="7" name="Graphic 21">
            <a:extLst>
              <a:ext uri="{FF2B5EF4-FFF2-40B4-BE49-F238E27FC236}">
                <a16:creationId xmlns:a16="http://schemas.microsoft.com/office/drawing/2014/main" id="{F0C6A804-F84C-6BF3-0025-04EE563772DD}"/>
              </a:ext>
            </a:extLst>
          </p:cNvPr>
          <p:cNvGrpSpPr/>
          <p:nvPr/>
        </p:nvGrpSpPr>
        <p:grpSpPr>
          <a:xfrm>
            <a:off x="89885" y="6647769"/>
            <a:ext cx="1340139" cy="126539"/>
            <a:chOff x="2546350" y="3092450"/>
            <a:chExt cx="7099490" cy="670350"/>
          </a:xfrm>
          <a:solidFill>
            <a:srgbClr val="FFFFFF"/>
          </a:solidFill>
        </p:grpSpPr>
        <p:sp>
          <p:nvSpPr>
            <p:cNvPr id="8" name="Freeform 7">
              <a:extLst>
                <a:ext uri="{FF2B5EF4-FFF2-40B4-BE49-F238E27FC236}">
                  <a16:creationId xmlns:a16="http://schemas.microsoft.com/office/drawing/2014/main" id="{9B045AB6-47B1-AA9D-4272-B0D82C5D27E7}"/>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0" name="Freeform 9">
              <a:extLst>
                <a:ext uri="{FF2B5EF4-FFF2-40B4-BE49-F238E27FC236}">
                  <a16:creationId xmlns:a16="http://schemas.microsoft.com/office/drawing/2014/main" id="{D17B573A-4B3A-F11E-564B-FAE624174120}"/>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1" name="Freeform 10">
              <a:extLst>
                <a:ext uri="{FF2B5EF4-FFF2-40B4-BE49-F238E27FC236}">
                  <a16:creationId xmlns:a16="http://schemas.microsoft.com/office/drawing/2014/main" id="{AB7CB6E1-4FD8-6C58-6C24-B7EA26F85A58}"/>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3" name="Freeform 12">
              <a:extLst>
                <a:ext uri="{FF2B5EF4-FFF2-40B4-BE49-F238E27FC236}">
                  <a16:creationId xmlns:a16="http://schemas.microsoft.com/office/drawing/2014/main" id="{995BB564-2753-5C0D-F005-765FBA2DFDC8}"/>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moveTo>
                    <a:pt x="205271" y="350012"/>
                  </a:moveTo>
                  <a:lnTo>
                    <a:pt x="0" y="576686"/>
                  </a:lnTo>
                  <a:lnTo>
                    <a:pt x="131137" y="576686"/>
                  </a:lnTo>
                  <a:lnTo>
                    <a:pt x="174057" y="445194"/>
                  </a:lnTo>
                  <a:lnTo>
                    <a:pt x="383039" y="445194"/>
                  </a:lnTo>
                  <a:lnTo>
                    <a:pt x="425863" y="576686"/>
                  </a:lnTo>
                  <a:lnTo>
                    <a:pt x="557000" y="576686"/>
                  </a:lnTo>
                  <a:lnTo>
                    <a:pt x="357439" y="0"/>
                  </a:lnTo>
                  <a:lnTo>
                    <a:pt x="199751" y="0"/>
                  </a:lnTo>
                  <a:lnTo>
                    <a:pt x="276549" y="131776"/>
                  </a:lnTo>
                  <a:lnTo>
                    <a:pt x="281117" y="131776"/>
                  </a:lnTo>
                  <a:lnTo>
                    <a:pt x="352205" y="350012"/>
                  </a:lnTo>
                  <a:lnTo>
                    <a:pt x="205271" y="350012"/>
                  </a:lnTo>
                  <a:close/>
                  <a:close/>
                </a:path>
              </a:pathLst>
            </a:custGeom>
            <a:solidFill>
              <a:srgbClr val="FFFFFF"/>
            </a:solidFill>
            <a:ln w="0" cap="flat">
              <a:noFill/>
              <a:prstDash val="solid"/>
              <a:miter/>
            </a:ln>
          </p:spPr>
          <p:txBody>
            <a:bodyPr rtlCol="0" anchor="ctr"/>
            <a:lstStyle/>
            <a:p>
              <a:endParaRPr lang="en-PT"/>
            </a:p>
          </p:txBody>
        </p:sp>
        <p:sp>
          <p:nvSpPr>
            <p:cNvPr id="16" name="Freeform 15">
              <a:extLst>
                <a:ext uri="{FF2B5EF4-FFF2-40B4-BE49-F238E27FC236}">
                  <a16:creationId xmlns:a16="http://schemas.microsoft.com/office/drawing/2014/main" id="{ECD22F2D-44C3-BA18-3707-7215DE78691B}"/>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8" name="Freeform 17">
              <a:extLst>
                <a:ext uri="{FF2B5EF4-FFF2-40B4-BE49-F238E27FC236}">
                  <a16:creationId xmlns:a16="http://schemas.microsoft.com/office/drawing/2014/main" id="{7506F524-A4B8-5E05-C8AF-EEC624A3F2F6}"/>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0" name="Freeform 19">
              <a:extLst>
                <a:ext uri="{FF2B5EF4-FFF2-40B4-BE49-F238E27FC236}">
                  <a16:creationId xmlns:a16="http://schemas.microsoft.com/office/drawing/2014/main" id="{9BF7A2C5-D4C9-64A5-A6FC-86FF64B0EDC2}"/>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1" name="Freeform 20">
              <a:extLst>
                <a:ext uri="{FF2B5EF4-FFF2-40B4-BE49-F238E27FC236}">
                  <a16:creationId xmlns:a16="http://schemas.microsoft.com/office/drawing/2014/main" id="{D2A6C3F4-08DC-4FB6-E6DB-5160A3A2A5B3}"/>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moveTo>
                    <a:pt x="122382" y="99733"/>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cubicBezTo>
                    <a:pt x="335361" y="351813"/>
                    <a:pt x="337169" y="351150"/>
                    <a:pt x="338977" y="350296"/>
                  </a:cubicBez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0" y="0"/>
                  </a:lnTo>
                  <a:lnTo>
                    <a:pt x="0" y="576686"/>
                  </a:lnTo>
                  <a:lnTo>
                    <a:pt x="122382" y="576686"/>
                  </a:lnTo>
                  <a:lnTo>
                    <a:pt x="122382" y="372291"/>
                  </a:lnTo>
                  <a:lnTo>
                    <a:pt x="211742" y="372291"/>
                  </a:lnTo>
                  <a:lnTo>
                    <a:pt x="321372" y="576686"/>
                  </a:lnTo>
                  <a:lnTo>
                    <a:pt x="456506" y="576686"/>
                  </a:lnTo>
                  <a:lnTo>
                    <a:pt x="333648" y="352572"/>
                  </a:lnTo>
                  <a:lnTo>
                    <a:pt x="204890" y="99733"/>
                  </a:lnTo>
                  <a:lnTo>
                    <a:pt x="122382" y="274359"/>
                  </a:lnTo>
                  <a:lnTo>
                    <a:pt x="122382" y="99827"/>
                  </a:lnTo>
                  <a:close/>
                  <a:close/>
                </a:path>
              </a:pathLst>
            </a:custGeom>
            <a:solidFill>
              <a:srgbClr val="FFFFFF"/>
            </a:solidFill>
            <a:ln w="0" cap="flat">
              <a:noFill/>
              <a:prstDash val="solid"/>
              <a:miter/>
            </a:ln>
          </p:spPr>
          <p:txBody>
            <a:bodyPr rtlCol="0" anchor="ctr"/>
            <a:lstStyle/>
            <a:p>
              <a:endParaRPr lang="en-PT"/>
            </a:p>
          </p:txBody>
        </p:sp>
        <p:sp>
          <p:nvSpPr>
            <p:cNvPr id="22" name="Freeform 21">
              <a:extLst>
                <a:ext uri="{FF2B5EF4-FFF2-40B4-BE49-F238E27FC236}">
                  <a16:creationId xmlns:a16="http://schemas.microsoft.com/office/drawing/2014/main" id="{EF385516-E27B-786B-97F1-67DE65391271}"/>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23" name="Freeform 22">
              <a:extLst>
                <a:ext uri="{FF2B5EF4-FFF2-40B4-BE49-F238E27FC236}">
                  <a16:creationId xmlns:a16="http://schemas.microsoft.com/office/drawing/2014/main" id="{049B4990-E2AA-66F9-DCDE-A2800C71EA59}"/>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lnTo>
                    <a:pt x="232107" y="237955"/>
                  </a:lnTo>
                  <a:lnTo>
                    <a:pt x="449939" y="173679"/>
                  </a:lnTo>
                  <a:lnTo>
                    <a:pt x="236009" y="347358"/>
                  </a:lnTo>
                  <a:lnTo>
                    <a:pt x="0" y="403386"/>
                  </a:lnTo>
                  <a:close/>
                </a:path>
              </a:pathLst>
            </a:custGeom>
            <a:solidFill>
              <a:srgbClr val="FFFFFF"/>
            </a:solidFill>
            <a:ln w="0" cap="flat">
              <a:noFill/>
              <a:prstDash val="solid"/>
              <a:miter/>
            </a:ln>
          </p:spPr>
          <p:txBody>
            <a:bodyPr rtlCol="0" anchor="ctr"/>
            <a:lstStyle/>
            <a:p>
              <a:endParaRPr lang="en-PT"/>
            </a:p>
          </p:txBody>
        </p:sp>
        <p:sp>
          <p:nvSpPr>
            <p:cNvPr id="24" name="Freeform 23">
              <a:extLst>
                <a:ext uri="{FF2B5EF4-FFF2-40B4-BE49-F238E27FC236}">
                  <a16:creationId xmlns:a16="http://schemas.microsoft.com/office/drawing/2014/main" id="{A362610D-2CDC-F672-CE5E-F2AEEC759B1F}"/>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Tree>
    <p:extLst>
      <p:ext uri="{BB962C8B-B14F-4D97-AF65-F5344CB8AC3E}">
        <p14:creationId xmlns:p14="http://schemas.microsoft.com/office/powerpoint/2010/main" val="1893105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20DE7-BE54-2851-BCC5-098E6E3BBAE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3F03063-9DC9-406F-4EF6-FF0A8E382BDE}"/>
              </a:ext>
            </a:extLst>
          </p:cNvPr>
          <p:cNvPicPr>
            <a:picLocks noChangeAspect="1"/>
          </p:cNvPicPr>
          <p:nvPr/>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saturation sat="279000"/>
                    </a14:imgEffect>
                    <a14:imgEffect>
                      <a14:brightnessContrast contrast="-50000"/>
                    </a14:imgEffect>
                  </a14:imgLayer>
                </a14:imgProps>
              </a:ext>
            </a:extLst>
          </a:blip>
          <a:srcRect t="7812" b="7812"/>
          <a:stretch/>
        </p:blipFill>
        <p:spPr>
          <a:xfrm rot="10800000" flipH="1">
            <a:off x="0" y="0"/>
            <a:ext cx="12192000" cy="6858000"/>
          </a:xfrm>
          <a:prstGeom prst="rect">
            <a:avLst/>
          </a:prstGeom>
          <a:effectLst/>
        </p:spPr>
      </p:pic>
      <p:sp>
        <p:nvSpPr>
          <p:cNvPr id="9" name="Rectangle 8">
            <a:extLst>
              <a:ext uri="{FF2B5EF4-FFF2-40B4-BE49-F238E27FC236}">
                <a16:creationId xmlns:a16="http://schemas.microsoft.com/office/drawing/2014/main" id="{A70E5E6B-30FB-AA17-E5BC-E0C249E4057B}"/>
              </a:ext>
            </a:extLst>
          </p:cNvPr>
          <p:cNvSpPr/>
          <p:nvPr/>
        </p:nvSpPr>
        <p:spPr>
          <a:xfrm>
            <a:off x="-7816" y="7671"/>
            <a:ext cx="12192000" cy="6858000"/>
          </a:xfrm>
          <a:prstGeom prst="rect">
            <a:avLst/>
          </a:prstGeom>
          <a:solidFill>
            <a:schemeClr val="accent6">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4" name="TextBox 13">
            <a:extLst>
              <a:ext uri="{FF2B5EF4-FFF2-40B4-BE49-F238E27FC236}">
                <a16:creationId xmlns:a16="http://schemas.microsoft.com/office/drawing/2014/main" id="{94F038AF-0F2B-838C-A9D4-3CB51744E840}"/>
              </a:ext>
            </a:extLst>
          </p:cNvPr>
          <p:cNvSpPr txBox="1"/>
          <p:nvPr/>
        </p:nvSpPr>
        <p:spPr>
          <a:xfrm>
            <a:off x="667265" y="3266549"/>
            <a:ext cx="6845646" cy="1323439"/>
          </a:xfrm>
          <a:prstGeom prst="rect">
            <a:avLst/>
          </a:prstGeom>
          <a:noFill/>
        </p:spPr>
        <p:txBody>
          <a:bodyPr wrap="square" rtlCol="0">
            <a:spAutoFit/>
          </a:bodyPr>
          <a:lstStyle/>
          <a:p>
            <a:pPr marL="285750" indent="-285750" algn="left">
              <a:buFont typeface="Wingdings" pitchFamily="2" charset="2"/>
              <a:buChar char="§"/>
            </a:pPr>
            <a:r>
              <a:t>Our current AR days</a:t>
              <a:rPr/>
            </a:r>
            <a:endParaRPr/>
          </a:p>
          <a:p>
            <a:pPr marL="285750" indent="-285750" algn="left">
              <a:buFont typeface="Wingdings" pitchFamily="2" charset="2"/>
              <a:buChar char="§"/>
            </a:pPr>
            <a:r>
              <a:t>Initial denial rate</a:t>
              <a:rPr/>
            </a:r>
            <a:endParaRPr/>
          </a:p>
          <a:p>
            <a:pPr marL="285750" indent="-285750" algn="left">
              <a:buFont typeface="Wingdings" pitchFamily="2" charset="2"/>
              <a:buChar char="§"/>
            </a:pPr>
            <a:r>
              <a:t>Clean claim rate</a:t>
              <a:rPr/>
            </a:r>
            <a:endParaRPr/>
          </a:p>
        </p:txBody>
      </p:sp>
      <p:sp>
        <p:nvSpPr>
          <p:cNvPr id="15" name="TextBox 14">
            <a:extLst>
              <a:ext uri="{FF2B5EF4-FFF2-40B4-BE49-F238E27FC236}">
                <a16:creationId xmlns:a16="http://schemas.microsoft.com/office/drawing/2014/main" id="{06513403-A117-17B8-2E1D-7AB60094AFD2}"/>
              </a:ext>
            </a:extLst>
          </p:cNvPr>
          <p:cNvSpPr txBox="1"/>
          <p:nvPr/>
        </p:nvSpPr>
        <p:spPr>
          <a:xfrm>
            <a:off x="749644" y="2304872"/>
            <a:ext cx="6053928" cy="646331"/>
          </a:xfrm>
          <a:prstGeom prst="rect">
            <a:avLst/>
          </a:prstGeom>
          <a:noFill/>
        </p:spPr>
        <p:txBody>
          <a:bodyPr wrap="square" rtlCol="0">
            <a:spAutoFit/>
          </a:bodyPr>
          <a:lstStyle/>
          <a:p>
            <a:r>
              <a:t>Baseline vs. Peer Performance</a:t>
              <a:rPr sz="3200" b="1">
                <a:solidFill>
                  <a:srgbClr val="101D41"/>
                </a:solidFill>
              </a:rPr>
            </a:r>
            <a:endParaRPr/>
          </a:p>
        </p:txBody>
      </p:sp>
      <p:sp>
        <p:nvSpPr>
          <p:cNvPr id="2" name="Rectangle 1">
            <a:extLst>
              <a:ext uri="{FF2B5EF4-FFF2-40B4-BE49-F238E27FC236}">
                <a16:creationId xmlns:a16="http://schemas.microsoft.com/office/drawing/2014/main" id="{975032F0-F2E2-0033-376C-5452E143CE8A}"/>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 name="Rectangle 2">
            <a:extLst>
              <a:ext uri="{FF2B5EF4-FFF2-40B4-BE49-F238E27FC236}">
                <a16:creationId xmlns:a16="http://schemas.microsoft.com/office/drawing/2014/main" id="{2F264545-AA77-DBC4-4C26-4C4FEF9B42E5}"/>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 name="TextBox 4">
            <a:extLst>
              <a:ext uri="{FF2B5EF4-FFF2-40B4-BE49-F238E27FC236}">
                <a16:creationId xmlns:a16="http://schemas.microsoft.com/office/drawing/2014/main" id="{EC81B6BA-277A-7ECE-5A10-4A08E6D2F694}"/>
              </a:ext>
            </a:extLst>
          </p:cNvPr>
          <p:cNvSpPr txBox="1"/>
          <p:nvPr/>
        </p:nvSpPr>
        <p:spPr>
          <a:xfrm>
            <a:off x="4297680" y="6587928"/>
            <a:ext cx="3604260" cy="246220"/>
          </a:xfrm>
          <a:prstGeom prst="rect">
            <a:avLst/>
          </a:prstGeom>
          <a:noFill/>
        </p:spPr>
        <p:txBody>
          <a:bodyPr wrap="square" rtlCol="0">
            <a:spAutoFit/>
          </a:bodyPr>
          <a:lstStyle/>
          <a:p>
            <a:pPr algn="ctr"/>
            <a:endParaRPr/>
          </a:p>
        </p:txBody>
      </p:sp>
      <p:sp>
        <p:nvSpPr>
          <p:cNvPr id="6" name="TextBox 5">
            <a:extLst>
              <a:ext uri="{FF2B5EF4-FFF2-40B4-BE49-F238E27FC236}">
                <a16:creationId xmlns:a16="http://schemas.microsoft.com/office/drawing/2014/main" id="{EDBC8357-0F53-4C7F-5D9A-DFBF130F9D1C}"/>
              </a:ext>
            </a:extLst>
          </p:cNvPr>
          <p:cNvSpPr txBox="1"/>
          <p:nvPr/>
        </p:nvSpPr>
        <p:spPr>
          <a:xfrm>
            <a:off x="9723120" y="6587928"/>
            <a:ext cx="2052320" cy="246220"/>
          </a:xfrm>
          <a:prstGeom prst="rect">
            <a:avLst/>
          </a:prstGeom>
          <a:noFill/>
        </p:spPr>
        <p:txBody>
          <a:bodyPr wrap="square" rtlCol="0">
            <a:spAutoFit/>
          </a:bodyPr>
          <a:lstStyle/>
          <a:p>
            <a:pPr algn="r"/>
            <a:endParaRPr/>
          </a:p>
        </p:txBody>
      </p:sp>
      <p:sp>
        <p:nvSpPr>
          <p:cNvPr id="25" name="Slide Number Placeholder 47">
            <a:extLst>
              <a:ext uri="{FF2B5EF4-FFF2-40B4-BE49-F238E27FC236}">
                <a16:creationId xmlns:a16="http://schemas.microsoft.com/office/drawing/2014/main" id="{B76FC3DE-35C2-7014-85DF-171AE7619246}"/>
              </a:ext>
            </a:extLst>
          </p:cNvPr>
          <p:cNvSpPr txBox="1">
            <a:spLocks/>
          </p:cNvSpPr>
          <p:nvPr/>
        </p:nvSpPr>
        <p:spPr>
          <a:xfrm>
            <a:off x="11801095" y="6500251"/>
            <a:ext cx="439635" cy="421574"/>
          </a:xfrm>
          <a:prstGeom prst="rect">
            <a:avLst/>
          </a:prstGeom>
        </p:spPr>
        <p:txBody>
          <a:bodyPr anchor="ctr"/>
          <a:lstStyle>
            <a:defPPr>
              <a:defRPr lang="en-PT"/>
            </a:defPPr>
            <a:lvl1pPr marL="0" algn="ctr"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DDE8DAA-7DEF-D14D-8FDA-016202E28B81}" type="slidenum">
              <a:rPr lang="en-US" sz="1200" smtClean="0">
                <a:latin typeface="Aptos" panose="020B0004020202020204" pitchFamily="34" charset="0"/>
              </a:rPr>
              <a:pPr/>
              <a:t>6</a:t>
            </a:fld>
            <a:endParaRPr lang="en-US" sz="1200" dirty="0">
              <a:latin typeface="Aptos" panose="020B0004020202020204" pitchFamily="34" charset="0"/>
            </a:endParaRPr>
          </a:p>
        </p:txBody>
      </p:sp>
      <p:sp>
        <p:nvSpPr>
          <p:cNvPr id="26" name="Graphic 37">
            <a:extLst>
              <a:ext uri="{FF2B5EF4-FFF2-40B4-BE49-F238E27FC236}">
                <a16:creationId xmlns:a16="http://schemas.microsoft.com/office/drawing/2014/main" id="{E88BE380-A587-EF97-5987-4983FAF65AFE}"/>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sp>
        <p:nvSpPr>
          <p:cNvPr id="12" name="TextBox 11">
            <a:extLst>
              <a:ext uri="{FF2B5EF4-FFF2-40B4-BE49-F238E27FC236}">
                <a16:creationId xmlns:a16="http://schemas.microsoft.com/office/drawing/2014/main" id="{1CB73408-B787-8D90-383E-069602CAB971}"/>
              </a:ext>
            </a:extLst>
          </p:cNvPr>
          <p:cNvSpPr txBox="1"/>
          <p:nvPr/>
        </p:nvSpPr>
        <p:spPr>
          <a:xfrm>
            <a:off x="7678859" y="1119671"/>
            <a:ext cx="4155107" cy="4401205"/>
          </a:xfrm>
          <a:prstGeom prst="rect">
            <a:avLst/>
          </a:prstGeom>
          <a:noFill/>
        </p:spPr>
        <p:txBody>
          <a:bodyPr wrap="square" rtlCol="0">
            <a:spAutoFit/>
          </a:bodyPr>
          <a:lstStyle/>
          <a:p>
            <a:pPr marL="285750" indent="-285750" algn="left">
              <a:buFont typeface="Wingdings" pitchFamily="2" charset="2"/>
              <a:buChar char="§"/>
            </a:pPr>
            <a:r>
              <a:t>Peer median AR days</a:t>
              <a:rPr/>
            </a:r>
            <a:endParaRPr/>
          </a:p>
          <a:p>
            <a:pPr marL="285750" indent="-285750" algn="left">
              <a:buFont typeface="Wingdings" pitchFamily="2" charset="2"/>
              <a:buChar char="§"/>
            </a:pPr>
            <a:r>
              <a:t>Peer median denial rate</a:t>
              <a:rPr/>
            </a:r>
            <a:endParaRPr/>
          </a:p>
          <a:p>
            <a:pPr marL="285750" indent="-285750" algn="left">
              <a:buFont typeface="Wingdings" pitchFamily="2" charset="2"/>
              <a:buChar char="§"/>
            </a:pPr>
            <a:r>
              <a:t>Peer median clean claim rate</a:t>
              <a:rPr/>
            </a:r>
            <a:endParaRPr/>
          </a:p>
        </p:txBody>
      </p:sp>
      <p:cxnSp>
        <p:nvCxnSpPr>
          <p:cNvPr id="17" name="Straight Connector 16">
            <a:extLst>
              <a:ext uri="{FF2B5EF4-FFF2-40B4-BE49-F238E27FC236}">
                <a16:creationId xmlns:a16="http://schemas.microsoft.com/office/drawing/2014/main" id="{A8EEAE1F-CE78-0F13-593A-949D2EE7FC47}"/>
              </a:ext>
            </a:extLst>
          </p:cNvPr>
          <p:cNvCxnSpPr>
            <a:cxnSpLocks/>
          </p:cNvCxnSpPr>
          <p:nvPr/>
        </p:nvCxnSpPr>
        <p:spPr>
          <a:xfrm>
            <a:off x="766121" y="3098401"/>
            <a:ext cx="6450228" cy="0"/>
          </a:xfrm>
          <a:prstGeom prst="line">
            <a:avLst/>
          </a:prstGeom>
          <a:ln w="9525">
            <a:solidFill>
              <a:schemeClr val="accent2"/>
            </a:solidFill>
          </a:ln>
        </p:spPr>
        <p:style>
          <a:lnRef idx="1">
            <a:schemeClr val="dk1"/>
          </a:lnRef>
          <a:fillRef idx="0">
            <a:schemeClr val="dk1"/>
          </a:fillRef>
          <a:effectRef idx="0">
            <a:schemeClr val="dk1"/>
          </a:effectRef>
          <a:fontRef idx="minor">
            <a:schemeClr val="tx1"/>
          </a:fontRef>
        </p:style>
      </p:cxnSp>
      <p:grpSp>
        <p:nvGrpSpPr>
          <p:cNvPr id="7" name="Graphic 21">
            <a:extLst>
              <a:ext uri="{FF2B5EF4-FFF2-40B4-BE49-F238E27FC236}">
                <a16:creationId xmlns:a16="http://schemas.microsoft.com/office/drawing/2014/main" id="{698A51F6-A733-9255-E3F6-20C43A211CA4}"/>
              </a:ext>
            </a:extLst>
          </p:cNvPr>
          <p:cNvGrpSpPr/>
          <p:nvPr/>
        </p:nvGrpSpPr>
        <p:grpSpPr>
          <a:xfrm>
            <a:off x="89885" y="6647769"/>
            <a:ext cx="1340139" cy="126539"/>
            <a:chOff x="2546350" y="3092450"/>
            <a:chExt cx="7099490" cy="670350"/>
          </a:xfrm>
          <a:solidFill>
            <a:srgbClr val="FFFFFF"/>
          </a:solidFill>
        </p:grpSpPr>
        <p:sp>
          <p:nvSpPr>
            <p:cNvPr id="8" name="Freeform 7">
              <a:extLst>
                <a:ext uri="{FF2B5EF4-FFF2-40B4-BE49-F238E27FC236}">
                  <a16:creationId xmlns:a16="http://schemas.microsoft.com/office/drawing/2014/main" id="{9E034B86-D60F-00CC-D149-6B9CB90B24C9}"/>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0" name="Freeform 9">
              <a:extLst>
                <a:ext uri="{FF2B5EF4-FFF2-40B4-BE49-F238E27FC236}">
                  <a16:creationId xmlns:a16="http://schemas.microsoft.com/office/drawing/2014/main" id="{86EEE620-54F9-3103-A534-0F7410EB178E}"/>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1" name="Freeform 10">
              <a:extLst>
                <a:ext uri="{FF2B5EF4-FFF2-40B4-BE49-F238E27FC236}">
                  <a16:creationId xmlns:a16="http://schemas.microsoft.com/office/drawing/2014/main" id="{1A502686-F3F8-7261-6332-0ECD7FD7A6D5}"/>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3" name="Freeform 12">
              <a:extLst>
                <a:ext uri="{FF2B5EF4-FFF2-40B4-BE49-F238E27FC236}">
                  <a16:creationId xmlns:a16="http://schemas.microsoft.com/office/drawing/2014/main" id="{39A61C21-CEBA-EA7D-A045-96B83A8B2804}"/>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moveTo>
                    <a:pt x="205271" y="350012"/>
                  </a:moveTo>
                  <a:lnTo>
                    <a:pt x="0" y="576686"/>
                  </a:lnTo>
                  <a:lnTo>
                    <a:pt x="131137" y="576686"/>
                  </a:lnTo>
                  <a:lnTo>
                    <a:pt x="174057" y="445194"/>
                  </a:lnTo>
                  <a:lnTo>
                    <a:pt x="383039" y="445194"/>
                  </a:lnTo>
                  <a:lnTo>
                    <a:pt x="425863" y="576686"/>
                  </a:lnTo>
                  <a:lnTo>
                    <a:pt x="557000" y="576686"/>
                  </a:lnTo>
                  <a:lnTo>
                    <a:pt x="357439" y="0"/>
                  </a:lnTo>
                  <a:lnTo>
                    <a:pt x="199751" y="0"/>
                  </a:lnTo>
                  <a:lnTo>
                    <a:pt x="276549" y="131776"/>
                  </a:lnTo>
                  <a:lnTo>
                    <a:pt x="281117" y="131776"/>
                  </a:lnTo>
                  <a:lnTo>
                    <a:pt x="352205" y="350012"/>
                  </a:lnTo>
                  <a:lnTo>
                    <a:pt x="205271" y="350012"/>
                  </a:lnTo>
                  <a:close/>
                  <a:close/>
                </a:path>
              </a:pathLst>
            </a:custGeom>
            <a:solidFill>
              <a:srgbClr val="FFFFFF"/>
            </a:solidFill>
            <a:ln w="0" cap="flat">
              <a:noFill/>
              <a:prstDash val="solid"/>
              <a:miter/>
            </a:ln>
          </p:spPr>
          <p:txBody>
            <a:bodyPr rtlCol="0" anchor="ctr"/>
            <a:lstStyle/>
            <a:p>
              <a:endParaRPr lang="en-PT"/>
            </a:p>
          </p:txBody>
        </p:sp>
        <p:sp>
          <p:nvSpPr>
            <p:cNvPr id="16" name="Freeform 15">
              <a:extLst>
                <a:ext uri="{FF2B5EF4-FFF2-40B4-BE49-F238E27FC236}">
                  <a16:creationId xmlns:a16="http://schemas.microsoft.com/office/drawing/2014/main" id="{4355F1C8-9C80-D7FC-4E38-4E950212E3D4}"/>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8" name="Freeform 17">
              <a:extLst>
                <a:ext uri="{FF2B5EF4-FFF2-40B4-BE49-F238E27FC236}">
                  <a16:creationId xmlns:a16="http://schemas.microsoft.com/office/drawing/2014/main" id="{F2DD9634-DB25-2112-5716-EBAAD7EE4152}"/>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0" name="Freeform 19">
              <a:extLst>
                <a:ext uri="{FF2B5EF4-FFF2-40B4-BE49-F238E27FC236}">
                  <a16:creationId xmlns:a16="http://schemas.microsoft.com/office/drawing/2014/main" id="{F3D2EA9E-B3AE-E2FB-184D-F58039835FD2}"/>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1" name="Freeform 20">
              <a:extLst>
                <a:ext uri="{FF2B5EF4-FFF2-40B4-BE49-F238E27FC236}">
                  <a16:creationId xmlns:a16="http://schemas.microsoft.com/office/drawing/2014/main" id="{2A67A2FB-8E9D-216D-B624-9E98F7243B19}"/>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moveTo>
                    <a:pt x="122382" y="99733"/>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cubicBezTo>
                    <a:pt x="335361" y="351813"/>
                    <a:pt x="337169" y="351150"/>
                    <a:pt x="338977" y="350296"/>
                  </a:cubicBez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0" y="0"/>
                  </a:lnTo>
                  <a:lnTo>
                    <a:pt x="0" y="576686"/>
                  </a:lnTo>
                  <a:lnTo>
                    <a:pt x="122382" y="576686"/>
                  </a:lnTo>
                  <a:lnTo>
                    <a:pt x="122382" y="372291"/>
                  </a:lnTo>
                  <a:lnTo>
                    <a:pt x="211742" y="372291"/>
                  </a:lnTo>
                  <a:lnTo>
                    <a:pt x="321372" y="576686"/>
                  </a:lnTo>
                  <a:lnTo>
                    <a:pt x="456506" y="576686"/>
                  </a:lnTo>
                  <a:lnTo>
                    <a:pt x="333648" y="352572"/>
                  </a:lnTo>
                  <a:lnTo>
                    <a:pt x="204890" y="99733"/>
                  </a:lnTo>
                  <a:lnTo>
                    <a:pt x="122382" y="274359"/>
                  </a:lnTo>
                  <a:lnTo>
                    <a:pt x="122382" y="99827"/>
                  </a:lnTo>
                  <a:close/>
                  <a:close/>
                </a:path>
              </a:pathLst>
            </a:custGeom>
            <a:solidFill>
              <a:srgbClr val="FFFFFF"/>
            </a:solidFill>
            <a:ln w="0" cap="flat">
              <a:noFill/>
              <a:prstDash val="solid"/>
              <a:miter/>
            </a:ln>
          </p:spPr>
          <p:txBody>
            <a:bodyPr rtlCol="0" anchor="ctr"/>
            <a:lstStyle/>
            <a:p>
              <a:endParaRPr lang="en-PT"/>
            </a:p>
          </p:txBody>
        </p:sp>
        <p:sp>
          <p:nvSpPr>
            <p:cNvPr id="22" name="Freeform 21">
              <a:extLst>
                <a:ext uri="{FF2B5EF4-FFF2-40B4-BE49-F238E27FC236}">
                  <a16:creationId xmlns:a16="http://schemas.microsoft.com/office/drawing/2014/main" id="{40C1CA5F-5764-4615-3D64-8A908A07948A}"/>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23" name="Freeform 22">
              <a:extLst>
                <a:ext uri="{FF2B5EF4-FFF2-40B4-BE49-F238E27FC236}">
                  <a16:creationId xmlns:a16="http://schemas.microsoft.com/office/drawing/2014/main" id="{BCC7B35F-DBA0-77C0-01A0-B31A0B9C2361}"/>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lnTo>
                    <a:pt x="232107" y="237955"/>
                  </a:lnTo>
                  <a:lnTo>
                    <a:pt x="449939" y="173679"/>
                  </a:lnTo>
                  <a:lnTo>
                    <a:pt x="236009" y="347358"/>
                  </a:lnTo>
                  <a:lnTo>
                    <a:pt x="0" y="403386"/>
                  </a:lnTo>
                  <a:close/>
                </a:path>
              </a:pathLst>
            </a:custGeom>
            <a:solidFill>
              <a:srgbClr val="FFFFFF"/>
            </a:solidFill>
            <a:ln w="0" cap="flat">
              <a:noFill/>
              <a:prstDash val="solid"/>
              <a:miter/>
            </a:ln>
          </p:spPr>
          <p:txBody>
            <a:bodyPr rtlCol="0" anchor="ctr"/>
            <a:lstStyle/>
            <a:p>
              <a:endParaRPr lang="en-PT"/>
            </a:p>
          </p:txBody>
        </p:sp>
        <p:sp>
          <p:nvSpPr>
            <p:cNvPr id="24" name="Freeform 23">
              <a:extLst>
                <a:ext uri="{FF2B5EF4-FFF2-40B4-BE49-F238E27FC236}">
                  <a16:creationId xmlns:a16="http://schemas.microsoft.com/office/drawing/2014/main" id="{4305448A-D463-6CD7-5AD3-CED7C73FE638}"/>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spTree>
    <p:extLst>
      <p:ext uri="{BB962C8B-B14F-4D97-AF65-F5344CB8AC3E}">
        <p14:creationId xmlns:p14="http://schemas.microsoft.com/office/powerpoint/2010/main" val="769371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B3FB6-AB70-6719-0A87-9F3D965B75B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9A58BE3-8300-1F41-5663-188F05BA88B3}"/>
              </a:ext>
            </a:extLst>
          </p:cNvPr>
          <p:cNvPicPr>
            <a:picLocks noChangeAspect="1"/>
          </p:cNvPicPr>
          <p:nvPr/>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saturation sat="279000"/>
                    </a14:imgEffect>
                    <a14:imgEffect>
                      <a14:brightnessContrast contrast="-50000"/>
                    </a14:imgEffect>
                  </a14:imgLayer>
                </a14:imgProps>
              </a:ext>
            </a:extLst>
          </a:blip>
          <a:srcRect t="7812" b="7812"/>
          <a:stretch/>
        </p:blipFill>
        <p:spPr>
          <a:xfrm rot="10800000" flipH="1">
            <a:off x="0" y="0"/>
            <a:ext cx="12192000" cy="6858000"/>
          </a:xfrm>
          <a:prstGeom prst="rect">
            <a:avLst/>
          </a:prstGeom>
          <a:effectLst/>
        </p:spPr>
      </p:pic>
      <p:sp>
        <p:nvSpPr>
          <p:cNvPr id="9" name="Rectangle 8">
            <a:extLst>
              <a:ext uri="{FF2B5EF4-FFF2-40B4-BE49-F238E27FC236}">
                <a16:creationId xmlns:a16="http://schemas.microsoft.com/office/drawing/2014/main" id="{12D9AF84-01BD-B6E4-5924-42C7D801B3EB}"/>
              </a:ext>
            </a:extLst>
          </p:cNvPr>
          <p:cNvSpPr/>
          <p:nvPr/>
        </p:nvSpPr>
        <p:spPr>
          <a:xfrm>
            <a:off x="0" y="0"/>
            <a:ext cx="12192000" cy="6858000"/>
          </a:xfrm>
          <a:prstGeom prst="rect">
            <a:avLst/>
          </a:prstGeom>
          <a:solidFill>
            <a:schemeClr val="accent6">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4" name="TextBox 13">
            <a:extLst>
              <a:ext uri="{FF2B5EF4-FFF2-40B4-BE49-F238E27FC236}">
                <a16:creationId xmlns:a16="http://schemas.microsoft.com/office/drawing/2014/main" id="{D1E77838-D260-80D7-CFF4-EF6BA2775D1A}"/>
              </a:ext>
            </a:extLst>
          </p:cNvPr>
          <p:cNvSpPr txBox="1"/>
          <p:nvPr/>
        </p:nvSpPr>
        <p:spPr>
          <a:xfrm>
            <a:off x="667265" y="1810686"/>
            <a:ext cx="5068473" cy="1754326"/>
          </a:xfrm>
          <a:prstGeom prst="rect">
            <a:avLst/>
          </a:prstGeom>
          <a:noFill/>
        </p:spPr>
        <p:txBody>
          <a:bodyPr wrap="square" rtlCol="0">
            <a:spAutoFit/>
          </a:bodyPr>
          <a:lstStyle/>
          <a:p>
            <a:pPr marL="285750" indent="-285750" algn="left">
              <a:buFont typeface="Wingdings" pitchFamily="2" charset="2"/>
              <a:buChar char="§"/>
            </a:pPr>
            <a:r>
              <a:t>Snapshot of critical metrics influenced by RAG insights</a:t>
              <a:rPr sz="2200"/>
            </a:r>
            <a:endParaRPr/>
          </a:p>
        </p:txBody>
      </p:sp>
      <p:sp>
        <p:nvSpPr>
          <p:cNvPr id="15" name="TextBox 14">
            <a:extLst>
              <a:ext uri="{FF2B5EF4-FFF2-40B4-BE49-F238E27FC236}">
                <a16:creationId xmlns:a16="http://schemas.microsoft.com/office/drawing/2014/main" id="{55400434-9390-F32C-BBA4-30F538274A0F}"/>
              </a:ext>
            </a:extLst>
          </p:cNvPr>
          <p:cNvSpPr txBox="1"/>
          <p:nvPr/>
        </p:nvSpPr>
        <p:spPr>
          <a:xfrm>
            <a:off x="749644" y="348997"/>
            <a:ext cx="5876008" cy="646331"/>
          </a:xfrm>
          <a:prstGeom prst="rect">
            <a:avLst/>
          </a:prstGeom>
          <a:noFill/>
        </p:spPr>
        <p:txBody>
          <a:bodyPr wrap="square" rtlCol="0">
            <a:spAutoFit/>
          </a:bodyPr>
          <a:lstStyle/>
          <a:p>
            <a:r>
              <a:t>Key Performance Indicators</a:t>
              <a:rPr sz="3200" b="1">
                <a:solidFill>
                  <a:srgbClr val="101D41"/>
                </a:solidFill>
              </a:rPr>
            </a:r>
            <a:endParaRPr lang="en-US" sz="3600" b="1" dirty="0">
              <a:latin typeface="Aptos" panose="020B0004020202020204" pitchFamily="34" charset="0"/>
            </a:endParaRPr>
          </a:p>
        </p:txBody>
      </p:sp>
      <p:sp>
        <p:nvSpPr>
          <p:cNvPr id="2" name="Rectangle 1">
            <a:extLst>
              <a:ext uri="{FF2B5EF4-FFF2-40B4-BE49-F238E27FC236}">
                <a16:creationId xmlns:a16="http://schemas.microsoft.com/office/drawing/2014/main" id="{20FB89E0-0E73-CE59-973E-DB2CFE06087E}"/>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 name="Rectangle 2">
            <a:extLst>
              <a:ext uri="{FF2B5EF4-FFF2-40B4-BE49-F238E27FC236}">
                <a16:creationId xmlns:a16="http://schemas.microsoft.com/office/drawing/2014/main" id="{21449FFE-1AEE-2EC3-3E72-C98C40579288}"/>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 name="TextBox 4">
            <a:extLst>
              <a:ext uri="{FF2B5EF4-FFF2-40B4-BE49-F238E27FC236}">
                <a16:creationId xmlns:a16="http://schemas.microsoft.com/office/drawing/2014/main" id="{2859FC7F-67DB-8EE5-77A6-FEB0375CC17F}"/>
              </a:ext>
            </a:extLst>
          </p:cNvPr>
          <p:cNvSpPr txBox="1"/>
          <p:nvPr/>
        </p:nvSpPr>
        <p:spPr>
          <a:xfrm>
            <a:off x="4297680" y="6587928"/>
            <a:ext cx="3604260" cy="246220"/>
          </a:xfrm>
          <a:prstGeom prst="rect">
            <a:avLst/>
          </a:prstGeom>
          <a:noFill/>
        </p:spPr>
        <p:txBody>
          <a:bodyPr wrap="square" rtlCol="0">
            <a:spAutoFit/>
          </a:bodyPr>
          <a:lstStyle/>
          <a:p>
            <a:pPr algn="left">
              <a:buNone/>
            </a:pPr>
            <a:r>
              <a:t>1. Source: RAG analysis</a:t>
              <a:rPr sz="1800"/>
            </a:r>
            <a:endParaRPr/>
          </a:p>
        </p:txBody>
      </p:sp>
      <p:sp>
        <p:nvSpPr>
          <p:cNvPr id="25" name="Slide Number Placeholder 47">
            <a:extLst>
              <a:ext uri="{FF2B5EF4-FFF2-40B4-BE49-F238E27FC236}">
                <a16:creationId xmlns:a16="http://schemas.microsoft.com/office/drawing/2014/main" id="{1307DF8C-FB65-620A-D06F-97D378D28997}"/>
              </a:ext>
            </a:extLst>
          </p:cNvPr>
          <p:cNvSpPr txBox="1">
            <a:spLocks/>
          </p:cNvSpPr>
          <p:nvPr/>
        </p:nvSpPr>
        <p:spPr>
          <a:xfrm>
            <a:off x="11801095" y="6500251"/>
            <a:ext cx="439635" cy="421574"/>
          </a:xfrm>
          <a:prstGeom prst="rect">
            <a:avLst/>
          </a:prstGeom>
        </p:spPr>
        <p:txBody>
          <a:bodyPr anchor="ctr"/>
          <a:lstStyle>
            <a:defPPr>
              <a:defRPr lang="en-PT"/>
            </a:defPPr>
            <a:lvl1pPr marL="0" algn="ctr"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DDE8DAA-7DEF-D14D-8FDA-016202E28B81}" type="slidenum">
              <a:rPr lang="en-US" sz="1200" smtClean="0">
                <a:latin typeface="Aptos" panose="020B0004020202020204" pitchFamily="34" charset="0"/>
              </a:rPr>
              <a:pPr/>
              <a:t>4</a:t>
            </a:fld>
            <a:endParaRPr lang="en-US" sz="1200" dirty="0">
              <a:latin typeface="Aptos" panose="020B0004020202020204" pitchFamily="34" charset="0"/>
            </a:endParaRPr>
          </a:p>
        </p:txBody>
      </p:sp>
      <p:sp>
        <p:nvSpPr>
          <p:cNvPr id="26" name="Graphic 37">
            <a:extLst>
              <a:ext uri="{FF2B5EF4-FFF2-40B4-BE49-F238E27FC236}">
                <a16:creationId xmlns:a16="http://schemas.microsoft.com/office/drawing/2014/main" id="{62DE2420-9856-9920-EEC3-B864967FD44B}"/>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accent1"/>
          </a:solidFill>
          <a:ln w="0" cap="flat">
            <a:noFill/>
            <a:prstDash val="solid"/>
            <a:miter/>
          </a:ln>
        </p:spPr>
        <p:txBody>
          <a:bodyPr rtlCol="0" anchor="ctr"/>
          <a:lstStyle/>
          <a:p>
            <a:endParaRPr lang="en-PT">
              <a:solidFill>
                <a:schemeClr val="bg2"/>
              </a:solidFill>
            </a:endParaRPr>
          </a:p>
        </p:txBody>
      </p:sp>
      <p:cxnSp>
        <p:nvCxnSpPr>
          <p:cNvPr id="17" name="Straight Connector 16">
            <a:extLst>
              <a:ext uri="{FF2B5EF4-FFF2-40B4-BE49-F238E27FC236}">
                <a16:creationId xmlns:a16="http://schemas.microsoft.com/office/drawing/2014/main" id="{AF1004B5-711B-7453-9AB0-2BE8A585A370}"/>
              </a:ext>
            </a:extLst>
          </p:cNvPr>
          <p:cNvCxnSpPr>
            <a:cxnSpLocks/>
          </p:cNvCxnSpPr>
          <p:nvPr/>
        </p:nvCxnSpPr>
        <p:spPr>
          <a:xfrm>
            <a:off x="766121" y="1642538"/>
            <a:ext cx="6450228" cy="0"/>
          </a:xfrm>
          <a:prstGeom prst="line">
            <a:avLst/>
          </a:prstGeom>
          <a:ln w="9525">
            <a:solidFill>
              <a:schemeClr val="accent2"/>
            </a:solidFill>
          </a:ln>
        </p:spPr>
        <p:style>
          <a:lnRef idx="1">
            <a:schemeClr val="dk1"/>
          </a:lnRef>
          <a:fillRef idx="0">
            <a:schemeClr val="dk1"/>
          </a:fillRef>
          <a:effectRef idx="0">
            <a:schemeClr val="dk1"/>
          </a:effectRef>
          <a:fontRef idx="minor">
            <a:schemeClr val="tx1"/>
          </a:fontRef>
        </p:style>
      </p:cxnSp>
      <p:grpSp>
        <p:nvGrpSpPr>
          <p:cNvPr id="7" name="Graphic 21">
            <a:extLst>
              <a:ext uri="{FF2B5EF4-FFF2-40B4-BE49-F238E27FC236}">
                <a16:creationId xmlns:a16="http://schemas.microsoft.com/office/drawing/2014/main" id="{671C0D3E-404C-83E3-F664-55B562825CBD}"/>
              </a:ext>
            </a:extLst>
          </p:cNvPr>
          <p:cNvGrpSpPr/>
          <p:nvPr/>
        </p:nvGrpSpPr>
        <p:grpSpPr>
          <a:xfrm>
            <a:off x="89885" y="6647769"/>
            <a:ext cx="1340139" cy="126539"/>
            <a:chOff x="2546350" y="3092450"/>
            <a:chExt cx="7099490" cy="670350"/>
          </a:xfrm>
          <a:solidFill>
            <a:srgbClr val="FFFFFF"/>
          </a:solidFill>
        </p:grpSpPr>
        <p:sp>
          <p:nvSpPr>
            <p:cNvPr id="8" name="Freeform 7">
              <a:extLst>
                <a:ext uri="{FF2B5EF4-FFF2-40B4-BE49-F238E27FC236}">
                  <a16:creationId xmlns:a16="http://schemas.microsoft.com/office/drawing/2014/main" id="{C64049B2-2960-E238-56B0-33283F88C669}"/>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10" name="Freeform 9">
              <a:extLst>
                <a:ext uri="{FF2B5EF4-FFF2-40B4-BE49-F238E27FC236}">
                  <a16:creationId xmlns:a16="http://schemas.microsoft.com/office/drawing/2014/main" id="{B6F8AE0C-881F-0D3B-2966-8A4AB91E3298}"/>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11" name="Freeform 10">
              <a:extLst>
                <a:ext uri="{FF2B5EF4-FFF2-40B4-BE49-F238E27FC236}">
                  <a16:creationId xmlns:a16="http://schemas.microsoft.com/office/drawing/2014/main" id="{BFDB46CD-F52D-8C1C-8A3F-3238F8FE0120}"/>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13" name="Freeform 12">
              <a:extLst>
                <a:ext uri="{FF2B5EF4-FFF2-40B4-BE49-F238E27FC236}">
                  <a16:creationId xmlns:a16="http://schemas.microsoft.com/office/drawing/2014/main" id="{C8F207BF-0CA6-5505-CA48-C5C5FC1AE489}"/>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moveTo>
                    <a:pt x="205271" y="350012"/>
                  </a:moveTo>
                  <a:lnTo>
                    <a:pt x="0" y="576686"/>
                  </a:lnTo>
                  <a:lnTo>
                    <a:pt x="131137" y="576686"/>
                  </a:lnTo>
                  <a:lnTo>
                    <a:pt x="174057" y="445194"/>
                  </a:lnTo>
                  <a:lnTo>
                    <a:pt x="383039" y="445194"/>
                  </a:lnTo>
                  <a:lnTo>
                    <a:pt x="425863" y="576686"/>
                  </a:lnTo>
                  <a:lnTo>
                    <a:pt x="557000" y="576686"/>
                  </a:lnTo>
                  <a:lnTo>
                    <a:pt x="357439" y="0"/>
                  </a:lnTo>
                  <a:lnTo>
                    <a:pt x="199751" y="0"/>
                  </a:lnTo>
                  <a:lnTo>
                    <a:pt x="276549" y="131776"/>
                  </a:lnTo>
                  <a:lnTo>
                    <a:pt x="281117" y="131776"/>
                  </a:lnTo>
                  <a:lnTo>
                    <a:pt x="352205" y="350012"/>
                  </a:lnTo>
                  <a:lnTo>
                    <a:pt x="205271" y="350012"/>
                  </a:lnTo>
                  <a:close/>
                  <a:close/>
                </a:path>
              </a:pathLst>
            </a:custGeom>
            <a:solidFill>
              <a:srgbClr val="FFFFFF"/>
            </a:solidFill>
            <a:ln w="0" cap="flat">
              <a:noFill/>
              <a:prstDash val="solid"/>
              <a:miter/>
            </a:ln>
          </p:spPr>
          <p:txBody>
            <a:bodyPr rtlCol="0" anchor="ctr"/>
            <a:lstStyle/>
            <a:p>
              <a:endParaRPr lang="en-PT"/>
            </a:p>
          </p:txBody>
        </p:sp>
        <p:sp>
          <p:nvSpPr>
            <p:cNvPr id="16" name="Freeform 15">
              <a:extLst>
                <a:ext uri="{FF2B5EF4-FFF2-40B4-BE49-F238E27FC236}">
                  <a16:creationId xmlns:a16="http://schemas.microsoft.com/office/drawing/2014/main" id="{B61C4B9F-1B13-47F8-7911-CCF30E10ED34}"/>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18" name="Freeform 17">
              <a:extLst>
                <a:ext uri="{FF2B5EF4-FFF2-40B4-BE49-F238E27FC236}">
                  <a16:creationId xmlns:a16="http://schemas.microsoft.com/office/drawing/2014/main" id="{B777DE14-593E-772F-7B62-71F99B95F8CB}"/>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20" name="Freeform 19">
              <a:extLst>
                <a:ext uri="{FF2B5EF4-FFF2-40B4-BE49-F238E27FC236}">
                  <a16:creationId xmlns:a16="http://schemas.microsoft.com/office/drawing/2014/main" id="{F8144E26-FEF6-F00D-1DFD-0697FBB34055}"/>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21" name="Freeform 20">
              <a:extLst>
                <a:ext uri="{FF2B5EF4-FFF2-40B4-BE49-F238E27FC236}">
                  <a16:creationId xmlns:a16="http://schemas.microsoft.com/office/drawing/2014/main" id="{DDDFFDE1-43C5-3115-0D97-C19F85C7A33E}"/>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moveTo>
                    <a:pt x="122382" y="99733"/>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cubicBezTo>
                    <a:pt x="335361" y="351813"/>
                    <a:pt x="337169" y="351150"/>
                    <a:pt x="338977" y="350296"/>
                  </a:cubicBez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0" y="0"/>
                  </a:lnTo>
                  <a:lnTo>
                    <a:pt x="0" y="576686"/>
                  </a:lnTo>
                  <a:lnTo>
                    <a:pt x="122382" y="576686"/>
                  </a:lnTo>
                  <a:lnTo>
                    <a:pt x="122382" y="372291"/>
                  </a:lnTo>
                  <a:lnTo>
                    <a:pt x="211742" y="372291"/>
                  </a:lnTo>
                  <a:lnTo>
                    <a:pt x="321372" y="576686"/>
                  </a:lnTo>
                  <a:lnTo>
                    <a:pt x="456506" y="576686"/>
                  </a:lnTo>
                  <a:lnTo>
                    <a:pt x="333648" y="352572"/>
                  </a:lnTo>
                  <a:lnTo>
                    <a:pt x="204890" y="99733"/>
                  </a:lnTo>
                  <a:lnTo>
                    <a:pt x="122382" y="274359"/>
                  </a:lnTo>
                  <a:lnTo>
                    <a:pt x="122382" y="99827"/>
                  </a:lnTo>
                  <a:close/>
                  <a:close/>
                </a:path>
              </a:pathLst>
            </a:custGeom>
            <a:solidFill>
              <a:srgbClr val="FFFFFF"/>
            </a:solidFill>
            <a:ln w="0" cap="flat">
              <a:noFill/>
              <a:prstDash val="solid"/>
              <a:miter/>
            </a:ln>
          </p:spPr>
          <p:txBody>
            <a:bodyPr rtlCol="0" anchor="ctr"/>
            <a:lstStyle/>
            <a:p>
              <a:endParaRPr lang="en-PT"/>
            </a:p>
          </p:txBody>
        </p:sp>
        <p:sp>
          <p:nvSpPr>
            <p:cNvPr id="22" name="Freeform 21">
              <a:extLst>
                <a:ext uri="{FF2B5EF4-FFF2-40B4-BE49-F238E27FC236}">
                  <a16:creationId xmlns:a16="http://schemas.microsoft.com/office/drawing/2014/main" id="{313EC20B-3A3F-85B8-99ED-818692DFE0BE}"/>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23" name="Freeform 22">
              <a:extLst>
                <a:ext uri="{FF2B5EF4-FFF2-40B4-BE49-F238E27FC236}">
                  <a16:creationId xmlns:a16="http://schemas.microsoft.com/office/drawing/2014/main" id="{ECDED92A-1F8D-1B7F-CC0B-9DE825A42F95}"/>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lnTo>
                    <a:pt x="232107" y="237955"/>
                  </a:lnTo>
                  <a:lnTo>
                    <a:pt x="449939" y="173679"/>
                  </a:lnTo>
                  <a:lnTo>
                    <a:pt x="236009" y="347358"/>
                  </a:lnTo>
                  <a:lnTo>
                    <a:pt x="0" y="403386"/>
                  </a:lnTo>
                  <a:close/>
                </a:path>
              </a:pathLst>
            </a:custGeom>
            <a:solidFill>
              <a:srgbClr val="FFFFFF"/>
            </a:solidFill>
            <a:ln w="0" cap="flat">
              <a:noFill/>
              <a:prstDash val="solid"/>
              <a:miter/>
            </a:ln>
          </p:spPr>
          <p:txBody>
            <a:bodyPr rtlCol="0" anchor="ctr"/>
            <a:lstStyle/>
            <a:p>
              <a:endParaRPr lang="en-PT"/>
            </a:p>
          </p:txBody>
        </p:sp>
        <p:sp>
          <p:nvSpPr>
            <p:cNvPr id="24" name="Freeform 23">
              <a:extLst>
                <a:ext uri="{FF2B5EF4-FFF2-40B4-BE49-F238E27FC236}">
                  <a16:creationId xmlns:a16="http://schemas.microsoft.com/office/drawing/2014/main" id="{FEC5A351-169F-97E5-C8DC-3442EE629E1F}"/>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grpSp>
        <p:nvGrpSpPr>
          <p:cNvPr id="12" name="Group 11">
            <a:extLst>
              <a:ext uri="{FF2B5EF4-FFF2-40B4-BE49-F238E27FC236}">
                <a16:creationId xmlns:a16="http://schemas.microsoft.com/office/drawing/2014/main" id="{D15CF716-2A94-35F8-F1D6-E1705209F916}"/>
              </a:ext>
            </a:extLst>
          </p:cNvPr>
          <p:cNvGrpSpPr/>
          <p:nvPr/>
        </p:nvGrpSpPr>
        <p:grpSpPr>
          <a:xfrm>
            <a:off x="6214501" y="2499195"/>
            <a:ext cx="5498736" cy="1859610"/>
            <a:chOff x="6148458" y="4185653"/>
            <a:chExt cx="5498736" cy="1859610"/>
          </a:xfrm>
        </p:grpSpPr>
        <p:grpSp>
          <p:nvGrpSpPr>
            <p:cNvPr id="19" name="Group 18">
              <a:extLst>
                <a:ext uri="{FF2B5EF4-FFF2-40B4-BE49-F238E27FC236}">
                  <a16:creationId xmlns:a16="http://schemas.microsoft.com/office/drawing/2014/main" id="{DC131DF7-6B4C-E0C6-9306-4A3511A3C638}"/>
                </a:ext>
              </a:extLst>
            </p:cNvPr>
            <p:cNvGrpSpPr/>
            <p:nvPr/>
          </p:nvGrpSpPr>
          <p:grpSpPr>
            <a:xfrm>
              <a:off x="6148458" y="4185653"/>
              <a:ext cx="5498736" cy="1859610"/>
              <a:chOff x="6275458" y="3982453"/>
              <a:chExt cx="5498736" cy="1859610"/>
            </a:xfrm>
          </p:grpSpPr>
          <p:sp>
            <p:nvSpPr>
              <p:cNvPr id="33" name="Rounded Rectangle 32">
                <a:extLst>
                  <a:ext uri="{FF2B5EF4-FFF2-40B4-BE49-F238E27FC236}">
                    <a16:creationId xmlns:a16="http://schemas.microsoft.com/office/drawing/2014/main" id="{BC4F279A-D1FF-488D-E60E-E8CD4796620E}"/>
                  </a:ext>
                </a:extLst>
              </p:cNvPr>
              <p:cNvSpPr/>
              <p:nvPr/>
            </p:nvSpPr>
            <p:spPr>
              <a:xfrm>
                <a:off x="6275458" y="3982453"/>
                <a:ext cx="5498736" cy="1859610"/>
              </a:xfrm>
              <a:prstGeom prst="roundRect">
                <a:avLst>
                  <a:gd name="adj" fmla="val 3148"/>
                </a:avLst>
              </a:prstGeom>
              <a:solidFill>
                <a:schemeClr val="accent2">
                  <a:lumMod val="20000"/>
                  <a:lumOff val="80000"/>
                </a:schemeClr>
              </a:solidFill>
              <a:ln w="25400">
                <a:solidFill>
                  <a:schemeClr val="accent3"/>
                </a:solidFill>
              </a:ln>
              <a:effectLst>
                <a:outerShdw blurRad="76200" dir="13500000" sy="23000" kx="1200000" algn="br" rotWithShape="0">
                  <a:prstClr val="black">
                    <a:alpha val="1033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a:extLst>
                  <a:ext uri="{FF2B5EF4-FFF2-40B4-BE49-F238E27FC236}">
                    <a16:creationId xmlns:a16="http://schemas.microsoft.com/office/drawing/2014/main" id="{6A4C1E8E-46DB-1499-A9EC-FF813412BDC4}"/>
                  </a:ext>
                </a:extLst>
              </p:cNvPr>
              <p:cNvSpPr/>
              <p:nvPr/>
            </p:nvSpPr>
            <p:spPr>
              <a:xfrm>
                <a:off x="6275458" y="3991597"/>
                <a:ext cx="5498736" cy="448138"/>
              </a:xfrm>
              <a:prstGeom prst="roundRect">
                <a:avLst>
                  <a:gd name="adj" fmla="val 3148"/>
                </a:avLst>
              </a:prstGeom>
              <a:solidFill>
                <a:schemeClr val="accent3"/>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eft"/>
                <a:r>
                  <a:t>Snapshot of critical metrics influenced by RAG insights</a:t>
                  <a:rPr lang="en-US" b="1" dirty="0" sz="2200">
                    <a:latin typeface="Orbital" pitchFamily="2" charset="77"/>
                    <a:solidFill>
                      <a:srgbClr val="2C4A78"/>
                    </a:solidFill>
                  </a:rPr>
                </a:r>
              </a:p>
            </p:txBody>
          </p:sp>
          <p:cxnSp>
            <p:nvCxnSpPr>
              <p:cNvPr id="34" name="Straight Connector 33">
                <a:extLst>
                  <a:ext uri="{FF2B5EF4-FFF2-40B4-BE49-F238E27FC236}">
                    <a16:creationId xmlns:a16="http://schemas.microsoft.com/office/drawing/2014/main" id="{AA63077E-66D5-A700-B5EA-6376675F1B9F}"/>
                  </a:ext>
                </a:extLst>
              </p:cNvPr>
              <p:cNvCxnSpPr>
                <a:cxnSpLocks/>
              </p:cNvCxnSpPr>
              <p:nvPr/>
            </p:nvCxnSpPr>
            <p:spPr>
              <a:xfrm>
                <a:off x="8126523" y="3982453"/>
                <a:ext cx="0" cy="184424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7D41617-098B-C0F6-DBA9-DA432DBAEAC0}"/>
                  </a:ext>
                </a:extLst>
              </p:cNvPr>
              <p:cNvCxnSpPr>
                <a:cxnSpLocks/>
              </p:cNvCxnSpPr>
              <p:nvPr/>
            </p:nvCxnSpPr>
            <p:spPr>
              <a:xfrm>
                <a:off x="9979168" y="3982453"/>
                <a:ext cx="0" cy="184424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7" name="TextBox 26">
              <a:extLst>
                <a:ext uri="{FF2B5EF4-FFF2-40B4-BE49-F238E27FC236}">
                  <a16:creationId xmlns:a16="http://schemas.microsoft.com/office/drawing/2014/main" id="{1F3E718D-4C62-C933-8A42-BB64DF11B12C}"/>
                </a:ext>
              </a:extLst>
            </p:cNvPr>
            <p:cNvSpPr txBox="1"/>
            <p:nvPr/>
          </p:nvSpPr>
          <p:spPr>
            <a:xfrm>
              <a:off x="9850589" y="4728735"/>
              <a:ext cx="1794554" cy="835305"/>
            </a:xfrm>
            <a:prstGeom prst="rect">
              <a:avLst/>
            </a:prstGeom>
            <a:noFill/>
          </p:spPr>
          <p:txBody>
            <a:bodyPr wrap="square" rtlCol="0">
              <a:spAutoFit/>
            </a:bodyPr>
            <a:lstStyle/>
            <a:p>
              <a:pPr algn="left"/>
              <a:r>
                <a:t>3x to 6x</a:t>
                <a:rPr sz="3200" b="1"/>
              </a:r>
              <a:endParaRPr lang="en-US" sz="4000" b="1" dirty="0">
                <a:solidFill>
                  <a:schemeClr val="accent4"/>
                </a:solidFill>
              </a:endParaRPr>
            </a:p>
            <a:p>
              <a:pPr algn="left"/>
              <a:r>
                <a:t>ROI from Interventions</a:t>
                <a:rPr sz="2200">
                  <a:solidFill>
                    <a:srgbClr val="1B425D"/>
                  </a:solidFill>
                </a:rPr>
              </a:r>
              <a:endParaRPr lang="en-US" sz="4000" b="1" dirty="0">
                <a:solidFill>
                  <a:schemeClr val="accent4"/>
                </a:solidFill>
              </a:endParaRPr>
            </a:p>
            <a:p>
              <a:pPr algn="left"/>
              <a:r>
                <a:t>Expected return on investment within two quarters</a:t>
                <a:rPr/>
              </a:r>
              <a:endParaRPr lang="en-US" sz="4000" b="1" dirty="0">
                <a:solidFill>
                  <a:schemeClr val="accent4"/>
                </a:solidFill>
              </a:endParaRPr>
            </a:p>
          </p:txBody>
        </p:sp>
        <p:sp>
          <p:nvSpPr>
            <p:cNvPr id="29" name="TextBox 28">
              <a:extLst>
                <a:ext uri="{FF2B5EF4-FFF2-40B4-BE49-F238E27FC236}">
                  <a16:creationId xmlns:a16="http://schemas.microsoft.com/office/drawing/2014/main" id="{676E0A81-6A08-54B6-6812-25131FC5BA32}"/>
                </a:ext>
              </a:extLst>
            </p:cNvPr>
            <p:cNvSpPr txBox="1"/>
            <p:nvPr/>
          </p:nvSpPr>
          <p:spPr>
            <a:xfrm>
              <a:off x="8045434" y="4728735"/>
              <a:ext cx="1794554" cy="835305"/>
            </a:xfrm>
            <a:prstGeom prst="rect">
              <a:avLst/>
            </a:prstGeom>
            <a:noFill/>
          </p:spPr>
          <p:txBody>
            <a:bodyPr wrap="square" rtlCol="0">
              <a:spAutoFit/>
            </a:bodyPr>
            <a:lstStyle/>
            <a:p>
              <a:pPr algn="left"/>
              <a:r>
                <a:t>15 to 25%</a:t>
                <a:rPr sz="3200" b="1"/>
              </a:r>
              <a:endParaRPr lang="en-US" sz="4000" b="1" dirty="0">
                <a:solidFill>
                  <a:schemeClr val="accent4"/>
                </a:solidFill>
              </a:endParaRPr>
            </a:p>
            <a:p>
              <a:pPr algn="left"/>
              <a:r>
                <a:t>Denial Rate Reduction</a:t>
                <a:rPr sz="2200">
                  <a:solidFill>
                    <a:srgbClr val="1B425D"/>
                  </a:solidFill>
                </a:rPr>
              </a:r>
              <a:endParaRPr lang="en-US" sz="4000" b="1" dirty="0">
                <a:solidFill>
                  <a:schemeClr val="accent4"/>
                </a:solidFill>
              </a:endParaRPr>
            </a:p>
            <a:p>
              <a:pPr algn="left"/>
              <a:r>
                <a:t>Potential improvement in denial rates</a:t>
                <a:rPr/>
              </a:r>
              <a:endParaRPr lang="en-US" sz="4000" b="1" dirty="0">
                <a:solidFill>
                  <a:schemeClr val="accent4"/>
                </a:solidFill>
              </a:endParaRPr>
            </a:p>
          </p:txBody>
        </p:sp>
        <p:sp>
          <p:nvSpPr>
            <p:cNvPr id="31" name="TextBox 30">
              <a:extLst>
                <a:ext uri="{FF2B5EF4-FFF2-40B4-BE49-F238E27FC236}">
                  <a16:creationId xmlns:a16="http://schemas.microsoft.com/office/drawing/2014/main" id="{B695DF12-04BE-D927-0085-CA16A67969AA}"/>
                </a:ext>
              </a:extLst>
            </p:cNvPr>
            <p:cNvSpPr txBox="1"/>
            <p:nvPr/>
          </p:nvSpPr>
          <p:spPr>
            <a:xfrm>
              <a:off x="6192269" y="4728735"/>
              <a:ext cx="1794554" cy="835305"/>
            </a:xfrm>
            <a:prstGeom prst="rect">
              <a:avLst/>
            </a:prstGeom>
            <a:noFill/>
          </p:spPr>
          <p:txBody>
            <a:bodyPr wrap="square" rtlCol="0">
              <a:spAutoFit/>
            </a:bodyPr>
            <a:lstStyle/>
            <a:p>
              <a:pPr algn="left"/>
              <a:r>
                <a:t>2.5 to 4.0 days</a:t>
                <a:rPr sz="3200" b="1"/>
              </a:r>
              <a:endParaRPr lang="en-US" sz="4000" b="1" dirty="0">
                <a:solidFill>
                  <a:schemeClr val="accent4"/>
                </a:solidFill>
              </a:endParaRPr>
            </a:p>
            <a:p>
              <a:pPr algn="left"/>
              <a:r>
                <a:t>Reduction in AR Days</a:t>
                <a:rPr sz="2200">
                  <a:solidFill>
                    <a:srgbClr val="1B425D"/>
                  </a:solidFill>
                </a:rPr>
              </a:r>
              <a:endParaRPr lang="en-US" sz="4000" b="1" dirty="0">
                <a:solidFill>
                  <a:schemeClr val="accent4"/>
                </a:solidFill>
              </a:endParaRPr>
            </a:p>
            <a:p>
              <a:pPr algn="left"/>
              <a:r>
                <a:t>Targeted reduction range</a:t>
                <a:rPr/>
              </a:r>
              <a:endParaRPr lang="en-US" sz="4000" b="1" dirty="0">
                <a:solidFill>
                  <a:schemeClr val="accent4"/>
                </a:solidFill>
              </a:endParaRPr>
            </a:p>
          </p:txBody>
        </p:sp>
      </p:grpSp>
    </p:spTree>
    <p:extLst>
      <p:ext uri="{BB962C8B-B14F-4D97-AF65-F5344CB8AC3E}">
        <p14:creationId xmlns:p14="http://schemas.microsoft.com/office/powerpoint/2010/main" val="3949432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564FC-E509-32ED-7FF7-CDC309281279}"/>
            </a:ext>
          </a:extLst>
        </p:cNvPr>
        <p:cNvGrpSpPr/>
        <p:nvPr/>
      </p:nvGrpSpPr>
      <p:grpSpPr>
        <a:xfrm>
          <a:off x="0" y="0"/>
          <a:ext cx="0" cy="0"/>
          <a:chOff x="0" y="0"/>
          <a:chExt cx="0" cy="0"/>
        </a:xfrm>
      </p:grpSpPr>
      <p:pic>
        <p:nvPicPr>
          <p:cNvPr id="69" name="Picture 68">
            <a:extLst>
              <a:ext uri="{FF2B5EF4-FFF2-40B4-BE49-F238E27FC236}">
                <a16:creationId xmlns:a16="http://schemas.microsoft.com/office/drawing/2014/main" id="{E66680AD-EF21-930F-4717-922B6A5E6F7E}"/>
              </a:ext>
            </a:extLst>
          </p:cNvPr>
          <p:cNvPicPr>
            <a:picLocks noChangeAspect="1"/>
          </p:cNvPicPr>
          <p:nvPr/>
        </p:nvPicPr>
        <p:blipFill>
          <a:blip r:embed="rId2"/>
          <a:srcRect t="7999" b="7999"/>
          <a:stretch/>
        </p:blipFill>
        <p:spPr>
          <a:xfrm>
            <a:off x="0" y="0"/>
            <a:ext cx="12203528" cy="6834148"/>
          </a:xfrm>
          <a:prstGeom prst="rect">
            <a:avLst/>
          </a:prstGeom>
        </p:spPr>
      </p:pic>
      <p:sp>
        <p:nvSpPr>
          <p:cNvPr id="47" name="Graphic 37">
            <a:extLst>
              <a:ext uri="{FF2B5EF4-FFF2-40B4-BE49-F238E27FC236}">
                <a16:creationId xmlns:a16="http://schemas.microsoft.com/office/drawing/2014/main" id="{34DB69BA-4539-BE97-FF65-D4A21D513F42}"/>
              </a:ext>
            </a:extLst>
          </p:cNvPr>
          <p:cNvSpPr/>
          <p:nvPr/>
        </p:nvSpPr>
        <p:spPr>
          <a:xfrm>
            <a:off x="11833966" y="130151"/>
            <a:ext cx="242051" cy="234974"/>
          </a:xfrm>
          <a:custGeom>
            <a:avLst/>
            <a:gdLst>
              <a:gd name="connsiteX0" fmla="*/ 0 w 3008190"/>
              <a:gd name="connsiteY0" fmla="*/ 1507217 h 2920238"/>
              <a:gd name="connsiteX1" fmla="*/ 0 w 3008190"/>
              <a:gd name="connsiteY1" fmla="*/ 2920239 h 2920238"/>
              <a:gd name="connsiteX2" fmla="*/ 1504096 w 3008190"/>
              <a:gd name="connsiteY2" fmla="*/ 1413022 h 2920238"/>
              <a:gd name="connsiteX3" fmla="*/ 3008191 w 3008190"/>
              <a:gd name="connsiteY3" fmla="*/ 2920239 h 2920238"/>
              <a:gd name="connsiteX4" fmla="*/ 3008191 w 3008190"/>
              <a:gd name="connsiteY4" fmla="*/ 1507217 h 2920238"/>
              <a:gd name="connsiteX5" fmla="*/ 1504096 w 3008190"/>
              <a:gd name="connsiteY5" fmla="*/ 0 h 2920238"/>
              <a:gd name="connsiteX6" fmla="*/ 0 w 3008190"/>
              <a:gd name="connsiteY6" fmla="*/ 1507217 h 292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8190" h="2920238">
                <a:moveTo>
                  <a:pt x="0" y="1507217"/>
                </a:moveTo>
                <a:lnTo>
                  <a:pt x="0" y="2920239"/>
                </a:lnTo>
                <a:lnTo>
                  <a:pt x="1504096" y="1413022"/>
                </a:lnTo>
                <a:lnTo>
                  <a:pt x="3008191" y="2920239"/>
                </a:lnTo>
                <a:lnTo>
                  <a:pt x="3008191" y="1507217"/>
                </a:lnTo>
                <a:lnTo>
                  <a:pt x="1504096" y="0"/>
                </a:lnTo>
                <a:lnTo>
                  <a:pt x="0" y="1507217"/>
                </a:lnTo>
                <a:close/>
              </a:path>
            </a:pathLst>
          </a:custGeom>
          <a:solidFill>
            <a:schemeClr val="bg1"/>
          </a:solidFill>
          <a:ln w="0" cap="flat">
            <a:noFill/>
            <a:prstDash val="solid"/>
            <a:miter/>
          </a:ln>
        </p:spPr>
        <p:txBody>
          <a:bodyPr rtlCol="0" anchor="ctr"/>
          <a:lstStyle/>
          <a:p>
            <a:endParaRPr lang="en-PT">
              <a:solidFill>
                <a:schemeClr val="bg2"/>
              </a:solidFill>
            </a:endParaRPr>
          </a:p>
        </p:txBody>
      </p:sp>
      <p:sp>
        <p:nvSpPr>
          <p:cNvPr id="48" name="Rectangle 47">
            <a:extLst>
              <a:ext uri="{FF2B5EF4-FFF2-40B4-BE49-F238E27FC236}">
                <a16:creationId xmlns:a16="http://schemas.microsoft.com/office/drawing/2014/main" id="{4EB01D07-EEDA-30AD-FB48-A1A1EB393010}"/>
              </a:ext>
            </a:extLst>
          </p:cNvPr>
          <p:cNvSpPr/>
          <p:nvPr/>
        </p:nvSpPr>
        <p:spPr>
          <a:xfrm>
            <a:off x="-3908" y="6548737"/>
            <a:ext cx="12192000" cy="3246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9" name="Rectangle 48">
            <a:extLst>
              <a:ext uri="{FF2B5EF4-FFF2-40B4-BE49-F238E27FC236}">
                <a16:creationId xmlns:a16="http://schemas.microsoft.com/office/drawing/2014/main" id="{EF85EE1E-039F-207F-8479-BD498791D8F7}"/>
              </a:ext>
            </a:extLst>
          </p:cNvPr>
          <p:cNvSpPr/>
          <p:nvPr/>
        </p:nvSpPr>
        <p:spPr>
          <a:xfrm>
            <a:off x="11833966" y="6547856"/>
            <a:ext cx="369562" cy="326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50" name="TextBox 49">
            <a:extLst>
              <a:ext uri="{FF2B5EF4-FFF2-40B4-BE49-F238E27FC236}">
                <a16:creationId xmlns:a16="http://schemas.microsoft.com/office/drawing/2014/main" id="{A383309A-4A7E-DB47-3748-DAA542BAF0DF}"/>
              </a:ext>
            </a:extLst>
          </p:cNvPr>
          <p:cNvSpPr txBox="1"/>
          <p:nvPr/>
        </p:nvSpPr>
        <p:spPr>
          <a:xfrm>
            <a:off x="4297680" y="6587928"/>
            <a:ext cx="3604260" cy="246220"/>
          </a:xfrm>
          <a:prstGeom prst="rect">
            <a:avLst/>
          </a:prstGeom>
          <a:noFill/>
        </p:spPr>
        <p:txBody>
          <a:bodyPr wrap="square" rtlCol="0">
            <a:spAutoFit/>
          </a:bodyPr>
          <a:lstStyle/>
          <a:p>
            <a:pPr algn="ctr"/>
            <a:r>
              <a:t/>
              <a:rPr/>
            </a:r>
            <a:endParaRPr/>
          </a:p>
        </p:txBody>
      </p:sp>
      <p:sp>
        <p:nvSpPr>
          <p:cNvPr id="51" name="TextBox 50">
            <a:extLst>
              <a:ext uri="{FF2B5EF4-FFF2-40B4-BE49-F238E27FC236}">
                <a16:creationId xmlns:a16="http://schemas.microsoft.com/office/drawing/2014/main" id="{9590FA82-DB1F-9FF7-2FA1-60C2CFDF7426}"/>
              </a:ext>
            </a:extLst>
          </p:cNvPr>
          <p:cNvSpPr txBox="1"/>
          <p:nvPr/>
        </p:nvSpPr>
        <p:spPr>
          <a:xfrm>
            <a:off x="9723120" y="6587928"/>
            <a:ext cx="2052320" cy="246220"/>
          </a:xfrm>
          <a:prstGeom prst="rect">
            <a:avLst/>
          </a:prstGeom>
          <a:noFill/>
        </p:spPr>
        <p:txBody>
          <a:bodyPr wrap="square" rtlCol="0">
            <a:spAutoFit/>
          </a:bodyPr>
          <a:lstStyle/>
          <a:p>
            <a:pPr algn="r"/>
            <a:r>
              <a:t/>
              <a:rPr/>
            </a:r>
            <a:endParaRPr/>
          </a:p>
        </p:txBody>
      </p:sp>
      <p:sp>
        <p:nvSpPr>
          <p:cNvPr id="64" name="Slide Number Placeholder 47">
            <a:extLst>
              <a:ext uri="{FF2B5EF4-FFF2-40B4-BE49-F238E27FC236}">
                <a16:creationId xmlns:a16="http://schemas.microsoft.com/office/drawing/2014/main" id="{9B9CFA5A-B171-21CD-936E-8C0FC63302DE}"/>
              </a:ext>
            </a:extLst>
          </p:cNvPr>
          <p:cNvSpPr txBox="1">
            <a:spLocks/>
          </p:cNvSpPr>
          <p:nvPr/>
        </p:nvSpPr>
        <p:spPr>
          <a:xfrm>
            <a:off x="11801095" y="6500251"/>
            <a:ext cx="439635" cy="421574"/>
          </a:xfrm>
          <a:prstGeom prst="rect">
            <a:avLst/>
          </a:prstGeom>
        </p:spPr>
        <p:txBody>
          <a:bodyPr anchor="ctr"/>
          <a:lstStyle>
            <a:defPPr>
              <a:defRPr lang="en-US"/>
            </a:defPPr>
            <a:lvl1pPr marL="0" algn="ctr"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846F9DD-CD1C-1941-9766-570E7B02CB06}" type="slidenum">
              <a:rPr lang="en-PT" sz="1200" smtClean="0"/>
              <a:pPr/>
              <a:t>11</a:t>
            </a:fld>
            <a:endParaRPr lang="en-PT" sz="1200"/>
          </a:p>
        </p:txBody>
      </p:sp>
      <p:sp>
        <p:nvSpPr>
          <p:cNvPr id="67" name="Text Placeholder 12">
            <a:extLst>
              <a:ext uri="{FF2B5EF4-FFF2-40B4-BE49-F238E27FC236}">
                <a16:creationId xmlns:a16="http://schemas.microsoft.com/office/drawing/2014/main" id="{89B00CCA-B7C0-C397-1D5D-02211DA4ACCF}"/>
              </a:ext>
            </a:extLst>
          </p:cNvPr>
          <p:cNvSpPr txBox="1">
            <a:spLocks/>
          </p:cNvSpPr>
          <p:nvPr/>
        </p:nvSpPr>
        <p:spPr>
          <a:xfrm>
            <a:off x="342932" y="680313"/>
            <a:ext cx="11409796" cy="287656"/>
          </a:xfrm>
          <a:prstGeom prst="rect">
            <a:avLst/>
          </a:prstGeom>
        </p:spPr>
        <p:txBody>
          <a:bodyPr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Phased approach to RAG-driven enhancements</a:t>
              <a:rPr/>
            </a:r>
            <a:endParaRPr lang="en-PT">
              <a:solidFill>
                <a:schemeClr val="bg1"/>
              </a:solidFill>
            </a:endParaRPr>
          </a:p>
          <a:p>
            <a:pPr marL="0" indent="0">
              <a:buNone/>
            </a:pPr>
            <a:r>
              <a:t>0-2 Weeks — Diagnostic with RAG Baselines — Initial assessment and baseline setting using RAG</a:t>
              <a:rPr/>
            </a:r>
            <a:endParaRPr lang="en-PT">
              <a:solidFill>
                <a:schemeClr val="bg1"/>
              </a:solidFill>
            </a:endParaRPr>
          </a:p>
          <a:p>
            <a:pPr marL="0" indent="0">
              <a:buNone/>
            </a:pPr>
            <a:r>
              <a:t>3-14 Weeks — Activation Phase — Focused interventions based on RAG insights</a:t>
              <a:rPr/>
            </a:r>
            <a:endParaRPr lang="en-PT">
              <a:solidFill>
                <a:schemeClr val="bg1"/>
              </a:solidFill>
            </a:endParaRPr>
          </a:p>
          <a:p>
            <a:pPr marL="0" indent="0">
              <a:buNone/>
            </a:pPr>
            <a:r>
              <a:t>Ongoing — Sustain and Scale — Continuous improvement and scaling successful practices</a:t>
              <a:rPr/>
            </a:r>
            <a:endParaRPr lang="en-PT">
              <a:solidFill>
                <a:schemeClr val="bg1"/>
              </a:solidFill>
            </a:endParaRPr>
          </a:p>
        </p:txBody>
      </p:sp>
      <p:sp>
        <p:nvSpPr>
          <p:cNvPr id="6" name="TextBox 5">
            <a:extLst>
              <a:ext uri="{FF2B5EF4-FFF2-40B4-BE49-F238E27FC236}">
                <a16:creationId xmlns:a16="http://schemas.microsoft.com/office/drawing/2014/main" id="{3EAC9D2D-E3B5-9130-2081-507A83E88036}"/>
              </a:ext>
            </a:extLst>
          </p:cNvPr>
          <p:cNvSpPr txBox="1"/>
          <p:nvPr/>
        </p:nvSpPr>
        <p:spPr>
          <a:xfrm>
            <a:off x="1653449" y="3013501"/>
            <a:ext cx="8892722" cy="1200329"/>
          </a:xfrm>
          <a:prstGeom prst="rect">
            <a:avLst/>
          </a:prstGeom>
          <a:noFill/>
          <a:effectLst/>
        </p:spPr>
        <p:txBody>
          <a:bodyPr wrap="square" rtlCol="0">
            <a:spAutoFit/>
          </a:bodyPr>
          <a:lstStyle/>
          <a:p>
            <a:pPr algn="ctr"/>
            <a:r>
              <a:t>Implementation Roadmap</a:t>
              <a:rPr/>
            </a:r>
            <a:endParaRPr/>
          </a:p>
        </p:txBody>
      </p:sp>
      <p:grpSp>
        <p:nvGrpSpPr>
          <p:cNvPr id="52" name="Graphic 21">
            <a:extLst>
              <a:ext uri="{FF2B5EF4-FFF2-40B4-BE49-F238E27FC236}">
                <a16:creationId xmlns:a16="http://schemas.microsoft.com/office/drawing/2014/main" id="{CB772395-CC07-EC4D-23EF-17D3AC0FF1B3}"/>
              </a:ext>
            </a:extLst>
          </p:cNvPr>
          <p:cNvGrpSpPr/>
          <p:nvPr/>
        </p:nvGrpSpPr>
        <p:grpSpPr>
          <a:xfrm>
            <a:off x="89885" y="6647769"/>
            <a:ext cx="1340139" cy="126539"/>
            <a:chOff x="2546350" y="3092450"/>
            <a:chExt cx="7099490" cy="670350"/>
          </a:xfrm>
          <a:solidFill>
            <a:srgbClr val="FFFFFF"/>
          </a:solidFill>
        </p:grpSpPr>
        <p:sp>
          <p:nvSpPr>
            <p:cNvPr id="53" name="Freeform 23">
              <a:extLst>
                <a:ext uri="{FF2B5EF4-FFF2-40B4-BE49-F238E27FC236}">
                  <a16:creationId xmlns:a16="http://schemas.microsoft.com/office/drawing/2014/main" id="{547F3E82-CA87-5344-C267-D7CF89F4BD98}"/>
                </a:ext>
              </a:extLst>
            </p:cNvPr>
            <p:cNvSpPr/>
            <p:nvPr/>
          </p:nvSpPr>
          <p:spPr>
            <a:xfrm>
              <a:off x="2546350" y="3092450"/>
              <a:ext cx="694703" cy="670350"/>
            </a:xfrm>
            <a:custGeom>
              <a:avLst/>
              <a:gdLst>
                <a:gd name="connsiteX0" fmla="*/ 0 w 694703"/>
                <a:gd name="connsiteY0" fmla="*/ 346030 h 670350"/>
                <a:gd name="connsiteX1" fmla="*/ 0 w 694703"/>
                <a:gd name="connsiteY1" fmla="*/ 670351 h 670350"/>
                <a:gd name="connsiteX2" fmla="*/ 347352 w 694703"/>
                <a:gd name="connsiteY2" fmla="*/ 324415 h 670350"/>
                <a:gd name="connsiteX3" fmla="*/ 694704 w 694703"/>
                <a:gd name="connsiteY3" fmla="*/ 670351 h 670350"/>
                <a:gd name="connsiteX4" fmla="*/ 694704 w 694703"/>
                <a:gd name="connsiteY4" fmla="*/ 346030 h 670350"/>
                <a:gd name="connsiteX5" fmla="*/ 347352 w 694703"/>
                <a:gd name="connsiteY5" fmla="*/ 0 h 670350"/>
                <a:gd name="connsiteX6" fmla="*/ 0 w 694703"/>
                <a:gd name="connsiteY6" fmla="*/ 346030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703" h="670350">
                  <a:moveTo>
                    <a:pt x="0" y="346030"/>
                  </a:moveTo>
                  <a:lnTo>
                    <a:pt x="0" y="670351"/>
                  </a:lnTo>
                  <a:lnTo>
                    <a:pt x="347352" y="324415"/>
                  </a:lnTo>
                  <a:lnTo>
                    <a:pt x="694704" y="670351"/>
                  </a:lnTo>
                  <a:lnTo>
                    <a:pt x="694704" y="346030"/>
                  </a:lnTo>
                  <a:lnTo>
                    <a:pt x="347352" y="0"/>
                  </a:lnTo>
                  <a:lnTo>
                    <a:pt x="0" y="346030"/>
                  </a:lnTo>
                  <a:close/>
                </a:path>
              </a:pathLst>
            </a:custGeom>
            <a:solidFill>
              <a:srgbClr val="FFFFFF"/>
            </a:solidFill>
            <a:ln w="0" cap="flat">
              <a:noFill/>
              <a:prstDash val="solid"/>
              <a:miter/>
            </a:ln>
          </p:spPr>
          <p:txBody>
            <a:bodyPr rtlCol="0" anchor="ctr"/>
            <a:lstStyle/>
            <a:p>
              <a:endParaRPr lang="en-PT"/>
            </a:p>
          </p:txBody>
        </p:sp>
        <p:sp>
          <p:nvSpPr>
            <p:cNvPr id="54" name="Freeform 24">
              <a:extLst>
                <a:ext uri="{FF2B5EF4-FFF2-40B4-BE49-F238E27FC236}">
                  <a16:creationId xmlns:a16="http://schemas.microsoft.com/office/drawing/2014/main" id="{F35D1E8D-88FC-46F9-B02B-9013B3EE155D}"/>
                </a:ext>
              </a:extLst>
            </p:cNvPr>
            <p:cNvSpPr/>
            <p:nvPr/>
          </p:nvSpPr>
          <p:spPr>
            <a:xfrm>
              <a:off x="3588310" y="3150090"/>
              <a:ext cx="492954" cy="576685"/>
            </a:xfrm>
            <a:custGeom>
              <a:avLst/>
              <a:gdLst>
                <a:gd name="connsiteX0" fmla="*/ 370858 w 492954"/>
                <a:gd name="connsiteY0" fmla="*/ 237955 h 576685"/>
                <a:gd name="connsiteX1" fmla="*/ 122382 w 492954"/>
                <a:gd name="connsiteY1" fmla="*/ 237955 h 576685"/>
                <a:gd name="connsiteX2" fmla="*/ 122382 w 492954"/>
                <a:gd name="connsiteY2" fmla="*/ 0 h 576685"/>
                <a:gd name="connsiteX3" fmla="*/ 0 w 492954"/>
                <a:gd name="connsiteY3" fmla="*/ 0 h 576685"/>
                <a:gd name="connsiteX4" fmla="*/ 0 w 492954"/>
                <a:gd name="connsiteY4" fmla="*/ 576686 h 576685"/>
                <a:gd name="connsiteX5" fmla="*/ 122382 w 492954"/>
                <a:gd name="connsiteY5" fmla="*/ 576686 h 576685"/>
                <a:gd name="connsiteX6" fmla="*/ 122382 w 492954"/>
                <a:gd name="connsiteY6" fmla="*/ 338541 h 576685"/>
                <a:gd name="connsiteX7" fmla="*/ 370858 w 492954"/>
                <a:gd name="connsiteY7" fmla="*/ 338541 h 576685"/>
                <a:gd name="connsiteX8" fmla="*/ 370858 w 492954"/>
                <a:gd name="connsiteY8" fmla="*/ 576686 h 576685"/>
                <a:gd name="connsiteX9" fmla="*/ 492954 w 492954"/>
                <a:gd name="connsiteY9" fmla="*/ 576686 h 576685"/>
                <a:gd name="connsiteX10" fmla="*/ 492954 w 492954"/>
                <a:gd name="connsiteY10" fmla="*/ 0 h 576685"/>
                <a:gd name="connsiteX11" fmla="*/ 370858 w 492954"/>
                <a:gd name="connsiteY11" fmla="*/ 0 h 576685"/>
                <a:gd name="connsiteX12" fmla="*/ 370858 w 492954"/>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4"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55" name="Freeform 25">
              <a:extLst>
                <a:ext uri="{FF2B5EF4-FFF2-40B4-BE49-F238E27FC236}">
                  <a16:creationId xmlns:a16="http://schemas.microsoft.com/office/drawing/2014/main" id="{9C29387A-8768-8867-CF3A-1FCA9DB701BB}"/>
                </a:ext>
              </a:extLst>
            </p:cNvPr>
            <p:cNvSpPr/>
            <p:nvPr/>
          </p:nvSpPr>
          <p:spPr>
            <a:xfrm>
              <a:off x="4317463" y="3150090"/>
              <a:ext cx="391222" cy="576685"/>
            </a:xfrm>
            <a:custGeom>
              <a:avLst/>
              <a:gdLst>
                <a:gd name="connsiteX0" fmla="*/ 122382 w 391222"/>
                <a:gd name="connsiteY0" fmla="*/ 338541 h 576685"/>
                <a:gd name="connsiteX1" fmla="*/ 370001 w 391222"/>
                <a:gd name="connsiteY1" fmla="*/ 338541 h 576685"/>
                <a:gd name="connsiteX2" fmla="*/ 370001 w 391222"/>
                <a:gd name="connsiteY2" fmla="*/ 237955 h 576685"/>
                <a:gd name="connsiteX3" fmla="*/ 122382 w 391222"/>
                <a:gd name="connsiteY3" fmla="*/ 237955 h 576685"/>
                <a:gd name="connsiteX4" fmla="*/ 122382 w 391222"/>
                <a:gd name="connsiteY4" fmla="*/ 100586 h 576685"/>
                <a:gd name="connsiteX5" fmla="*/ 390081 w 391222"/>
                <a:gd name="connsiteY5" fmla="*/ 100586 h 576685"/>
                <a:gd name="connsiteX6" fmla="*/ 390081 w 391222"/>
                <a:gd name="connsiteY6" fmla="*/ 0 h 576685"/>
                <a:gd name="connsiteX7" fmla="*/ 0 w 391222"/>
                <a:gd name="connsiteY7" fmla="*/ 0 h 576685"/>
                <a:gd name="connsiteX8" fmla="*/ 0 w 391222"/>
                <a:gd name="connsiteY8" fmla="*/ 576686 h 576685"/>
                <a:gd name="connsiteX9" fmla="*/ 391223 w 391222"/>
                <a:gd name="connsiteY9" fmla="*/ 576686 h 576685"/>
                <a:gd name="connsiteX10" fmla="*/ 391223 w 391222"/>
                <a:gd name="connsiteY10" fmla="*/ 476195 h 576685"/>
                <a:gd name="connsiteX11" fmla="*/ 122382 w 391222"/>
                <a:gd name="connsiteY11" fmla="*/ 476195 h 576685"/>
                <a:gd name="connsiteX12" fmla="*/ 122382 w 391222"/>
                <a:gd name="connsiteY12" fmla="*/ 338541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2" h="576685">
                  <a:moveTo>
                    <a:pt x="122382" y="338541"/>
                  </a:moveTo>
                  <a:lnTo>
                    <a:pt x="370001" y="338541"/>
                  </a:lnTo>
                  <a:lnTo>
                    <a:pt x="370001" y="237955"/>
                  </a:lnTo>
                  <a:lnTo>
                    <a:pt x="122382" y="237955"/>
                  </a:lnTo>
                  <a:lnTo>
                    <a:pt x="122382" y="100586"/>
                  </a:lnTo>
                  <a:lnTo>
                    <a:pt x="390081" y="100586"/>
                  </a:lnTo>
                  <a:lnTo>
                    <a:pt x="390081" y="0"/>
                  </a:lnTo>
                  <a:lnTo>
                    <a:pt x="0" y="0"/>
                  </a:lnTo>
                  <a:lnTo>
                    <a:pt x="0" y="576686"/>
                  </a:lnTo>
                  <a:lnTo>
                    <a:pt x="391223" y="576686"/>
                  </a:lnTo>
                  <a:lnTo>
                    <a:pt x="391223" y="476195"/>
                  </a:lnTo>
                  <a:lnTo>
                    <a:pt x="122382" y="476195"/>
                  </a:lnTo>
                  <a:lnTo>
                    <a:pt x="122382" y="338541"/>
                  </a:lnTo>
                  <a:close/>
                </a:path>
              </a:pathLst>
            </a:custGeom>
            <a:solidFill>
              <a:srgbClr val="FFFFFF"/>
            </a:solidFill>
            <a:ln w="0" cap="flat">
              <a:noFill/>
              <a:prstDash val="solid"/>
              <a:miter/>
            </a:ln>
          </p:spPr>
          <p:txBody>
            <a:bodyPr rtlCol="0" anchor="ctr"/>
            <a:lstStyle/>
            <a:p>
              <a:endParaRPr lang="en-PT"/>
            </a:p>
          </p:txBody>
        </p:sp>
        <p:sp>
          <p:nvSpPr>
            <p:cNvPr id="56" name="Freeform 26">
              <a:extLst>
                <a:ext uri="{FF2B5EF4-FFF2-40B4-BE49-F238E27FC236}">
                  <a16:creationId xmlns:a16="http://schemas.microsoft.com/office/drawing/2014/main" id="{3043557B-3B38-56DB-4848-C009F7797590}"/>
                </a:ext>
              </a:extLst>
            </p:cNvPr>
            <p:cNvSpPr/>
            <p:nvPr/>
          </p:nvSpPr>
          <p:spPr>
            <a:xfrm>
              <a:off x="4908723" y="3150090"/>
              <a:ext cx="556999" cy="576685"/>
            </a:xfrm>
            <a:custGeom>
              <a:avLst/>
              <a:gdLst>
                <a:gd name="connsiteX0" fmla="*/ 199846 w 556999"/>
                <a:gd name="connsiteY0" fmla="*/ 0 h 576685"/>
                <a:gd name="connsiteX1" fmla="*/ 0 w 556999"/>
                <a:gd name="connsiteY1" fmla="*/ 576686 h 576685"/>
                <a:gd name="connsiteX2" fmla="*/ 131137 w 556999"/>
                <a:gd name="connsiteY2" fmla="*/ 576686 h 576685"/>
                <a:gd name="connsiteX3" fmla="*/ 174057 w 556999"/>
                <a:gd name="connsiteY3" fmla="*/ 445194 h 576685"/>
                <a:gd name="connsiteX4" fmla="*/ 383039 w 556999"/>
                <a:gd name="connsiteY4" fmla="*/ 445194 h 576685"/>
                <a:gd name="connsiteX5" fmla="*/ 425863 w 556999"/>
                <a:gd name="connsiteY5" fmla="*/ 576686 h 576685"/>
                <a:gd name="connsiteX6" fmla="*/ 557000 w 556999"/>
                <a:gd name="connsiteY6" fmla="*/ 576686 h 576685"/>
                <a:gd name="connsiteX7" fmla="*/ 357439 w 556999"/>
                <a:gd name="connsiteY7" fmla="*/ 0 h 576685"/>
                <a:gd name="connsiteX8" fmla="*/ 199751 w 556999"/>
                <a:gd name="connsiteY8" fmla="*/ 0 h 576685"/>
                <a:gd name="connsiteX9" fmla="*/ 205271 w 556999"/>
                <a:gd name="connsiteY9" fmla="*/ 350012 h 576685"/>
                <a:gd name="connsiteX10" fmla="*/ 276549 w 556999"/>
                <a:gd name="connsiteY10" fmla="*/ 131776 h 576685"/>
                <a:gd name="connsiteX11" fmla="*/ 281117 w 556999"/>
                <a:gd name="connsiteY11" fmla="*/ 131776 h 576685"/>
                <a:gd name="connsiteX12" fmla="*/ 352205 w 556999"/>
                <a:gd name="connsiteY12" fmla="*/ 350012 h 576685"/>
                <a:gd name="connsiteX13" fmla="*/ 205271 w 556999"/>
                <a:gd name="connsiteY13" fmla="*/ 350012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6999" h="576685">
                  <a:moveTo>
                    <a:pt x="199846" y="0"/>
                  </a:moveTo>
                  <a:moveTo>
                    <a:pt x="205271" y="350012"/>
                  </a:moveTo>
                  <a:lnTo>
                    <a:pt x="0" y="576686"/>
                  </a:lnTo>
                  <a:lnTo>
                    <a:pt x="131137" y="576686"/>
                  </a:lnTo>
                  <a:lnTo>
                    <a:pt x="174057" y="445194"/>
                  </a:lnTo>
                  <a:lnTo>
                    <a:pt x="383039" y="445194"/>
                  </a:lnTo>
                  <a:lnTo>
                    <a:pt x="425863" y="576686"/>
                  </a:lnTo>
                  <a:lnTo>
                    <a:pt x="557000" y="576686"/>
                  </a:lnTo>
                  <a:lnTo>
                    <a:pt x="357439" y="0"/>
                  </a:lnTo>
                  <a:lnTo>
                    <a:pt x="199751" y="0"/>
                  </a:lnTo>
                  <a:lnTo>
                    <a:pt x="276549" y="131776"/>
                  </a:lnTo>
                  <a:lnTo>
                    <a:pt x="281117" y="131776"/>
                  </a:lnTo>
                  <a:lnTo>
                    <a:pt x="352205" y="350012"/>
                  </a:lnTo>
                  <a:lnTo>
                    <a:pt x="205271" y="350012"/>
                  </a:lnTo>
                  <a:close/>
                  <a:close/>
                </a:path>
              </a:pathLst>
            </a:custGeom>
            <a:solidFill>
              <a:srgbClr val="FFFFFF"/>
            </a:solidFill>
            <a:ln w="0" cap="flat">
              <a:noFill/>
              <a:prstDash val="solid"/>
              <a:miter/>
            </a:ln>
          </p:spPr>
          <p:txBody>
            <a:bodyPr rtlCol="0" anchor="ctr"/>
            <a:lstStyle/>
            <a:p>
              <a:endParaRPr lang="en-PT"/>
            </a:p>
          </p:txBody>
        </p:sp>
        <p:sp>
          <p:nvSpPr>
            <p:cNvPr id="57" name="Freeform 27">
              <a:extLst>
                <a:ext uri="{FF2B5EF4-FFF2-40B4-BE49-F238E27FC236}">
                  <a16:creationId xmlns:a16="http://schemas.microsoft.com/office/drawing/2014/main" id="{C08D7CD4-4A9D-7370-DA17-AE54690A556F}"/>
                </a:ext>
              </a:extLst>
            </p:cNvPr>
            <p:cNvSpPr/>
            <p:nvPr/>
          </p:nvSpPr>
          <p:spPr>
            <a:xfrm>
              <a:off x="5670898" y="3150090"/>
              <a:ext cx="370572" cy="576685"/>
            </a:xfrm>
            <a:custGeom>
              <a:avLst/>
              <a:gdLst>
                <a:gd name="connsiteX0" fmla="*/ 122382 w 370572"/>
                <a:gd name="connsiteY0" fmla="*/ 0 h 576685"/>
                <a:gd name="connsiteX1" fmla="*/ 0 w 370572"/>
                <a:gd name="connsiteY1" fmla="*/ 0 h 576685"/>
                <a:gd name="connsiteX2" fmla="*/ 0 w 370572"/>
                <a:gd name="connsiteY2" fmla="*/ 576686 h 576685"/>
                <a:gd name="connsiteX3" fmla="*/ 370572 w 370572"/>
                <a:gd name="connsiteY3" fmla="*/ 576686 h 576685"/>
                <a:gd name="connsiteX4" fmla="*/ 370572 w 370572"/>
                <a:gd name="connsiteY4" fmla="*/ 476195 h 576685"/>
                <a:gd name="connsiteX5" fmla="*/ 122382 w 370572"/>
                <a:gd name="connsiteY5" fmla="*/ 476195 h 576685"/>
                <a:gd name="connsiteX6" fmla="*/ 122382 w 370572"/>
                <a:gd name="connsiteY6" fmla="*/ 0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572" h="576685">
                  <a:moveTo>
                    <a:pt x="122382" y="0"/>
                  </a:moveTo>
                  <a:lnTo>
                    <a:pt x="0" y="0"/>
                  </a:lnTo>
                  <a:lnTo>
                    <a:pt x="0" y="576686"/>
                  </a:lnTo>
                  <a:lnTo>
                    <a:pt x="370572" y="576686"/>
                  </a:lnTo>
                  <a:lnTo>
                    <a:pt x="370572" y="476195"/>
                  </a:lnTo>
                  <a:lnTo>
                    <a:pt x="122382" y="476195"/>
                  </a:lnTo>
                  <a:lnTo>
                    <a:pt x="122382" y="0"/>
                  </a:lnTo>
                  <a:close/>
                </a:path>
              </a:pathLst>
            </a:custGeom>
            <a:solidFill>
              <a:srgbClr val="FFFFFF"/>
            </a:solidFill>
            <a:ln w="0" cap="flat">
              <a:noFill/>
              <a:prstDash val="solid"/>
              <a:miter/>
            </a:ln>
          </p:spPr>
          <p:txBody>
            <a:bodyPr rtlCol="0" anchor="ctr"/>
            <a:lstStyle/>
            <a:p>
              <a:endParaRPr lang="en-PT"/>
            </a:p>
          </p:txBody>
        </p:sp>
        <p:sp>
          <p:nvSpPr>
            <p:cNvPr id="58" name="Freeform 28">
              <a:extLst>
                <a:ext uri="{FF2B5EF4-FFF2-40B4-BE49-F238E27FC236}">
                  <a16:creationId xmlns:a16="http://schemas.microsoft.com/office/drawing/2014/main" id="{5013CB47-F4CB-878D-20A4-BECA1BB03071}"/>
                </a:ext>
              </a:extLst>
            </p:cNvPr>
            <p:cNvSpPr/>
            <p:nvPr/>
          </p:nvSpPr>
          <p:spPr>
            <a:xfrm>
              <a:off x="6163471" y="3150090"/>
              <a:ext cx="475443" cy="576685"/>
            </a:xfrm>
            <a:custGeom>
              <a:avLst/>
              <a:gdLst>
                <a:gd name="connsiteX0" fmla="*/ 0 w 475443"/>
                <a:gd name="connsiteY0" fmla="*/ 100586 h 576685"/>
                <a:gd name="connsiteX1" fmla="*/ 177197 w 475443"/>
                <a:gd name="connsiteY1" fmla="*/ 100586 h 576685"/>
                <a:gd name="connsiteX2" fmla="*/ 177197 w 475443"/>
                <a:gd name="connsiteY2" fmla="*/ 576686 h 576685"/>
                <a:gd name="connsiteX3" fmla="*/ 298247 w 475443"/>
                <a:gd name="connsiteY3" fmla="*/ 576686 h 576685"/>
                <a:gd name="connsiteX4" fmla="*/ 298247 w 475443"/>
                <a:gd name="connsiteY4" fmla="*/ 100586 h 576685"/>
                <a:gd name="connsiteX5" fmla="*/ 475444 w 475443"/>
                <a:gd name="connsiteY5" fmla="*/ 100586 h 576685"/>
                <a:gd name="connsiteX6" fmla="*/ 475444 w 475443"/>
                <a:gd name="connsiteY6" fmla="*/ 0 h 576685"/>
                <a:gd name="connsiteX7" fmla="*/ 0 w 475443"/>
                <a:gd name="connsiteY7" fmla="*/ 0 h 576685"/>
                <a:gd name="connsiteX8" fmla="*/ 0 w 475443"/>
                <a:gd name="connsiteY8" fmla="*/ 100586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443" h="576685">
                  <a:moveTo>
                    <a:pt x="0" y="100586"/>
                  </a:moveTo>
                  <a:lnTo>
                    <a:pt x="177197" y="100586"/>
                  </a:lnTo>
                  <a:lnTo>
                    <a:pt x="177197" y="576686"/>
                  </a:lnTo>
                  <a:lnTo>
                    <a:pt x="298247" y="576686"/>
                  </a:lnTo>
                  <a:lnTo>
                    <a:pt x="298247" y="100586"/>
                  </a:lnTo>
                  <a:lnTo>
                    <a:pt x="475444" y="100586"/>
                  </a:lnTo>
                  <a:lnTo>
                    <a:pt x="475444" y="0"/>
                  </a:lnTo>
                  <a:lnTo>
                    <a:pt x="0" y="0"/>
                  </a:lnTo>
                  <a:lnTo>
                    <a:pt x="0" y="100586"/>
                  </a:lnTo>
                  <a:close/>
                </a:path>
              </a:pathLst>
            </a:custGeom>
            <a:solidFill>
              <a:srgbClr val="FFFFFF"/>
            </a:solidFill>
            <a:ln w="0" cap="flat">
              <a:noFill/>
              <a:prstDash val="solid"/>
              <a:miter/>
            </a:ln>
          </p:spPr>
          <p:txBody>
            <a:bodyPr rtlCol="0" anchor="ctr"/>
            <a:lstStyle/>
            <a:p>
              <a:endParaRPr lang="en-PT"/>
            </a:p>
          </p:txBody>
        </p:sp>
        <p:sp>
          <p:nvSpPr>
            <p:cNvPr id="59" name="Freeform 29">
              <a:extLst>
                <a:ext uri="{FF2B5EF4-FFF2-40B4-BE49-F238E27FC236}">
                  <a16:creationId xmlns:a16="http://schemas.microsoft.com/office/drawing/2014/main" id="{7DF7952F-B12A-D6B0-9E28-9FF069A22840}"/>
                </a:ext>
              </a:extLst>
            </p:cNvPr>
            <p:cNvSpPr/>
            <p:nvPr/>
          </p:nvSpPr>
          <p:spPr>
            <a:xfrm>
              <a:off x="6852560" y="3150090"/>
              <a:ext cx="492953" cy="576685"/>
            </a:xfrm>
            <a:custGeom>
              <a:avLst/>
              <a:gdLst>
                <a:gd name="connsiteX0" fmla="*/ 370858 w 492953"/>
                <a:gd name="connsiteY0" fmla="*/ 237955 h 576685"/>
                <a:gd name="connsiteX1" fmla="*/ 122382 w 492953"/>
                <a:gd name="connsiteY1" fmla="*/ 237955 h 576685"/>
                <a:gd name="connsiteX2" fmla="*/ 122382 w 492953"/>
                <a:gd name="connsiteY2" fmla="*/ 0 h 576685"/>
                <a:gd name="connsiteX3" fmla="*/ 0 w 492953"/>
                <a:gd name="connsiteY3" fmla="*/ 0 h 576685"/>
                <a:gd name="connsiteX4" fmla="*/ 0 w 492953"/>
                <a:gd name="connsiteY4" fmla="*/ 576686 h 576685"/>
                <a:gd name="connsiteX5" fmla="*/ 122382 w 492953"/>
                <a:gd name="connsiteY5" fmla="*/ 576686 h 576685"/>
                <a:gd name="connsiteX6" fmla="*/ 122382 w 492953"/>
                <a:gd name="connsiteY6" fmla="*/ 338541 h 576685"/>
                <a:gd name="connsiteX7" fmla="*/ 370858 w 492953"/>
                <a:gd name="connsiteY7" fmla="*/ 338541 h 576685"/>
                <a:gd name="connsiteX8" fmla="*/ 370858 w 492953"/>
                <a:gd name="connsiteY8" fmla="*/ 576686 h 576685"/>
                <a:gd name="connsiteX9" fmla="*/ 492954 w 492953"/>
                <a:gd name="connsiteY9" fmla="*/ 576686 h 576685"/>
                <a:gd name="connsiteX10" fmla="*/ 492954 w 492953"/>
                <a:gd name="connsiteY10" fmla="*/ 0 h 576685"/>
                <a:gd name="connsiteX11" fmla="*/ 370858 w 492953"/>
                <a:gd name="connsiteY11" fmla="*/ 0 h 576685"/>
                <a:gd name="connsiteX12" fmla="*/ 370858 w 492953"/>
                <a:gd name="connsiteY12" fmla="*/ 23795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2953" h="576685">
                  <a:moveTo>
                    <a:pt x="370858" y="237955"/>
                  </a:moveTo>
                  <a:lnTo>
                    <a:pt x="122382" y="237955"/>
                  </a:lnTo>
                  <a:lnTo>
                    <a:pt x="122382" y="0"/>
                  </a:lnTo>
                  <a:lnTo>
                    <a:pt x="0" y="0"/>
                  </a:lnTo>
                  <a:lnTo>
                    <a:pt x="0" y="576686"/>
                  </a:lnTo>
                  <a:lnTo>
                    <a:pt x="122382" y="576686"/>
                  </a:lnTo>
                  <a:lnTo>
                    <a:pt x="122382" y="338541"/>
                  </a:lnTo>
                  <a:lnTo>
                    <a:pt x="370858" y="338541"/>
                  </a:lnTo>
                  <a:lnTo>
                    <a:pt x="370858" y="576686"/>
                  </a:lnTo>
                  <a:lnTo>
                    <a:pt x="492954" y="576686"/>
                  </a:lnTo>
                  <a:lnTo>
                    <a:pt x="492954" y="0"/>
                  </a:lnTo>
                  <a:lnTo>
                    <a:pt x="370858" y="0"/>
                  </a:lnTo>
                  <a:lnTo>
                    <a:pt x="370858" y="237955"/>
                  </a:lnTo>
                  <a:close/>
                </a:path>
              </a:pathLst>
            </a:custGeom>
            <a:solidFill>
              <a:srgbClr val="FFFFFF"/>
            </a:solidFill>
            <a:ln w="0" cap="flat">
              <a:noFill/>
              <a:prstDash val="solid"/>
              <a:miter/>
            </a:ln>
          </p:spPr>
          <p:txBody>
            <a:bodyPr rtlCol="0" anchor="ctr"/>
            <a:lstStyle/>
            <a:p>
              <a:endParaRPr lang="en-PT"/>
            </a:p>
          </p:txBody>
        </p:sp>
        <p:sp>
          <p:nvSpPr>
            <p:cNvPr id="60" name="Freeform 30">
              <a:extLst>
                <a:ext uri="{FF2B5EF4-FFF2-40B4-BE49-F238E27FC236}">
                  <a16:creationId xmlns:a16="http://schemas.microsoft.com/office/drawing/2014/main" id="{5B0190BB-801D-45C6-5B87-923CDA00006E}"/>
                </a:ext>
              </a:extLst>
            </p:cNvPr>
            <p:cNvSpPr/>
            <p:nvPr/>
          </p:nvSpPr>
          <p:spPr>
            <a:xfrm>
              <a:off x="7581714" y="3150090"/>
              <a:ext cx="456506" cy="576685"/>
            </a:xfrm>
            <a:custGeom>
              <a:avLst/>
              <a:gdLst>
                <a:gd name="connsiteX0" fmla="*/ 338882 w 456506"/>
                <a:gd name="connsiteY0" fmla="*/ 350296 h 576685"/>
                <a:gd name="connsiteX1" fmla="*/ 410922 w 456506"/>
                <a:gd name="connsiteY1" fmla="*/ 287253 h 576685"/>
                <a:gd name="connsiteX2" fmla="*/ 435760 w 456506"/>
                <a:gd name="connsiteY2" fmla="*/ 188373 h 576685"/>
                <a:gd name="connsiteX3" fmla="*/ 411208 w 456506"/>
                <a:gd name="connsiteY3" fmla="*/ 89020 h 576685"/>
                <a:gd name="connsiteX4" fmla="*/ 340310 w 456506"/>
                <a:gd name="connsiteY4" fmla="*/ 23416 h 576685"/>
                <a:gd name="connsiteX5" fmla="*/ 228396 w 456506"/>
                <a:gd name="connsiteY5" fmla="*/ 0 h 576685"/>
                <a:gd name="connsiteX6" fmla="*/ 0 w 456506"/>
                <a:gd name="connsiteY6" fmla="*/ 0 h 576685"/>
                <a:gd name="connsiteX7" fmla="*/ 0 w 456506"/>
                <a:gd name="connsiteY7" fmla="*/ 576686 h 576685"/>
                <a:gd name="connsiteX8" fmla="*/ 122382 w 456506"/>
                <a:gd name="connsiteY8" fmla="*/ 576686 h 576685"/>
                <a:gd name="connsiteX9" fmla="*/ 122382 w 456506"/>
                <a:gd name="connsiteY9" fmla="*/ 372291 h 576685"/>
                <a:gd name="connsiteX10" fmla="*/ 211742 w 456506"/>
                <a:gd name="connsiteY10" fmla="*/ 372291 h 576685"/>
                <a:gd name="connsiteX11" fmla="*/ 321372 w 456506"/>
                <a:gd name="connsiteY11" fmla="*/ 576686 h 576685"/>
                <a:gd name="connsiteX12" fmla="*/ 456506 w 456506"/>
                <a:gd name="connsiteY12" fmla="*/ 576686 h 576685"/>
                <a:gd name="connsiteX13" fmla="*/ 333648 w 456506"/>
                <a:gd name="connsiteY13" fmla="*/ 352572 h 576685"/>
                <a:gd name="connsiteX14" fmla="*/ 338977 w 456506"/>
                <a:gd name="connsiteY14" fmla="*/ 350296 h 576685"/>
                <a:gd name="connsiteX15" fmla="*/ 122382 w 456506"/>
                <a:gd name="connsiteY15" fmla="*/ 99733 h 576685"/>
                <a:gd name="connsiteX16" fmla="*/ 204890 w 456506"/>
                <a:gd name="connsiteY16" fmla="*/ 99733 h 576685"/>
                <a:gd name="connsiteX17" fmla="*/ 263416 w 456506"/>
                <a:gd name="connsiteY17" fmla="*/ 110161 h 576685"/>
                <a:gd name="connsiteX18" fmla="*/ 298152 w 456506"/>
                <a:gd name="connsiteY18" fmla="*/ 140024 h 576685"/>
                <a:gd name="connsiteX19" fmla="*/ 309762 w 456506"/>
                <a:gd name="connsiteY19" fmla="*/ 188468 h 576685"/>
                <a:gd name="connsiteX20" fmla="*/ 298152 w 456506"/>
                <a:gd name="connsiteY20" fmla="*/ 236059 h 576685"/>
                <a:gd name="connsiteX21" fmla="*/ 263702 w 456506"/>
                <a:gd name="connsiteY21" fmla="*/ 264784 h 576685"/>
                <a:gd name="connsiteX22" fmla="*/ 205461 w 456506"/>
                <a:gd name="connsiteY22" fmla="*/ 274359 h 576685"/>
                <a:gd name="connsiteX23" fmla="*/ 122382 w 456506"/>
                <a:gd name="connsiteY23" fmla="*/ 274359 h 576685"/>
                <a:gd name="connsiteX24" fmla="*/ 122382 w 456506"/>
                <a:gd name="connsiteY24" fmla="*/ 99827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6506" h="576685">
                  <a:moveTo>
                    <a:pt x="338882" y="350296"/>
                  </a:moveTo>
                  <a:moveTo>
                    <a:pt x="122382" y="99733"/>
                  </a:moveTo>
                  <a:cubicBezTo>
                    <a:pt x="370382" y="335697"/>
                    <a:pt x="394363" y="314651"/>
                    <a:pt x="410922" y="287253"/>
                  </a:cubicBezTo>
                  <a:cubicBezTo>
                    <a:pt x="427480" y="259665"/>
                    <a:pt x="435760" y="226674"/>
                    <a:pt x="435760" y="188373"/>
                  </a:cubicBezTo>
                  <a:cubicBezTo>
                    <a:pt x="435760" y="150073"/>
                    <a:pt x="427576" y="117176"/>
                    <a:pt x="411208" y="89020"/>
                  </a:cubicBezTo>
                  <a:cubicBezTo>
                    <a:pt x="395030" y="60674"/>
                    <a:pt x="371334" y="38774"/>
                    <a:pt x="340310" y="23416"/>
                  </a:cubicBezTo>
                  <a:cubicBezTo>
                    <a:pt x="309381" y="7869"/>
                    <a:pt x="272077" y="0"/>
                    <a:pt x="228396" y="0"/>
                  </a:cubicBezTo>
                  <a:cubicBezTo>
                    <a:pt x="335361" y="351813"/>
                    <a:pt x="337169" y="351150"/>
                    <a:pt x="338977" y="350296"/>
                  </a:cubicBezTo>
                  <a:cubicBezTo>
                    <a:pt x="228491" y="99733"/>
                    <a:pt x="247904" y="103240"/>
                    <a:pt x="263416" y="110161"/>
                  </a:cubicBezTo>
                  <a:cubicBezTo>
                    <a:pt x="279024" y="116892"/>
                    <a:pt x="290633" y="126846"/>
                    <a:pt x="298152" y="140024"/>
                  </a:cubicBezTo>
                  <a:cubicBezTo>
                    <a:pt x="305860" y="153201"/>
                    <a:pt x="309762" y="169318"/>
                    <a:pt x="309762" y="188468"/>
                  </a:cubicBezTo>
                  <a:cubicBezTo>
                    <a:pt x="309762" y="207618"/>
                    <a:pt x="305860" y="223261"/>
                    <a:pt x="298152" y="236059"/>
                  </a:cubicBezTo>
                  <a:cubicBezTo>
                    <a:pt x="290633" y="248857"/>
                    <a:pt x="279119" y="258432"/>
                    <a:pt x="263702" y="264784"/>
                  </a:cubicBezTo>
                  <a:cubicBezTo>
                    <a:pt x="248285" y="271136"/>
                    <a:pt x="228871" y="274359"/>
                    <a:pt x="205461" y="274359"/>
                  </a:cubicBezTo>
                  <a:lnTo>
                    <a:pt x="0" y="0"/>
                  </a:lnTo>
                  <a:lnTo>
                    <a:pt x="0" y="576686"/>
                  </a:lnTo>
                  <a:lnTo>
                    <a:pt x="122382" y="576686"/>
                  </a:lnTo>
                  <a:lnTo>
                    <a:pt x="122382" y="372291"/>
                  </a:lnTo>
                  <a:lnTo>
                    <a:pt x="211742" y="372291"/>
                  </a:lnTo>
                  <a:lnTo>
                    <a:pt x="321372" y="576686"/>
                  </a:lnTo>
                  <a:lnTo>
                    <a:pt x="456506" y="576686"/>
                  </a:lnTo>
                  <a:lnTo>
                    <a:pt x="333648" y="352572"/>
                  </a:lnTo>
                  <a:lnTo>
                    <a:pt x="204890" y="99733"/>
                  </a:lnTo>
                  <a:lnTo>
                    <a:pt x="122382" y="274359"/>
                  </a:lnTo>
                  <a:lnTo>
                    <a:pt x="122382" y="99827"/>
                  </a:lnTo>
                  <a:close/>
                  <a:close/>
                </a:path>
              </a:pathLst>
            </a:custGeom>
            <a:solidFill>
              <a:srgbClr val="FFFFFF"/>
            </a:solidFill>
            <a:ln w="0" cap="flat">
              <a:noFill/>
              <a:prstDash val="solid"/>
              <a:miter/>
            </a:ln>
          </p:spPr>
          <p:txBody>
            <a:bodyPr rtlCol="0" anchor="ctr"/>
            <a:lstStyle/>
            <a:p>
              <a:endParaRPr lang="en-PT"/>
            </a:p>
          </p:txBody>
        </p:sp>
        <p:sp>
          <p:nvSpPr>
            <p:cNvPr id="61" name="Freeform 31">
              <a:extLst>
                <a:ext uri="{FF2B5EF4-FFF2-40B4-BE49-F238E27FC236}">
                  <a16:creationId xmlns:a16="http://schemas.microsoft.com/office/drawing/2014/main" id="{1AA57F65-9157-71AC-73DB-31E5D418BEB7}"/>
                </a:ext>
              </a:extLst>
            </p:cNvPr>
            <p:cNvSpPr/>
            <p:nvPr/>
          </p:nvSpPr>
          <p:spPr>
            <a:xfrm>
              <a:off x="8239398" y="3150090"/>
              <a:ext cx="122382" cy="576685"/>
            </a:xfrm>
            <a:custGeom>
              <a:avLst/>
              <a:gdLst>
                <a:gd name="connsiteX0" fmla="*/ 0 w 122382"/>
                <a:gd name="connsiteY0" fmla="*/ 0 h 576685"/>
                <a:gd name="connsiteX1" fmla="*/ 122382 w 122382"/>
                <a:gd name="connsiteY1" fmla="*/ 0 h 576685"/>
                <a:gd name="connsiteX2" fmla="*/ 122382 w 122382"/>
                <a:gd name="connsiteY2" fmla="*/ 576686 h 576685"/>
                <a:gd name="connsiteX3" fmla="*/ 0 w 122382"/>
                <a:gd name="connsiteY3" fmla="*/ 576686 h 576685"/>
              </a:gdLst>
              <a:ahLst/>
              <a:cxnLst>
                <a:cxn ang="0">
                  <a:pos x="connsiteX0" y="connsiteY0"/>
                </a:cxn>
                <a:cxn ang="0">
                  <a:pos x="connsiteX1" y="connsiteY1"/>
                </a:cxn>
                <a:cxn ang="0">
                  <a:pos x="connsiteX2" y="connsiteY2"/>
                </a:cxn>
                <a:cxn ang="0">
                  <a:pos x="connsiteX3" y="connsiteY3"/>
                </a:cxn>
              </a:cxnLst>
              <a:rect l="l" t="t" r="r" b="b"/>
              <a:pathLst>
                <a:path w="122382" h="576685">
                  <a:moveTo>
                    <a:pt x="0" y="0"/>
                  </a:moveTo>
                  <a:lnTo>
                    <a:pt x="122382" y="0"/>
                  </a:lnTo>
                  <a:lnTo>
                    <a:pt x="122382" y="576686"/>
                  </a:lnTo>
                  <a:lnTo>
                    <a:pt x="0" y="576686"/>
                  </a:lnTo>
                  <a:close/>
                </a:path>
              </a:pathLst>
            </a:custGeom>
            <a:solidFill>
              <a:srgbClr val="FFFFFF"/>
            </a:solidFill>
            <a:ln w="0" cap="flat">
              <a:noFill/>
              <a:prstDash val="solid"/>
              <a:miter/>
            </a:ln>
          </p:spPr>
          <p:txBody>
            <a:bodyPr rtlCol="0" anchor="ctr"/>
            <a:lstStyle/>
            <a:p>
              <a:endParaRPr lang="en-PT"/>
            </a:p>
          </p:txBody>
        </p:sp>
        <p:sp>
          <p:nvSpPr>
            <p:cNvPr id="62" name="Freeform 32">
              <a:extLst>
                <a:ext uri="{FF2B5EF4-FFF2-40B4-BE49-F238E27FC236}">
                  <a16:creationId xmlns:a16="http://schemas.microsoft.com/office/drawing/2014/main" id="{B6166E55-FA3B-0BDC-89B9-957C6B29B1EE}"/>
                </a:ext>
              </a:extLst>
            </p:cNvPr>
            <p:cNvSpPr/>
            <p:nvPr/>
          </p:nvSpPr>
          <p:spPr>
            <a:xfrm>
              <a:off x="8579327" y="3142221"/>
              <a:ext cx="457838" cy="592612"/>
            </a:xfrm>
            <a:custGeom>
              <a:avLst/>
              <a:gdLst>
                <a:gd name="connsiteX0" fmla="*/ 408543 w 457838"/>
                <a:gd name="connsiteY0" fmla="*/ 307540 h 592612"/>
                <a:gd name="connsiteX1" fmla="*/ 353728 w 457838"/>
                <a:gd name="connsiteY1" fmla="*/ 272937 h 592612"/>
                <a:gd name="connsiteX2" fmla="*/ 284162 w 457838"/>
                <a:gd name="connsiteY2" fmla="*/ 250374 h 592612"/>
                <a:gd name="connsiteX3" fmla="*/ 232107 w 457838"/>
                <a:gd name="connsiteY3" fmla="*/ 237955 h 592612"/>
                <a:gd name="connsiteX4" fmla="*/ 196515 w 457838"/>
                <a:gd name="connsiteY4" fmla="*/ 227811 h 592612"/>
                <a:gd name="connsiteX5" fmla="*/ 167110 w 457838"/>
                <a:gd name="connsiteY5" fmla="*/ 213496 h 592612"/>
                <a:gd name="connsiteX6" fmla="*/ 147030 w 457838"/>
                <a:gd name="connsiteY6" fmla="*/ 193493 h 592612"/>
                <a:gd name="connsiteX7" fmla="*/ 140558 w 457838"/>
                <a:gd name="connsiteY7" fmla="*/ 166474 h 592612"/>
                <a:gd name="connsiteX8" fmla="*/ 151312 w 457838"/>
                <a:gd name="connsiteY8" fmla="*/ 133198 h 592612"/>
                <a:gd name="connsiteX9" fmla="*/ 183002 w 457838"/>
                <a:gd name="connsiteY9" fmla="*/ 110350 h 592612"/>
                <a:gd name="connsiteX10" fmla="*/ 233630 w 457838"/>
                <a:gd name="connsiteY10" fmla="*/ 101913 h 592612"/>
                <a:gd name="connsiteX11" fmla="*/ 303481 w 457838"/>
                <a:gd name="connsiteY11" fmla="*/ 120779 h 592612"/>
                <a:gd name="connsiteX12" fmla="*/ 332601 w 457838"/>
                <a:gd name="connsiteY12" fmla="*/ 173679 h 592612"/>
                <a:gd name="connsiteX13" fmla="*/ 449939 w 457838"/>
                <a:gd name="connsiteY13" fmla="*/ 173679 h 592612"/>
                <a:gd name="connsiteX14" fmla="*/ 422247 w 457838"/>
                <a:gd name="connsiteY14" fmla="*/ 83047 h 592612"/>
                <a:gd name="connsiteX15" fmla="*/ 347066 w 457838"/>
                <a:gd name="connsiteY15" fmla="*/ 21994 h 592612"/>
                <a:gd name="connsiteX16" fmla="*/ 234581 w 457838"/>
                <a:gd name="connsiteY16" fmla="*/ 0 h 592612"/>
                <a:gd name="connsiteX17" fmla="*/ 121525 w 457838"/>
                <a:gd name="connsiteY17" fmla="*/ 21994 h 592612"/>
                <a:gd name="connsiteX18" fmla="*/ 43205 w 457838"/>
                <a:gd name="connsiteY18" fmla="*/ 83047 h 592612"/>
                <a:gd name="connsiteX19" fmla="*/ 15226 w 457838"/>
                <a:gd name="connsiteY19" fmla="*/ 174532 h 592612"/>
                <a:gd name="connsiteX20" fmla="*/ 57384 w 457838"/>
                <a:gd name="connsiteY20" fmla="*/ 276161 h 592612"/>
                <a:gd name="connsiteX21" fmla="*/ 173010 w 457838"/>
                <a:gd name="connsiteY21" fmla="*/ 331620 h 592612"/>
                <a:gd name="connsiteX22" fmla="*/ 236009 w 457838"/>
                <a:gd name="connsiteY22" fmla="*/ 347358 h 592612"/>
                <a:gd name="connsiteX23" fmla="*/ 289396 w 457838"/>
                <a:gd name="connsiteY23" fmla="*/ 364232 h 592612"/>
                <a:gd name="connsiteX24" fmla="*/ 322704 w 457838"/>
                <a:gd name="connsiteY24" fmla="*/ 386796 h 592612"/>
                <a:gd name="connsiteX25" fmla="*/ 334314 w 457838"/>
                <a:gd name="connsiteY25" fmla="*/ 419502 h 592612"/>
                <a:gd name="connsiteX26" fmla="*/ 321562 w 457838"/>
                <a:gd name="connsiteY26" fmla="*/ 456381 h 592612"/>
                <a:gd name="connsiteX27" fmla="*/ 285685 w 457838"/>
                <a:gd name="connsiteY27" fmla="*/ 481409 h 592612"/>
                <a:gd name="connsiteX28" fmla="*/ 231726 w 457838"/>
                <a:gd name="connsiteY28" fmla="*/ 490415 h 592612"/>
                <a:gd name="connsiteX29" fmla="*/ 174913 w 457838"/>
                <a:gd name="connsiteY29" fmla="*/ 480840 h 592612"/>
                <a:gd name="connsiteX30" fmla="*/ 135039 w 457838"/>
                <a:gd name="connsiteY30" fmla="*/ 451830 h 592612"/>
                <a:gd name="connsiteX31" fmla="*/ 118385 w 457838"/>
                <a:gd name="connsiteY31" fmla="*/ 403386 h 592612"/>
                <a:gd name="connsiteX32" fmla="*/ 0 w 457838"/>
                <a:gd name="connsiteY32" fmla="*/ 403386 h 592612"/>
                <a:gd name="connsiteX33" fmla="*/ 30262 w 457838"/>
                <a:gd name="connsiteY33" fmla="*/ 507859 h 592612"/>
                <a:gd name="connsiteX34" fmla="*/ 111057 w 457838"/>
                <a:gd name="connsiteY34" fmla="*/ 571187 h 592612"/>
                <a:gd name="connsiteX35" fmla="*/ 233154 w 457838"/>
                <a:gd name="connsiteY35" fmla="*/ 592612 h 592612"/>
                <a:gd name="connsiteX36" fmla="*/ 353823 w 457838"/>
                <a:gd name="connsiteY36" fmla="*/ 571471 h 592612"/>
                <a:gd name="connsiteX37" fmla="*/ 430716 w 457838"/>
                <a:gd name="connsiteY37" fmla="*/ 511461 h 592612"/>
                <a:gd name="connsiteX38" fmla="*/ 457838 w 457838"/>
                <a:gd name="connsiteY38" fmla="*/ 419692 h 592612"/>
                <a:gd name="connsiteX39" fmla="*/ 444515 w 457838"/>
                <a:gd name="connsiteY39" fmla="*/ 355795 h 592612"/>
                <a:gd name="connsiteX40" fmla="*/ 408638 w 457838"/>
                <a:gd name="connsiteY40" fmla="*/ 307351 h 59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57838" h="592612">
                  <a:moveTo>
                    <a:pt x="408543" y="307540"/>
                  </a:moveTo>
                  <a:cubicBezTo>
                    <a:pt x="393126" y="293889"/>
                    <a:pt x="374759" y="282323"/>
                    <a:pt x="353728" y="272937"/>
                  </a:cubicBezTo>
                  <a:cubicBezTo>
                    <a:pt x="332601" y="263552"/>
                    <a:pt x="309476" y="256062"/>
                    <a:pt x="284162" y="250374"/>
                  </a:cubicBezTo>
                  <a:cubicBezTo>
                    <a:pt x="219450" y="235111"/>
                    <a:pt x="207650" y="231793"/>
                    <a:pt x="196515" y="227811"/>
                  </a:cubicBezTo>
                  <a:cubicBezTo>
                    <a:pt x="185381" y="223735"/>
                    <a:pt x="175579" y="218900"/>
                    <a:pt x="167110" y="213496"/>
                  </a:cubicBezTo>
                  <a:cubicBezTo>
                    <a:pt x="158640" y="207903"/>
                    <a:pt x="151978" y="201172"/>
                    <a:pt x="147030" y="193493"/>
                  </a:cubicBezTo>
                  <a:cubicBezTo>
                    <a:pt x="142366" y="185814"/>
                    <a:pt x="140178" y="176807"/>
                    <a:pt x="140558" y="166474"/>
                  </a:cubicBezTo>
                  <a:cubicBezTo>
                    <a:pt x="140558" y="154055"/>
                    <a:pt x="144174" y="143057"/>
                    <a:pt x="151312" y="133198"/>
                  </a:cubicBezTo>
                  <a:cubicBezTo>
                    <a:pt x="158640" y="123433"/>
                    <a:pt x="169203" y="115849"/>
                    <a:pt x="183002" y="110350"/>
                  </a:cubicBezTo>
                  <a:cubicBezTo>
                    <a:pt x="196706" y="104757"/>
                    <a:pt x="213645" y="101913"/>
                    <a:pt x="233630" y="101913"/>
                  </a:cubicBezTo>
                  <a:cubicBezTo>
                    <a:pt x="263036" y="101913"/>
                    <a:pt x="286256" y="108170"/>
                    <a:pt x="303481" y="120779"/>
                  </a:cubicBezTo>
                  <a:cubicBezTo>
                    <a:pt x="320611" y="133388"/>
                    <a:pt x="330317" y="151021"/>
                    <a:pt x="332601" y="173679"/>
                  </a:cubicBezTo>
                  <a:cubicBezTo>
                    <a:pt x="449368" y="139360"/>
                    <a:pt x="440138" y="109118"/>
                    <a:pt x="422247" y="83047"/>
                  </a:cubicBezTo>
                  <a:cubicBezTo>
                    <a:pt x="404355" y="56976"/>
                    <a:pt x="379327" y="36594"/>
                    <a:pt x="347066" y="21994"/>
                  </a:cubicBezTo>
                  <a:cubicBezTo>
                    <a:pt x="314996" y="7300"/>
                    <a:pt x="277501" y="0"/>
                    <a:pt x="234581" y="0"/>
                  </a:cubicBezTo>
                  <a:cubicBezTo>
                    <a:pt x="191662" y="0"/>
                    <a:pt x="154643" y="7300"/>
                    <a:pt x="121525" y="21994"/>
                  </a:cubicBezTo>
                  <a:cubicBezTo>
                    <a:pt x="88313" y="36594"/>
                    <a:pt x="62238" y="56976"/>
                    <a:pt x="43205" y="83047"/>
                  </a:cubicBezTo>
                  <a:cubicBezTo>
                    <a:pt x="24362" y="109118"/>
                    <a:pt x="15036" y="139645"/>
                    <a:pt x="15226" y="174532"/>
                  </a:cubicBezTo>
                  <a:cubicBezTo>
                    <a:pt x="15036" y="217098"/>
                    <a:pt x="29120" y="251038"/>
                    <a:pt x="57384" y="276161"/>
                  </a:cubicBezTo>
                  <a:cubicBezTo>
                    <a:pt x="85648" y="301283"/>
                    <a:pt x="124190" y="319770"/>
                    <a:pt x="173010" y="331620"/>
                  </a:cubicBezTo>
                  <a:cubicBezTo>
                    <a:pt x="257135" y="352382"/>
                    <a:pt x="274931" y="358070"/>
                    <a:pt x="289396" y="364232"/>
                  </a:cubicBezTo>
                  <a:cubicBezTo>
                    <a:pt x="304052" y="370395"/>
                    <a:pt x="315186" y="377884"/>
                    <a:pt x="322704" y="386796"/>
                  </a:cubicBezTo>
                  <a:cubicBezTo>
                    <a:pt x="330412" y="395612"/>
                    <a:pt x="334314" y="406515"/>
                    <a:pt x="334314" y="419502"/>
                  </a:cubicBezTo>
                  <a:cubicBezTo>
                    <a:pt x="334314" y="433344"/>
                    <a:pt x="330032" y="445668"/>
                    <a:pt x="321562" y="456381"/>
                  </a:cubicBezTo>
                  <a:cubicBezTo>
                    <a:pt x="313092" y="467093"/>
                    <a:pt x="301102" y="475436"/>
                    <a:pt x="285685" y="481409"/>
                  </a:cubicBezTo>
                  <a:cubicBezTo>
                    <a:pt x="270458" y="487381"/>
                    <a:pt x="252472" y="490415"/>
                    <a:pt x="231726" y="490415"/>
                  </a:cubicBezTo>
                  <a:cubicBezTo>
                    <a:pt x="210980" y="490415"/>
                    <a:pt x="191662" y="487192"/>
                    <a:pt x="174913" y="480840"/>
                  </a:cubicBezTo>
                  <a:cubicBezTo>
                    <a:pt x="158355" y="474298"/>
                    <a:pt x="145031" y="464629"/>
                    <a:pt x="135039" y="451830"/>
                  </a:cubicBezTo>
                  <a:cubicBezTo>
                    <a:pt x="125237" y="438842"/>
                    <a:pt x="119622" y="422726"/>
                    <a:pt x="118385" y="403386"/>
                  </a:cubicBezTo>
                  <a:cubicBezTo>
                    <a:pt x="951" y="444910"/>
                    <a:pt x="11039" y="479702"/>
                    <a:pt x="30262" y="507859"/>
                  </a:cubicBezTo>
                  <a:cubicBezTo>
                    <a:pt x="49676" y="535826"/>
                    <a:pt x="76608" y="556967"/>
                    <a:pt x="111057" y="571187"/>
                  </a:cubicBezTo>
                  <a:cubicBezTo>
                    <a:pt x="145697" y="585502"/>
                    <a:pt x="186428" y="592612"/>
                    <a:pt x="233154" y="592612"/>
                  </a:cubicBezTo>
                  <a:cubicBezTo>
                    <a:pt x="279880" y="592612"/>
                    <a:pt x="320515" y="585597"/>
                    <a:pt x="353823" y="571471"/>
                  </a:cubicBezTo>
                  <a:cubicBezTo>
                    <a:pt x="387321" y="557156"/>
                    <a:pt x="413015" y="537248"/>
                    <a:pt x="430716" y="511461"/>
                  </a:cubicBezTo>
                  <a:cubicBezTo>
                    <a:pt x="448607" y="485580"/>
                    <a:pt x="457648" y="454959"/>
                    <a:pt x="457838" y="419692"/>
                  </a:cubicBezTo>
                  <a:cubicBezTo>
                    <a:pt x="457648" y="395707"/>
                    <a:pt x="453270" y="374376"/>
                    <a:pt x="444515" y="355795"/>
                  </a:cubicBezTo>
                  <a:cubicBezTo>
                    <a:pt x="436046" y="337214"/>
                    <a:pt x="424055" y="321097"/>
                    <a:pt x="408638" y="307351"/>
                  </a:cubicBezTo>
                  <a:lnTo>
                    <a:pt x="232107" y="237955"/>
                  </a:lnTo>
                  <a:lnTo>
                    <a:pt x="449939" y="173679"/>
                  </a:lnTo>
                  <a:lnTo>
                    <a:pt x="236009" y="347358"/>
                  </a:lnTo>
                  <a:lnTo>
                    <a:pt x="0" y="403386"/>
                  </a:lnTo>
                  <a:close/>
                </a:path>
              </a:pathLst>
            </a:custGeom>
            <a:solidFill>
              <a:srgbClr val="FFFFFF"/>
            </a:solidFill>
            <a:ln w="0" cap="flat">
              <a:noFill/>
              <a:prstDash val="solid"/>
              <a:miter/>
            </a:ln>
          </p:spPr>
          <p:txBody>
            <a:bodyPr rtlCol="0" anchor="ctr"/>
            <a:lstStyle/>
            <a:p>
              <a:endParaRPr lang="en-PT"/>
            </a:p>
          </p:txBody>
        </p:sp>
        <p:sp>
          <p:nvSpPr>
            <p:cNvPr id="63" name="Freeform 33">
              <a:extLst>
                <a:ext uri="{FF2B5EF4-FFF2-40B4-BE49-F238E27FC236}">
                  <a16:creationId xmlns:a16="http://schemas.microsoft.com/office/drawing/2014/main" id="{27AC14F6-0D8F-C8D0-A1AA-075A6E1C5E07}"/>
                </a:ext>
              </a:extLst>
            </p:cNvPr>
            <p:cNvSpPr/>
            <p:nvPr/>
          </p:nvSpPr>
          <p:spPr>
            <a:xfrm>
              <a:off x="9254617" y="3150090"/>
              <a:ext cx="391223" cy="576685"/>
            </a:xfrm>
            <a:custGeom>
              <a:avLst/>
              <a:gdLst>
                <a:gd name="connsiteX0" fmla="*/ 122478 w 391223"/>
                <a:gd name="connsiteY0" fmla="*/ 476195 h 576685"/>
                <a:gd name="connsiteX1" fmla="*/ 122478 w 391223"/>
                <a:gd name="connsiteY1" fmla="*/ 338541 h 576685"/>
                <a:gd name="connsiteX2" fmla="*/ 370001 w 391223"/>
                <a:gd name="connsiteY2" fmla="*/ 338541 h 576685"/>
                <a:gd name="connsiteX3" fmla="*/ 370001 w 391223"/>
                <a:gd name="connsiteY3" fmla="*/ 237955 h 576685"/>
                <a:gd name="connsiteX4" fmla="*/ 122478 w 391223"/>
                <a:gd name="connsiteY4" fmla="*/ 237955 h 576685"/>
                <a:gd name="connsiteX5" fmla="*/ 122478 w 391223"/>
                <a:gd name="connsiteY5" fmla="*/ 100586 h 576685"/>
                <a:gd name="connsiteX6" fmla="*/ 390081 w 391223"/>
                <a:gd name="connsiteY6" fmla="*/ 100586 h 576685"/>
                <a:gd name="connsiteX7" fmla="*/ 390081 w 391223"/>
                <a:gd name="connsiteY7" fmla="*/ 0 h 576685"/>
                <a:gd name="connsiteX8" fmla="*/ 0 w 391223"/>
                <a:gd name="connsiteY8" fmla="*/ 0 h 576685"/>
                <a:gd name="connsiteX9" fmla="*/ 0 w 391223"/>
                <a:gd name="connsiteY9" fmla="*/ 576686 h 576685"/>
                <a:gd name="connsiteX10" fmla="*/ 391223 w 391223"/>
                <a:gd name="connsiteY10" fmla="*/ 576686 h 576685"/>
                <a:gd name="connsiteX11" fmla="*/ 391223 w 391223"/>
                <a:gd name="connsiteY11" fmla="*/ 476195 h 576685"/>
                <a:gd name="connsiteX12" fmla="*/ 122478 w 391223"/>
                <a:gd name="connsiteY12" fmla="*/ 476195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223" h="576685">
                  <a:moveTo>
                    <a:pt x="122478" y="476195"/>
                  </a:moveTo>
                  <a:lnTo>
                    <a:pt x="122478" y="338541"/>
                  </a:lnTo>
                  <a:lnTo>
                    <a:pt x="370001" y="338541"/>
                  </a:lnTo>
                  <a:lnTo>
                    <a:pt x="370001" y="237955"/>
                  </a:lnTo>
                  <a:lnTo>
                    <a:pt x="122478" y="237955"/>
                  </a:lnTo>
                  <a:lnTo>
                    <a:pt x="122478" y="100586"/>
                  </a:lnTo>
                  <a:lnTo>
                    <a:pt x="390081" y="100586"/>
                  </a:lnTo>
                  <a:lnTo>
                    <a:pt x="390081" y="0"/>
                  </a:lnTo>
                  <a:lnTo>
                    <a:pt x="0" y="0"/>
                  </a:lnTo>
                  <a:lnTo>
                    <a:pt x="0" y="576686"/>
                  </a:lnTo>
                  <a:lnTo>
                    <a:pt x="391223" y="576686"/>
                  </a:lnTo>
                  <a:lnTo>
                    <a:pt x="391223" y="476195"/>
                  </a:lnTo>
                  <a:lnTo>
                    <a:pt x="122478" y="476195"/>
                  </a:lnTo>
                  <a:close/>
                </a:path>
              </a:pathLst>
            </a:custGeom>
            <a:solidFill>
              <a:srgbClr val="FFFFFF"/>
            </a:solidFill>
            <a:ln w="0" cap="flat">
              <a:noFill/>
              <a:prstDash val="solid"/>
              <a:miter/>
            </a:ln>
          </p:spPr>
          <p:txBody>
            <a:bodyPr rtlCol="0" anchor="ctr"/>
            <a:lstStyle/>
            <a:p>
              <a:endParaRPr lang="en-PT"/>
            </a:p>
          </p:txBody>
        </p:sp>
      </p:grpSp>
      <p:cxnSp>
        <p:nvCxnSpPr>
          <p:cNvPr id="65" name="Straight Connector 64">
            <a:extLst>
              <a:ext uri="{FF2B5EF4-FFF2-40B4-BE49-F238E27FC236}">
                <a16:creationId xmlns:a16="http://schemas.microsoft.com/office/drawing/2014/main" id="{02F227DE-7092-13F7-950B-FBF8AA8C041A}"/>
              </a:ext>
            </a:extLst>
          </p:cNvPr>
          <p:cNvCxnSpPr>
            <a:cxnSpLocks/>
          </p:cNvCxnSpPr>
          <p:nvPr/>
        </p:nvCxnSpPr>
        <p:spPr>
          <a:xfrm>
            <a:off x="321310" y="1043668"/>
            <a:ext cx="11430000" cy="0"/>
          </a:xfrm>
          <a:prstGeom prst="line">
            <a:avLst/>
          </a:prstGeom>
          <a:ln w="9525">
            <a:solidFill>
              <a:schemeClr val="bg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63448376"/>
      </p:ext>
    </p:extLst>
  </p:cSld>
  <p:clrMapOvr>
    <a:masterClrMapping/>
  </p:clrMapOvr>
</p:sld>
</file>

<file path=ppt/theme/theme1.xml><?xml version="1.0" encoding="utf-8"?>
<a:theme xmlns:a="http://schemas.openxmlformats.org/drawingml/2006/main" name="Theme1">
  <a:themeElements>
    <a:clrScheme name="HEALTHRISE 1">
      <a:dk1>
        <a:srgbClr val="000000"/>
      </a:dk1>
      <a:lt1>
        <a:srgbClr val="FFFFFF"/>
      </a:lt1>
      <a:dk2>
        <a:srgbClr val="101D41"/>
      </a:dk2>
      <a:lt2>
        <a:srgbClr val="FFFFFF"/>
      </a:lt2>
      <a:accent1>
        <a:srgbClr val="FBB03B"/>
      </a:accent1>
      <a:accent2>
        <a:srgbClr val="92B2BB"/>
      </a:accent2>
      <a:accent3>
        <a:srgbClr val="101D41"/>
      </a:accent3>
      <a:accent4>
        <a:srgbClr val="205956"/>
      </a:accent4>
      <a:accent5>
        <a:srgbClr val="CDEAE3"/>
      </a:accent5>
      <a:accent6>
        <a:srgbClr val="E7F0F1"/>
      </a:accent6>
      <a:hlink>
        <a:srgbClr val="0085FF"/>
      </a:hlink>
      <a:folHlink>
        <a:srgbClr val="0085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7DB2AC99-3902-CB46-997C-288276F38954}" vid="{EB2CAA62-8C5D-2043-9FF7-6855CA7CE33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Template>
  <TotalTime>69316</TotalTime>
  <Words>32</Words>
  <Application>Microsoft Office PowerPoint</Application>
  <PresentationFormat>Widescreen</PresentationFormat>
  <Paragraphs>63</Paragraphs>
  <Slides>16</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-apple-system</vt:lpstr>
      <vt:lpstr>Aptos</vt:lpstr>
      <vt:lpstr>Arial</vt:lpstr>
      <vt:lpstr>Calibri</vt:lpstr>
      <vt:lpstr>Orbital</vt:lpstr>
      <vt:lpstr>Segoe UI</vt:lpstr>
      <vt:lpstr>Wingdings</vt:lpstr>
      <vt:lpstr>Theme1</vt:lpstr>
      <vt:lpstr>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Weber</dc:creator>
  <cp:lastModifiedBy>Hello Allen</cp:lastModifiedBy>
  <cp:revision>19</cp:revision>
  <cp:lastPrinted>2025-02-28T19:40:19Z</cp:lastPrinted>
  <dcterms:created xsi:type="dcterms:W3CDTF">2024-12-23T14:51:02Z</dcterms:created>
  <dcterms:modified xsi:type="dcterms:W3CDTF">2025-10-16T07:21:41Z</dcterms:modified>
</cp:coreProperties>
</file>