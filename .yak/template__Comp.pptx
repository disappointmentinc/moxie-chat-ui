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</p:sldMasterIdLst>
  <p:notesMasterIdLst>
    <p:notesMasterId r:id="rId18"/>
  </p:notesMasterIdLst>
  <p:sldIdLst>
    <p:sldId id="293" r:id="rId2"/>
    <p:sldId id="310" r:id="rId3"/>
    <p:sldId id="311" r:id="rId4"/>
    <p:sldId id="301" r:id="rId5"/>
    <p:sldId id="302" r:id="rId6"/>
    <p:sldId id="303" r:id="rId7"/>
    <p:sldId id="305" r:id="rId8"/>
    <p:sldId id="304" r:id="rId9"/>
    <p:sldId id="306" r:id="rId10"/>
    <p:sldId id="307" r:id="rId11"/>
    <p:sldId id="297" r:id="rId12"/>
    <p:sldId id="291" r:id="rId13"/>
    <p:sldId id="288" r:id="rId14"/>
    <p:sldId id="289" r:id="rId15"/>
    <p:sldId id="290" r:id="rId16"/>
    <p:sldId id="298" r:id="rId17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2164F58-8C51-B04D-B275-02E4B1883363}">
          <p14:sldIdLst>
            <p14:sldId id="293"/>
            <p14:sldId id="310"/>
            <p14:sldId id="311"/>
            <p14:sldId id="301"/>
            <p14:sldId id="302"/>
            <p14:sldId id="303"/>
            <p14:sldId id="305"/>
            <p14:sldId id="304"/>
            <p14:sldId id="306"/>
            <p14:sldId id="307"/>
            <p14:sldId id="297"/>
          </p14:sldIdLst>
        </p14:section>
        <p14:section name="Reference Slides" id="{2B5D772E-52FA-B84A-A360-E0E8AE70DB42}">
          <p14:sldIdLst>
            <p14:sldId id="291"/>
            <p14:sldId id="288"/>
            <p14:sldId id="289"/>
            <p14:sldId id="290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D5EA"/>
    <a:srgbClr val="61D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36"/>
    <p:restoredTop sz="90680"/>
  </p:normalViewPr>
  <p:slideViewPr>
    <p:cSldViewPr snapToGrid="0">
      <p:cViewPr varScale="1">
        <p:scale>
          <a:sx n="132" d="100"/>
          <a:sy n="132" d="100"/>
        </p:scale>
        <p:origin x="150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EE3BC-5CD7-084C-84D3-CC65FCD4410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FAD61-C886-3C49-906E-07E3C8871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78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5488C-8DCD-0ECE-7DB3-A08E696B6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C15DD6-3E1B-F053-9101-7AE6CFB69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86B72-68AF-B192-818B-32CCB8E66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  <a:latin typeface="-apple-system"/>
              </a:rPr>
              <a:t> 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23663-EAF1-A05E-8A18-7BF223AEE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FAD61-C886-3C49-906E-07E3C8871F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923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2BCD6-2740-C13A-0BEB-E882670CD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59297E-2322-4440-F5C4-42487D848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86E0E-3BFE-8E9B-46B2-6D6C5A56E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EF074-60B4-47D1-C5D3-771C0EA41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FAD61-C886-3C49-906E-07E3C8871F4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94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E256F-053D-7C94-5FB0-521051C73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5D906E-CA1D-81D3-C38A-1B70B17A4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8A0F7D-337D-1470-93C1-37D35BFF1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45239-298D-7DD9-A63F-2D189C1CEA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FAD61-C886-3C49-906E-07E3C8871F4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890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36157-F5C0-54B0-9BB7-41A373E65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B51AB4-9DC1-CD54-C5CF-B603FE513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75A9F8-FEC4-A83C-EF3C-7D6DEDC35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29359-0A40-AFD2-B2EA-709303DBC6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FAD61-C886-3C49-906E-07E3C8871F4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20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30641-8D60-479F-97AC-4D4716FF4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A331D-B37E-AF92-FA42-0DF26DF3E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59498-69CC-E8F4-BCDF-2A4039ECE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1466E-F3EA-897E-F63D-2BB10E8CB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FAD61-C886-3C49-906E-07E3C8871F4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884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BCCC4-8DB5-75CF-C8B6-81B11E891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F5C02C-6864-1F9E-7AC4-4C2B12E35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CF1D1B-431C-E3FF-9368-F83990AF3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31F41-32B9-F562-AA3D-2BE89D8C98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FAD61-C886-3C49-906E-07E3C8871F4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515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A9034-91BC-5A88-0A5B-4FDEF6D37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7B64BD-7080-867D-3A50-5295AF0DE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F309A0-79BA-4110-2DE1-722536FA19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999E6-9BD2-B964-6456-7D482366CD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FAD61-C886-3C49-906E-07E3C8871F4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547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B8462-EEC1-FA89-6BAC-FF4F7983A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0877B2-226A-5B3B-E4DA-1FE20D871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994B47-C4FC-B000-C944-8144157CE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FDCE9-1416-936C-6032-9D9584E8FB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FAD61-C886-3C49-906E-07E3C8871F4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4652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496F9-92F0-1327-9281-D438F4D22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3DC8C-60DA-83C1-8F20-6981C786B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2466CF-84F7-BB2A-AB96-F0CBBC5B5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D350A-D9C8-90A1-C4CB-EC1594CE3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FAD61-C886-3C49-906E-07E3C8871F4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3631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4CB44-BCAF-94F3-45AE-6E8FD58AF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C6355F-C40A-7EED-8BF2-174100936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BD3DD8-4432-32AD-4CBE-42FEDC637F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9977-CC60-B086-8F82-F0B905C1F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FAD61-C886-3C49-906E-07E3C8871F4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423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0CE24-1624-46EE-0C34-85331415A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54DCB-32CC-4C49-FC4A-64062C16D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896B9E-B55A-5FE0-69AE-672D1BEBF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C774E-5331-FFA7-6F55-2275A93698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FAD61-C886-3C49-906E-07E3C8871F4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63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 userDrawn="1"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E5C04A-D6E5-D14D-B886-D76CD73B3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105" y="3125182"/>
            <a:ext cx="5805380" cy="692925"/>
          </a:xfrm>
        </p:spPr>
        <p:txBody>
          <a:bodyPr>
            <a:noAutofit/>
          </a:bodyPr>
          <a:lstStyle>
            <a:lvl1pPr>
              <a:defRPr sz="4400"/>
            </a:lvl1pPr>
          </a:lstStyle>
          <a:p>
            <a:r>
              <a:rPr lang="en-GB"/>
              <a:t>Title</a:t>
            </a:r>
            <a:endParaRPr lang="en-PT"/>
          </a:p>
        </p:txBody>
      </p:sp>
      <p:grpSp>
        <p:nvGrpSpPr>
          <p:cNvPr id="23" name="Graphic 21">
            <a:extLst>
              <a:ext uri="{FF2B5EF4-FFF2-40B4-BE49-F238E27FC236}">
                <a16:creationId xmlns:a16="http://schemas.microsoft.com/office/drawing/2014/main" id="{487D8F7B-0FF4-CC4A-A22A-E4E9E9413919}"/>
              </a:ext>
            </a:extLst>
          </p:cNvPr>
          <p:cNvGrpSpPr/>
          <p:nvPr/>
        </p:nvGrpSpPr>
        <p:grpSpPr>
          <a:xfrm>
            <a:off x="595699" y="659932"/>
            <a:ext cx="2522064" cy="238139"/>
            <a:chOff x="2546350" y="3092450"/>
            <a:chExt cx="7099490" cy="670350"/>
          </a:xfrm>
          <a:solidFill>
            <a:schemeClr val="tx2"/>
          </a:solidFill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0369393-1E25-D04E-B9DA-2128FDA9EEC3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A3AE8470-C774-0C4F-8874-F3791D780D31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D092881-4137-6B48-B96F-563478F72757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E7D7EF5-2EC3-254D-A6C9-20EFE588EEF2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CC316F4-D406-2B47-89D4-7C69A4040F6E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EF5A415-272C-654A-8889-E676FCEE8DA8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88C2D3D-D1E0-6042-8F4A-53F96422C92D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22A9198-00BA-7246-869D-DE2B1BC6FC19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7D26BA2D-E758-DD46-AD06-891BB1DD5C4C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D786D7EB-26FC-9D46-A847-F5D0DFBD1856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1BED5034-7066-F649-8004-6C6C260F950F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</p:grpSp>
      <p:grpSp>
        <p:nvGrpSpPr>
          <p:cNvPr id="7" name="Graphic 5">
            <a:extLst>
              <a:ext uri="{FF2B5EF4-FFF2-40B4-BE49-F238E27FC236}">
                <a16:creationId xmlns:a16="http://schemas.microsoft.com/office/drawing/2014/main" id="{0F2F2C72-4B8E-2842-A4F9-EF0287F8E01E}"/>
              </a:ext>
            </a:extLst>
          </p:cNvPr>
          <p:cNvGrpSpPr/>
          <p:nvPr/>
        </p:nvGrpSpPr>
        <p:grpSpPr>
          <a:xfrm>
            <a:off x="3117763" y="-9625"/>
            <a:ext cx="8909532" cy="6888435"/>
            <a:chOff x="2749550" y="838200"/>
            <a:chExt cx="6697469" cy="5178171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831A998E-F47C-804A-94E4-9A0F99E857D4}"/>
                </a:ext>
              </a:extLst>
            </p:cNvPr>
            <p:cNvSpPr/>
            <p:nvPr/>
          </p:nvSpPr>
          <p:spPr>
            <a:xfrm>
              <a:off x="2749550" y="838200"/>
              <a:ext cx="6697469" cy="5178171"/>
            </a:xfrm>
            <a:custGeom>
              <a:avLst/>
              <a:gdLst>
                <a:gd name="connsiteX0" fmla="*/ 4117038 w 6697469"/>
                <a:gd name="connsiteY0" fmla="*/ 0 h 5178171"/>
                <a:gd name="connsiteX1" fmla="*/ 0 w 6697469"/>
                <a:gd name="connsiteY1" fmla="*/ 0 h 5178171"/>
                <a:gd name="connsiteX2" fmla="*/ 4025451 w 6697469"/>
                <a:gd name="connsiteY2" fmla="*/ 2215325 h 5178171"/>
                <a:gd name="connsiteX3" fmla="*/ 2411824 w 6697469"/>
                <a:gd name="connsiteY3" fmla="*/ 5178171 h 5178171"/>
                <a:gd name="connsiteX4" fmla="*/ 4660658 w 6697469"/>
                <a:gd name="connsiteY4" fmla="*/ 5178171 h 5178171"/>
                <a:gd name="connsiteX5" fmla="*/ 6697470 w 6697469"/>
                <a:gd name="connsiteY5" fmla="*/ 1423511 h 5178171"/>
                <a:gd name="connsiteX6" fmla="*/ 4117038 w 6697469"/>
                <a:gd name="connsiteY6" fmla="*/ 0 h 517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97469" h="5178171">
                  <a:moveTo>
                    <a:pt x="4117038" y="0"/>
                  </a:moveTo>
                  <a:lnTo>
                    <a:pt x="0" y="0"/>
                  </a:lnTo>
                  <a:lnTo>
                    <a:pt x="4025451" y="2215325"/>
                  </a:lnTo>
                  <a:lnTo>
                    <a:pt x="2411824" y="5178171"/>
                  </a:lnTo>
                  <a:lnTo>
                    <a:pt x="4660658" y="5178171"/>
                  </a:lnTo>
                  <a:lnTo>
                    <a:pt x="6697470" y="1423511"/>
                  </a:lnTo>
                  <a:lnTo>
                    <a:pt x="4117038" y="0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33C16789-2F6C-9642-B3F0-CECE37EF6D00}"/>
                </a:ext>
              </a:extLst>
            </p:cNvPr>
            <p:cNvSpPr/>
            <p:nvPr/>
          </p:nvSpPr>
          <p:spPr>
            <a:xfrm>
              <a:off x="3431597" y="838200"/>
              <a:ext cx="5641933" cy="5178171"/>
            </a:xfrm>
            <a:custGeom>
              <a:avLst/>
              <a:gdLst>
                <a:gd name="connsiteX0" fmla="*/ 2836723 w 5641933"/>
                <a:gd name="connsiteY0" fmla="*/ 0 h 5178171"/>
                <a:gd name="connsiteX1" fmla="*/ 0 w 5641933"/>
                <a:gd name="connsiteY1" fmla="*/ 0 h 5178171"/>
                <a:gd name="connsiteX2" fmla="*/ 3761353 w 5641933"/>
                <a:gd name="connsiteY2" fmla="*/ 2088642 h 5178171"/>
                <a:gd name="connsiteX3" fmla="*/ 2074799 w 5641933"/>
                <a:gd name="connsiteY3" fmla="*/ 5178171 h 5178171"/>
                <a:gd name="connsiteX4" fmla="*/ 3651582 w 5641933"/>
                <a:gd name="connsiteY4" fmla="*/ 5178171 h 5178171"/>
                <a:gd name="connsiteX5" fmla="*/ 5641934 w 5641933"/>
                <a:gd name="connsiteY5" fmla="*/ 1537526 h 5178171"/>
                <a:gd name="connsiteX6" fmla="*/ 2836723 w 5641933"/>
                <a:gd name="connsiteY6" fmla="*/ 0 h 517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41933" h="5178171">
                  <a:moveTo>
                    <a:pt x="2836723" y="0"/>
                  </a:moveTo>
                  <a:lnTo>
                    <a:pt x="0" y="0"/>
                  </a:lnTo>
                  <a:lnTo>
                    <a:pt x="3761353" y="2088642"/>
                  </a:lnTo>
                  <a:lnTo>
                    <a:pt x="2074799" y="5178171"/>
                  </a:lnTo>
                  <a:lnTo>
                    <a:pt x="3651582" y="5178171"/>
                  </a:lnTo>
                  <a:lnTo>
                    <a:pt x="5641934" y="1537526"/>
                  </a:lnTo>
                  <a:cubicBezTo>
                    <a:pt x="5641934" y="1537526"/>
                    <a:pt x="3589223" y="410813"/>
                    <a:pt x="2836723" y="0"/>
                  </a:cubicBezTo>
                  <a:close/>
                </a:path>
              </a:pathLst>
            </a:custGeom>
            <a:solidFill>
              <a:srgbClr val="27335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</p:spTree>
    <p:extLst>
      <p:ext uri="{BB962C8B-B14F-4D97-AF65-F5344CB8AC3E}">
        <p14:creationId xmlns:p14="http://schemas.microsoft.com/office/powerpoint/2010/main" val="660999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5C04A-D6E5-D14D-B886-D76CD73B3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105" y="3125182"/>
            <a:ext cx="5805380" cy="692925"/>
          </a:xfrm>
        </p:spPr>
        <p:txBody>
          <a:bodyPr>
            <a:noAutofit/>
          </a:bodyPr>
          <a:lstStyle>
            <a:lvl1pPr>
              <a:defRPr sz="4400"/>
            </a:lvl1pPr>
          </a:lstStyle>
          <a:p>
            <a:r>
              <a:rPr lang="en-GB"/>
              <a:t>Title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918525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9DC7BDF-FE7F-8B46-917E-2C2720765EB9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BAE6FB4-0AB3-3145-8F2F-D489C44A33CA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1" y="1232132"/>
            <a:ext cx="5775960" cy="4307838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EB536F-D908-FB4B-BD38-F02047A835A6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F0A5EE-8B6E-3441-80BB-35339164B42B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23" name="Graphic 21">
            <a:extLst>
              <a:ext uri="{FF2B5EF4-FFF2-40B4-BE49-F238E27FC236}">
                <a16:creationId xmlns:a16="http://schemas.microsoft.com/office/drawing/2014/main" id="{487D8F7B-0FF4-CC4A-A22A-E4E9E9413919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0369393-1E25-D04E-B9DA-2128FDA9EEC3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A3AE8470-C774-0C4F-8874-F3791D780D31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D092881-4137-6B48-B96F-563478F72757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E7D7EF5-2EC3-254D-A6C9-20EFE588EEF2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CC316F4-D406-2B47-89D4-7C69A4040F6E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EF5A415-272C-654A-8889-E676FCEE8DA8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88C2D3D-D1E0-6042-8F4A-53F96422C92D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22A9198-00BA-7246-869D-DE2B1BC6FC19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7D26BA2D-E758-DD46-AD06-891BB1DD5C4C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D786D7EB-26FC-9D46-A847-F5D0DFBD1856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1BED5034-7066-F649-8004-6C6C260F950F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5ADA9196-0D37-574D-A4B2-FBF22276B9C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F35A5543-EC15-9824-F3E0-51E883455ECB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8D1427A-D9E6-B0D0-4434-2D73A2AB479B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C9DCE77C-1E4E-91DE-B31F-9443A6CD7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FAB05FB8-936D-79A1-3CDF-813DB884FA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 dirty="0"/>
              <a:t>Sub-Title / Tag-Line</a:t>
            </a:r>
            <a:endParaRPr lang="en-PT" dirty="0"/>
          </a:p>
        </p:txBody>
      </p:sp>
      <p:grpSp>
        <p:nvGrpSpPr>
          <p:cNvPr id="2" name="Graphic 5">
            <a:extLst>
              <a:ext uri="{FF2B5EF4-FFF2-40B4-BE49-F238E27FC236}">
                <a16:creationId xmlns:a16="http://schemas.microsoft.com/office/drawing/2014/main" id="{C6BDB0C4-1712-F9A4-09DF-C466D6D7A180}"/>
              </a:ext>
            </a:extLst>
          </p:cNvPr>
          <p:cNvGrpSpPr/>
          <p:nvPr/>
        </p:nvGrpSpPr>
        <p:grpSpPr>
          <a:xfrm>
            <a:off x="3117763" y="-9625"/>
            <a:ext cx="8909532" cy="6888435"/>
            <a:chOff x="2749550" y="838200"/>
            <a:chExt cx="6697469" cy="5178171"/>
          </a:xfrm>
          <a:solidFill>
            <a:srgbClr val="000000">
              <a:alpha val="3137"/>
            </a:srgbClr>
          </a:solidFill>
        </p:grpSpPr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8CA951DE-D29E-DD57-0D33-030F41583EEC}"/>
                </a:ext>
              </a:extLst>
            </p:cNvPr>
            <p:cNvSpPr/>
            <p:nvPr/>
          </p:nvSpPr>
          <p:spPr>
            <a:xfrm>
              <a:off x="2749550" y="838200"/>
              <a:ext cx="6697469" cy="5178171"/>
            </a:xfrm>
            <a:custGeom>
              <a:avLst/>
              <a:gdLst>
                <a:gd name="connsiteX0" fmla="*/ 4117038 w 6697469"/>
                <a:gd name="connsiteY0" fmla="*/ 0 h 5178171"/>
                <a:gd name="connsiteX1" fmla="*/ 0 w 6697469"/>
                <a:gd name="connsiteY1" fmla="*/ 0 h 5178171"/>
                <a:gd name="connsiteX2" fmla="*/ 4025451 w 6697469"/>
                <a:gd name="connsiteY2" fmla="*/ 2215325 h 5178171"/>
                <a:gd name="connsiteX3" fmla="*/ 2411824 w 6697469"/>
                <a:gd name="connsiteY3" fmla="*/ 5178171 h 5178171"/>
                <a:gd name="connsiteX4" fmla="*/ 4660658 w 6697469"/>
                <a:gd name="connsiteY4" fmla="*/ 5178171 h 5178171"/>
                <a:gd name="connsiteX5" fmla="*/ 6697470 w 6697469"/>
                <a:gd name="connsiteY5" fmla="*/ 1423511 h 5178171"/>
                <a:gd name="connsiteX6" fmla="*/ 4117038 w 6697469"/>
                <a:gd name="connsiteY6" fmla="*/ 0 h 517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97469" h="5178171">
                  <a:moveTo>
                    <a:pt x="4117038" y="0"/>
                  </a:moveTo>
                  <a:lnTo>
                    <a:pt x="0" y="0"/>
                  </a:lnTo>
                  <a:lnTo>
                    <a:pt x="4025451" y="2215325"/>
                  </a:lnTo>
                  <a:lnTo>
                    <a:pt x="2411824" y="5178171"/>
                  </a:lnTo>
                  <a:lnTo>
                    <a:pt x="4660658" y="5178171"/>
                  </a:lnTo>
                  <a:lnTo>
                    <a:pt x="6697470" y="1423511"/>
                  </a:lnTo>
                  <a:lnTo>
                    <a:pt x="4117038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1C8A3850-8F8B-DFCD-44BD-248D63412C62}"/>
                </a:ext>
              </a:extLst>
            </p:cNvPr>
            <p:cNvSpPr/>
            <p:nvPr/>
          </p:nvSpPr>
          <p:spPr>
            <a:xfrm>
              <a:off x="3431597" y="838200"/>
              <a:ext cx="5641933" cy="5178171"/>
            </a:xfrm>
            <a:custGeom>
              <a:avLst/>
              <a:gdLst>
                <a:gd name="connsiteX0" fmla="*/ 2836723 w 5641933"/>
                <a:gd name="connsiteY0" fmla="*/ 0 h 5178171"/>
                <a:gd name="connsiteX1" fmla="*/ 0 w 5641933"/>
                <a:gd name="connsiteY1" fmla="*/ 0 h 5178171"/>
                <a:gd name="connsiteX2" fmla="*/ 3761353 w 5641933"/>
                <a:gd name="connsiteY2" fmla="*/ 2088642 h 5178171"/>
                <a:gd name="connsiteX3" fmla="*/ 2074799 w 5641933"/>
                <a:gd name="connsiteY3" fmla="*/ 5178171 h 5178171"/>
                <a:gd name="connsiteX4" fmla="*/ 3651582 w 5641933"/>
                <a:gd name="connsiteY4" fmla="*/ 5178171 h 5178171"/>
                <a:gd name="connsiteX5" fmla="*/ 5641934 w 5641933"/>
                <a:gd name="connsiteY5" fmla="*/ 1537526 h 5178171"/>
                <a:gd name="connsiteX6" fmla="*/ 2836723 w 5641933"/>
                <a:gd name="connsiteY6" fmla="*/ 0 h 517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41933" h="5178171">
                  <a:moveTo>
                    <a:pt x="2836723" y="0"/>
                  </a:moveTo>
                  <a:lnTo>
                    <a:pt x="0" y="0"/>
                  </a:lnTo>
                  <a:lnTo>
                    <a:pt x="3761353" y="2088642"/>
                  </a:lnTo>
                  <a:lnTo>
                    <a:pt x="2074799" y="5178171"/>
                  </a:lnTo>
                  <a:lnTo>
                    <a:pt x="3651582" y="5178171"/>
                  </a:lnTo>
                  <a:lnTo>
                    <a:pt x="5641934" y="1537526"/>
                  </a:lnTo>
                  <a:cubicBezTo>
                    <a:pt x="5641934" y="1537526"/>
                    <a:pt x="3589223" y="410813"/>
                    <a:pt x="2836723" y="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</p:spTree>
    <p:extLst>
      <p:ext uri="{BB962C8B-B14F-4D97-AF65-F5344CB8AC3E}">
        <p14:creationId xmlns:p14="http://schemas.microsoft.com/office/powerpoint/2010/main" val="3951955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ing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1" y="1232132"/>
            <a:ext cx="5775960" cy="4307838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F35A5543-EC15-9824-F3E0-51E883455ECB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6F0CCC-9ED0-ACC9-CF16-B062FB4D2FE2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689B7D-EEAA-2F40-46FA-EE509BC3329A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D7F7F6-2433-5736-C8E5-60AEBECCFBC8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ED9671-0ACC-DC29-C8DD-D868C672C5C6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1" name="Graphic 21">
            <a:extLst>
              <a:ext uri="{FF2B5EF4-FFF2-40B4-BE49-F238E27FC236}">
                <a16:creationId xmlns:a16="http://schemas.microsoft.com/office/drawing/2014/main" id="{9A0C7B92-AD02-0E2E-9DC9-6FE7E0BAB2CC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2" name="Freeform 23">
              <a:extLst>
                <a:ext uri="{FF2B5EF4-FFF2-40B4-BE49-F238E27FC236}">
                  <a16:creationId xmlns:a16="http://schemas.microsoft.com/office/drawing/2014/main" id="{6ABB3A38-D389-9AC8-81BE-AE4B48DCD5AB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24">
              <a:extLst>
                <a:ext uri="{FF2B5EF4-FFF2-40B4-BE49-F238E27FC236}">
                  <a16:creationId xmlns:a16="http://schemas.microsoft.com/office/drawing/2014/main" id="{392FC71A-4458-FB4F-B01C-2E32CD932BDA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5">
              <a:extLst>
                <a:ext uri="{FF2B5EF4-FFF2-40B4-BE49-F238E27FC236}">
                  <a16:creationId xmlns:a16="http://schemas.microsoft.com/office/drawing/2014/main" id="{DE078B75-C425-4D91-FAF1-6EBF861C9F99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E9E883A0-2728-1733-C465-8EBCBE66F281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60CCE9D3-B200-A206-B73C-8BF4DFC7C892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971FE7A2-DE69-7614-1419-3AD5CF8147A2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9">
              <a:extLst>
                <a:ext uri="{FF2B5EF4-FFF2-40B4-BE49-F238E27FC236}">
                  <a16:creationId xmlns:a16="http://schemas.microsoft.com/office/drawing/2014/main" id="{E7504DE1-47BD-ABC8-09DD-1A16FA6C8FBA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AAB63CB7-DF5E-8F66-13F1-7261D8C199C0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CC753D78-9472-CFAD-7BD2-D189BA3B66EA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CCDB26E9-9192-2401-1E99-CAE16E98CD4C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427B85C7-F674-08C4-F6AB-6E49D837B865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3" name="Slide Number Placeholder 47">
            <a:extLst>
              <a:ext uri="{FF2B5EF4-FFF2-40B4-BE49-F238E27FC236}">
                <a16:creationId xmlns:a16="http://schemas.microsoft.com/office/drawing/2014/main" id="{2893DCB6-D086-51FA-E555-DD608CDBEFD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A846F9DD-CD1C-1941-9766-570E7B02CB06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509A806-2EDD-8E5E-9DBD-5E5B1E9148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EECD649-7202-6855-B9D4-D9C815B033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  <p:sp>
        <p:nvSpPr>
          <p:cNvPr id="2" name="Graphic 37">
            <a:extLst>
              <a:ext uri="{FF2B5EF4-FFF2-40B4-BE49-F238E27FC236}">
                <a16:creationId xmlns:a16="http://schemas.microsoft.com/office/drawing/2014/main" id="{411C0B48-1C7C-C3EC-2B3A-37F61FB5C76B}"/>
              </a:ext>
            </a:extLst>
          </p:cNvPr>
          <p:cNvSpPr/>
          <p:nvPr userDrawn="1"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229729-E7F2-A9A6-A834-B2E4B603FB3A}"/>
              </a:ext>
            </a:extLst>
          </p:cNvPr>
          <p:cNvSpPr/>
          <p:nvPr userDrawn="1"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154D3-03B7-6E7F-1529-139B9138C23B}"/>
              </a:ext>
            </a:extLst>
          </p:cNvPr>
          <p:cNvSpPr/>
          <p:nvPr userDrawn="1"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05182B-DE54-5860-E205-F347654E3037}"/>
              </a:ext>
            </a:extLst>
          </p:cNvPr>
          <p:cNvSpPr txBox="1"/>
          <p:nvPr userDrawn="1"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2A587B-F988-B468-EBB1-A21BE1D50533}"/>
              </a:ext>
            </a:extLst>
          </p:cNvPr>
          <p:cNvSpPr txBox="1"/>
          <p:nvPr userDrawn="1"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25" name="Graphic 21">
            <a:extLst>
              <a:ext uri="{FF2B5EF4-FFF2-40B4-BE49-F238E27FC236}">
                <a16:creationId xmlns:a16="http://schemas.microsoft.com/office/drawing/2014/main" id="{DA32F64B-9983-775B-2D4E-C15EB1E37DA1}"/>
              </a:ext>
            </a:extLst>
          </p:cNvPr>
          <p:cNvGrpSpPr/>
          <p:nvPr userDrawn="1"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07EB0BBA-63BB-DD6D-D9D6-F013731BF401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2344AD2C-2D7B-7B06-DCF4-2888D41B01C1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CA4AE4D7-B00B-C3EB-35B6-5D9796B0F85D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5D6FC0C4-5855-B2FC-BAF4-FC7DAE09E240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D03E4A7D-6DA0-ED10-761C-00BB4DD857F7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682D80E3-DF11-9F86-AEF8-3B44DA674C0E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BC23877F-24C9-B1BE-F4EE-C9840754BA71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C234F7FB-23ED-1CCD-067B-155529DC8788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14AD7D3B-503F-70C7-8A51-35EAB234CB6A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6D1A3ED5-0836-3CFA-5785-D25823C97249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C4078187-5A1C-D8F3-CB7F-7EA9016523A9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</p:spTree>
    <p:extLst>
      <p:ext uri="{BB962C8B-B14F-4D97-AF65-F5344CB8AC3E}">
        <p14:creationId xmlns:p14="http://schemas.microsoft.com/office/powerpoint/2010/main" val="267885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ing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1" name="Graphic 37">
            <a:extLst>
              <a:ext uri="{FF2B5EF4-FFF2-40B4-BE49-F238E27FC236}">
                <a16:creationId xmlns:a16="http://schemas.microsoft.com/office/drawing/2014/main" id="{23123C39-AC7B-AA43-B1A1-16774F1CC11E}"/>
              </a:ext>
            </a:extLst>
          </p:cNvPr>
          <p:cNvSpPr/>
          <p:nvPr/>
        </p:nvSpPr>
        <p:spPr>
          <a:xfrm>
            <a:off x="5102880" y="0"/>
            <a:ext cx="1927769" cy="1871405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1" y="1232132"/>
            <a:ext cx="5775960" cy="4307838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EE7FB1DC-91E0-4A44-923D-34FFDBDBAF2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032601" y="331079"/>
            <a:ext cx="5170927" cy="5959384"/>
          </a:xfrm>
          <a:custGeom>
            <a:avLst/>
            <a:gdLst>
              <a:gd name="connsiteX0" fmla="*/ 3069436 w 5170927"/>
              <a:gd name="connsiteY0" fmla="*/ 0 h 5959384"/>
              <a:gd name="connsiteX1" fmla="*/ 5170927 w 5170927"/>
              <a:gd name="connsiteY1" fmla="*/ 2105854 h 5959384"/>
              <a:gd name="connsiteX2" fmla="*/ 5170927 w 5170927"/>
              <a:gd name="connsiteY2" fmla="*/ 4989433 h 5959384"/>
              <a:gd name="connsiteX3" fmla="*/ 3069436 w 5170927"/>
              <a:gd name="connsiteY3" fmla="*/ 2883579 h 5959384"/>
              <a:gd name="connsiteX4" fmla="*/ 0 w 5170927"/>
              <a:gd name="connsiteY4" fmla="*/ 5959384 h 5959384"/>
              <a:gd name="connsiteX5" fmla="*/ 0 w 5170927"/>
              <a:gd name="connsiteY5" fmla="*/ 3075805 h 5959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70927" h="5959384">
                <a:moveTo>
                  <a:pt x="3069436" y="0"/>
                </a:moveTo>
                <a:lnTo>
                  <a:pt x="5170927" y="2105854"/>
                </a:lnTo>
                <a:lnTo>
                  <a:pt x="5170927" y="4989433"/>
                </a:lnTo>
                <a:lnTo>
                  <a:pt x="3069436" y="2883579"/>
                </a:lnTo>
                <a:lnTo>
                  <a:pt x="0" y="5959384"/>
                </a:lnTo>
                <a:lnTo>
                  <a:pt x="0" y="307580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wrap="square" tIns="0" bIns="827999" anchor="ctr">
            <a:noAutofit/>
          </a:bodyPr>
          <a:lstStyle>
            <a:lvl1pPr algn="ctr"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insert a picture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7C478B30-C3D9-132D-1908-F99E93363148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93619F-2E58-E057-6B06-4F3F4844CE6D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798CE8-F2AF-4DE6-1812-814DCD5E2068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E2743F-4F16-6022-B63C-7177E900462C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2F78F6-7209-6839-AC86-76EF3D88A3F6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1" name="Graphic 21">
            <a:extLst>
              <a:ext uri="{FF2B5EF4-FFF2-40B4-BE49-F238E27FC236}">
                <a16:creationId xmlns:a16="http://schemas.microsoft.com/office/drawing/2014/main" id="{9EE12E2F-4DFC-E139-0CA1-54ECFB9733FD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2" name="Freeform 23">
              <a:extLst>
                <a:ext uri="{FF2B5EF4-FFF2-40B4-BE49-F238E27FC236}">
                  <a16:creationId xmlns:a16="http://schemas.microsoft.com/office/drawing/2014/main" id="{F43308A3-95EB-B341-A79A-95CB2B4F81ED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24">
              <a:extLst>
                <a:ext uri="{FF2B5EF4-FFF2-40B4-BE49-F238E27FC236}">
                  <a16:creationId xmlns:a16="http://schemas.microsoft.com/office/drawing/2014/main" id="{9986A0EB-1587-CD71-C090-424426774319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5">
              <a:extLst>
                <a:ext uri="{FF2B5EF4-FFF2-40B4-BE49-F238E27FC236}">
                  <a16:creationId xmlns:a16="http://schemas.microsoft.com/office/drawing/2014/main" id="{0E35B9CF-22E9-3358-06B8-F060CC882F11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8386E760-D06B-F0C2-8BE1-73202A98EF04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79EB52AD-CE24-B80E-4792-CE70F2D20DAC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3D8BEC8D-E662-A8E7-03F1-CA395479AA4D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9">
              <a:extLst>
                <a:ext uri="{FF2B5EF4-FFF2-40B4-BE49-F238E27FC236}">
                  <a16:creationId xmlns:a16="http://schemas.microsoft.com/office/drawing/2014/main" id="{8B7492F5-F9AA-8665-A77B-3237D1C75448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D9E25E50-88E9-560B-E973-95088BA29E44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EDBAB391-5173-3298-4C1A-C79EF68FA2FC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23439AC4-9FFD-47E4-73CC-C311913BA3DE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9" name="Freeform 33">
              <a:extLst>
                <a:ext uri="{FF2B5EF4-FFF2-40B4-BE49-F238E27FC236}">
                  <a16:creationId xmlns:a16="http://schemas.microsoft.com/office/drawing/2014/main" id="{10B67AD9-B4AD-DF5C-DB87-99160D61B905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0" name="Slide Number Placeholder 47">
            <a:extLst>
              <a:ext uri="{FF2B5EF4-FFF2-40B4-BE49-F238E27FC236}">
                <a16:creationId xmlns:a16="http://schemas.microsoft.com/office/drawing/2014/main" id="{7C27E613-1AEC-56A0-4A69-0CC1FC092D0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0ED253-5F6F-047E-5692-AF95176A9BA8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4ADA7510-0AEB-5B64-F0CC-90CF9DCA3D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8FA8D13A-51FF-8B32-7A65-8F3ABE937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625420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ing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A24A3BD8-CA05-E943-980D-8711B19D1857}"/>
              </a:ext>
            </a:extLst>
          </p:cNvPr>
          <p:cNvSpPr/>
          <p:nvPr/>
        </p:nvSpPr>
        <p:spPr>
          <a:xfrm>
            <a:off x="8717281" y="6031319"/>
            <a:ext cx="2039362" cy="698698"/>
          </a:xfrm>
          <a:custGeom>
            <a:avLst/>
            <a:gdLst>
              <a:gd name="connsiteX0" fmla="*/ 1019638 w 2039362"/>
              <a:gd name="connsiteY0" fmla="*/ 0 h 698698"/>
              <a:gd name="connsiteX1" fmla="*/ 2039362 w 2039362"/>
              <a:gd name="connsiteY1" fmla="*/ 589743 h 698698"/>
              <a:gd name="connsiteX2" fmla="*/ 2039362 w 2039362"/>
              <a:gd name="connsiteY2" fmla="*/ 698698 h 698698"/>
              <a:gd name="connsiteX3" fmla="*/ 0 w 2039362"/>
              <a:gd name="connsiteY3" fmla="*/ 698698 h 698698"/>
              <a:gd name="connsiteX4" fmla="*/ 0 w 2039362"/>
              <a:gd name="connsiteY4" fmla="*/ 589743 h 698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9362" h="698698">
                <a:moveTo>
                  <a:pt x="1019638" y="0"/>
                </a:moveTo>
                <a:lnTo>
                  <a:pt x="2039362" y="589743"/>
                </a:lnTo>
                <a:lnTo>
                  <a:pt x="2039362" y="698698"/>
                </a:lnTo>
                <a:lnTo>
                  <a:pt x="0" y="698698"/>
                </a:lnTo>
                <a:lnTo>
                  <a:pt x="0" y="589743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/>
          </a:p>
        </p:txBody>
      </p:sp>
      <p:sp>
        <p:nvSpPr>
          <p:cNvPr id="37" name="Graphic 7">
            <a:extLst>
              <a:ext uri="{FF2B5EF4-FFF2-40B4-BE49-F238E27FC236}">
                <a16:creationId xmlns:a16="http://schemas.microsoft.com/office/drawing/2014/main" id="{C8237693-D258-FA47-85D6-47F97002A7D4}"/>
              </a:ext>
            </a:extLst>
          </p:cNvPr>
          <p:cNvSpPr/>
          <p:nvPr/>
        </p:nvSpPr>
        <p:spPr>
          <a:xfrm>
            <a:off x="5204461" y="-30560"/>
            <a:ext cx="2039362" cy="2359055"/>
          </a:xfrm>
          <a:custGeom>
            <a:avLst/>
            <a:gdLst>
              <a:gd name="connsiteX0" fmla="*/ 2247805 w 2247805"/>
              <a:gd name="connsiteY0" fmla="*/ 1950155 h 2600174"/>
              <a:gd name="connsiteX1" fmla="*/ 2247805 w 2247805"/>
              <a:gd name="connsiteY1" fmla="*/ 650020 h 2600174"/>
              <a:gd name="connsiteX2" fmla="*/ 1123855 w 2247805"/>
              <a:gd name="connsiteY2" fmla="*/ 0 h 2600174"/>
              <a:gd name="connsiteX3" fmla="*/ 0 w 2247805"/>
              <a:gd name="connsiteY3" fmla="*/ 650020 h 2600174"/>
              <a:gd name="connsiteX4" fmla="*/ 0 w 2247805"/>
              <a:gd name="connsiteY4" fmla="*/ 1950155 h 2600174"/>
              <a:gd name="connsiteX5" fmla="*/ 1123855 w 2247805"/>
              <a:gd name="connsiteY5" fmla="*/ 2600174 h 2600174"/>
              <a:gd name="connsiteX6" fmla="*/ 2247805 w 2247805"/>
              <a:gd name="connsiteY6" fmla="*/ 1950155 h 2600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47805" h="2600174">
                <a:moveTo>
                  <a:pt x="2247805" y="1950155"/>
                </a:moveTo>
                <a:lnTo>
                  <a:pt x="2247805" y="650020"/>
                </a:lnTo>
                <a:lnTo>
                  <a:pt x="1123855" y="0"/>
                </a:lnTo>
                <a:lnTo>
                  <a:pt x="0" y="650020"/>
                </a:lnTo>
                <a:lnTo>
                  <a:pt x="0" y="1950155"/>
                </a:lnTo>
                <a:lnTo>
                  <a:pt x="1123855" y="2600174"/>
                </a:lnTo>
                <a:lnTo>
                  <a:pt x="2247805" y="1950155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/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B36A9513-2986-8443-83A7-792F437EE822}"/>
              </a:ext>
            </a:extLst>
          </p:cNvPr>
          <p:cNvSpPr/>
          <p:nvPr/>
        </p:nvSpPr>
        <p:spPr>
          <a:xfrm>
            <a:off x="9141878" y="-19651"/>
            <a:ext cx="1174893" cy="339755"/>
          </a:xfrm>
          <a:custGeom>
            <a:avLst/>
            <a:gdLst>
              <a:gd name="connsiteX0" fmla="*/ 0 w 1174893"/>
              <a:gd name="connsiteY0" fmla="*/ 0 h 339755"/>
              <a:gd name="connsiteX1" fmla="*/ 1174893 w 1174893"/>
              <a:gd name="connsiteY1" fmla="*/ 0 h 339755"/>
              <a:gd name="connsiteX2" fmla="*/ 587422 w 1174893"/>
              <a:gd name="connsiteY2" fmla="*/ 339755 h 339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74893" h="339755">
                <a:moveTo>
                  <a:pt x="0" y="0"/>
                </a:moveTo>
                <a:lnTo>
                  <a:pt x="1174893" y="0"/>
                </a:lnTo>
                <a:lnTo>
                  <a:pt x="587422" y="339755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1" y="1232132"/>
            <a:ext cx="5775960" cy="4307838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9" name="Picture Placeholder 58">
            <a:extLst>
              <a:ext uri="{FF2B5EF4-FFF2-40B4-BE49-F238E27FC236}">
                <a16:creationId xmlns:a16="http://schemas.microsoft.com/office/drawing/2014/main" id="{5AA4C693-D196-CC43-9A09-715CE77974E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252056" y="306070"/>
            <a:ext cx="4959182" cy="5736590"/>
          </a:xfrm>
          <a:custGeom>
            <a:avLst/>
            <a:gdLst>
              <a:gd name="connsiteX0" fmla="*/ 2479486 w 4959182"/>
              <a:gd name="connsiteY0" fmla="*/ 0 h 5736590"/>
              <a:gd name="connsiteX1" fmla="*/ 4959182 w 4959182"/>
              <a:gd name="connsiteY1" fmla="*/ 1434096 h 5736590"/>
              <a:gd name="connsiteX2" fmla="*/ 4959182 w 4959182"/>
              <a:gd name="connsiteY2" fmla="*/ 4302497 h 5736590"/>
              <a:gd name="connsiteX3" fmla="*/ 2479486 w 4959182"/>
              <a:gd name="connsiteY3" fmla="*/ 5736590 h 5736590"/>
              <a:gd name="connsiteX4" fmla="*/ 0 w 4959182"/>
              <a:gd name="connsiteY4" fmla="*/ 4302497 h 5736590"/>
              <a:gd name="connsiteX5" fmla="*/ 0 w 4959182"/>
              <a:gd name="connsiteY5" fmla="*/ 1434096 h 573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59182" h="5736590">
                <a:moveTo>
                  <a:pt x="2479486" y="0"/>
                </a:moveTo>
                <a:lnTo>
                  <a:pt x="4959182" y="1434096"/>
                </a:lnTo>
                <a:lnTo>
                  <a:pt x="4959182" y="4302497"/>
                </a:lnTo>
                <a:lnTo>
                  <a:pt x="2479486" y="5736590"/>
                </a:lnTo>
                <a:lnTo>
                  <a:pt x="0" y="4302497"/>
                </a:lnTo>
                <a:lnTo>
                  <a:pt x="0" y="14340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0" bIns="576000" anchor="ctr">
            <a:noAutofit/>
          </a:bodyPr>
          <a:lstStyle>
            <a:lvl1pPr algn="ctr"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insert a picture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AFE8BF41-F2CA-EAEE-77B9-E3FB494B6A84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217793-F382-274F-BA05-363D3C8E11E8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25B93C-BA81-4FFB-EE5C-945975FCB346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357745-6949-DA82-5C82-E0D5719ACAF2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C07940-111D-6C32-DEE4-25262865EA9A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8" name="Graphic 21">
            <a:extLst>
              <a:ext uri="{FF2B5EF4-FFF2-40B4-BE49-F238E27FC236}">
                <a16:creationId xmlns:a16="http://schemas.microsoft.com/office/drawing/2014/main" id="{93064AA6-EFA7-68B7-9671-10A263C84BC6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2" name="Freeform 23">
              <a:extLst>
                <a:ext uri="{FF2B5EF4-FFF2-40B4-BE49-F238E27FC236}">
                  <a16:creationId xmlns:a16="http://schemas.microsoft.com/office/drawing/2014/main" id="{995A0BFF-89B9-199B-B8BF-1161F824E589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24">
              <a:extLst>
                <a:ext uri="{FF2B5EF4-FFF2-40B4-BE49-F238E27FC236}">
                  <a16:creationId xmlns:a16="http://schemas.microsoft.com/office/drawing/2014/main" id="{D9191AB1-65F8-801F-77D6-796B5E3C10F2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5">
              <a:extLst>
                <a:ext uri="{FF2B5EF4-FFF2-40B4-BE49-F238E27FC236}">
                  <a16:creationId xmlns:a16="http://schemas.microsoft.com/office/drawing/2014/main" id="{9D1D1670-9A93-D21B-327E-45ABDDE82235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3DC3C738-024D-E6F8-CFAD-BB2F0893A6B1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0EACA776-FB25-6D0F-5252-0B53336A3984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0AC7548B-4B06-51A7-DB58-B8BC56BE1434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9">
              <a:extLst>
                <a:ext uri="{FF2B5EF4-FFF2-40B4-BE49-F238E27FC236}">
                  <a16:creationId xmlns:a16="http://schemas.microsoft.com/office/drawing/2014/main" id="{BE42BB05-03A3-1BDF-055E-CA0322E92D9C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DA3F0C9D-97C5-B36E-6E94-8B45BFEDFEF7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D82F40C9-E886-3CAD-551C-D5FAF3AEBDC7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FDF5469B-F024-89E2-69DE-493E8C32658B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9" name="Freeform 33">
              <a:extLst>
                <a:ext uri="{FF2B5EF4-FFF2-40B4-BE49-F238E27FC236}">
                  <a16:creationId xmlns:a16="http://schemas.microsoft.com/office/drawing/2014/main" id="{1F40DCE9-AEE2-29E8-59BA-238F65404650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0" name="Slide Number Placeholder 47">
            <a:extLst>
              <a:ext uri="{FF2B5EF4-FFF2-40B4-BE49-F238E27FC236}">
                <a16:creationId xmlns:a16="http://schemas.microsoft.com/office/drawing/2014/main" id="{4A2C866B-A6E5-AEAF-A72F-5D7D8118E3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0010A60-ABBD-5BBA-31DE-B2298CF28B53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1AB23640-9D7E-AA19-CE4F-CBBBC761CE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B0EB139-4E36-8425-6EB2-BF90D1B147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375361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ing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5" name="Triangle 34">
            <a:extLst>
              <a:ext uri="{FF2B5EF4-FFF2-40B4-BE49-F238E27FC236}">
                <a16:creationId xmlns:a16="http://schemas.microsoft.com/office/drawing/2014/main" id="{17791201-ECA2-B14B-8D0F-35313C9124DD}"/>
              </a:ext>
            </a:extLst>
          </p:cNvPr>
          <p:cNvSpPr/>
          <p:nvPr/>
        </p:nvSpPr>
        <p:spPr>
          <a:xfrm>
            <a:off x="6263640" y="-26726"/>
            <a:ext cx="2422588" cy="204165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8" name="Triangle 37">
            <a:extLst>
              <a:ext uri="{FF2B5EF4-FFF2-40B4-BE49-F238E27FC236}">
                <a16:creationId xmlns:a16="http://schemas.microsoft.com/office/drawing/2014/main" id="{F80C44AB-110D-824E-BC76-515B6E48F9EB}"/>
              </a:ext>
            </a:extLst>
          </p:cNvPr>
          <p:cNvSpPr/>
          <p:nvPr/>
        </p:nvSpPr>
        <p:spPr>
          <a:xfrm>
            <a:off x="10814544" y="-11894"/>
            <a:ext cx="1377455" cy="116086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9" name="Triangle 38">
            <a:extLst>
              <a:ext uri="{FF2B5EF4-FFF2-40B4-BE49-F238E27FC236}">
                <a16:creationId xmlns:a16="http://schemas.microsoft.com/office/drawing/2014/main" id="{BBAFA462-6BD5-0143-AEF5-797858BF60D1}"/>
              </a:ext>
            </a:extLst>
          </p:cNvPr>
          <p:cNvSpPr/>
          <p:nvPr/>
        </p:nvSpPr>
        <p:spPr>
          <a:xfrm>
            <a:off x="11247120" y="1160383"/>
            <a:ext cx="944879" cy="79630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A24A3BD8-CA05-E943-980D-8711B19D1857}"/>
              </a:ext>
            </a:extLst>
          </p:cNvPr>
          <p:cNvSpPr/>
          <p:nvPr/>
        </p:nvSpPr>
        <p:spPr>
          <a:xfrm>
            <a:off x="8717281" y="6031319"/>
            <a:ext cx="2039362" cy="698698"/>
          </a:xfrm>
          <a:custGeom>
            <a:avLst/>
            <a:gdLst>
              <a:gd name="connsiteX0" fmla="*/ 1019638 w 2039362"/>
              <a:gd name="connsiteY0" fmla="*/ 0 h 698698"/>
              <a:gd name="connsiteX1" fmla="*/ 2039362 w 2039362"/>
              <a:gd name="connsiteY1" fmla="*/ 589743 h 698698"/>
              <a:gd name="connsiteX2" fmla="*/ 2039362 w 2039362"/>
              <a:gd name="connsiteY2" fmla="*/ 698698 h 698698"/>
              <a:gd name="connsiteX3" fmla="*/ 0 w 2039362"/>
              <a:gd name="connsiteY3" fmla="*/ 698698 h 698698"/>
              <a:gd name="connsiteX4" fmla="*/ 0 w 2039362"/>
              <a:gd name="connsiteY4" fmla="*/ 589743 h 698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9362" h="698698">
                <a:moveTo>
                  <a:pt x="1019638" y="0"/>
                </a:moveTo>
                <a:lnTo>
                  <a:pt x="2039362" y="589743"/>
                </a:lnTo>
                <a:lnTo>
                  <a:pt x="2039362" y="698698"/>
                </a:lnTo>
                <a:lnTo>
                  <a:pt x="0" y="698698"/>
                </a:lnTo>
                <a:lnTo>
                  <a:pt x="0" y="589743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1" y="1232132"/>
            <a:ext cx="5775960" cy="4307838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1E01A87B-1D48-DC4C-A545-B91780ABB29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08904" y="-21412"/>
            <a:ext cx="6010569" cy="6506476"/>
          </a:xfrm>
          <a:custGeom>
            <a:avLst/>
            <a:gdLst>
              <a:gd name="connsiteX0" fmla="*/ 3860229 w 6010569"/>
              <a:gd name="connsiteY0" fmla="*/ 0 h 6506476"/>
              <a:gd name="connsiteX1" fmla="*/ 6010569 w 6010569"/>
              <a:gd name="connsiteY1" fmla="*/ 3624431 h 6506476"/>
              <a:gd name="connsiteX2" fmla="*/ 6010569 w 6010569"/>
              <a:gd name="connsiteY2" fmla="*/ 6506476 h 6506476"/>
              <a:gd name="connsiteX3" fmla="*/ 0 w 6010569"/>
              <a:gd name="connsiteY3" fmla="*/ 6506476 h 6506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10569" h="6506476">
                <a:moveTo>
                  <a:pt x="3860229" y="0"/>
                </a:moveTo>
                <a:lnTo>
                  <a:pt x="6010569" y="3624431"/>
                </a:lnTo>
                <a:lnTo>
                  <a:pt x="6010569" y="6506476"/>
                </a:lnTo>
                <a:lnTo>
                  <a:pt x="0" y="650647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wrap="square" lIns="1152000" bIns="792000" anchor="ctr">
            <a:noAutofit/>
          </a:bodyPr>
          <a:lstStyle>
            <a:lvl1pPr algn="ctr"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insert a picture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BA820961-F7A2-3A33-B852-170123CBFB7B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F5CA6E2-DE32-8398-14F3-99210A573429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7C00365-B262-5A1D-D587-8A048098FE4B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9BA432-9118-B0E6-8916-3AD4136A0B47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070D0D-81F1-469B-D9BF-B9E0C6D85838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51" name="Graphic 21">
            <a:extLst>
              <a:ext uri="{FF2B5EF4-FFF2-40B4-BE49-F238E27FC236}">
                <a16:creationId xmlns:a16="http://schemas.microsoft.com/office/drawing/2014/main" id="{59C2C0DD-B770-453C-9E8F-A8662D6EE066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A010E38F-3736-F83C-C03F-6665097C74F3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3A6DE703-1491-7324-2B6C-7107C1BE11CC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4" name="Freeform 25">
              <a:extLst>
                <a:ext uri="{FF2B5EF4-FFF2-40B4-BE49-F238E27FC236}">
                  <a16:creationId xmlns:a16="http://schemas.microsoft.com/office/drawing/2014/main" id="{C8928278-ACD9-3F00-BF89-BDDBC813786E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C8A82572-E56A-90BE-2924-01AD0173B5A8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082277A0-70EA-EDE3-F253-CC476A0B087D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7" name="Freeform 28">
              <a:extLst>
                <a:ext uri="{FF2B5EF4-FFF2-40B4-BE49-F238E27FC236}">
                  <a16:creationId xmlns:a16="http://schemas.microsoft.com/office/drawing/2014/main" id="{A7FEE202-5D06-9433-4A3D-EC68FE65BAB7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8" name="Freeform 29">
              <a:extLst>
                <a:ext uri="{FF2B5EF4-FFF2-40B4-BE49-F238E27FC236}">
                  <a16:creationId xmlns:a16="http://schemas.microsoft.com/office/drawing/2014/main" id="{2AF72884-F5C1-8351-8E4C-2BE3F031024F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9" name="Freeform 30">
              <a:extLst>
                <a:ext uri="{FF2B5EF4-FFF2-40B4-BE49-F238E27FC236}">
                  <a16:creationId xmlns:a16="http://schemas.microsoft.com/office/drawing/2014/main" id="{FCF44AC2-8D72-3EBE-7A92-DA5514985D63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1" name="Freeform 31">
              <a:extLst>
                <a:ext uri="{FF2B5EF4-FFF2-40B4-BE49-F238E27FC236}">
                  <a16:creationId xmlns:a16="http://schemas.microsoft.com/office/drawing/2014/main" id="{8736AD36-39A9-9B77-8EA9-179458739A9F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2" name="Freeform 32">
              <a:extLst>
                <a:ext uri="{FF2B5EF4-FFF2-40B4-BE49-F238E27FC236}">
                  <a16:creationId xmlns:a16="http://schemas.microsoft.com/office/drawing/2014/main" id="{AD4CAB65-EFDB-2D58-144A-C13347FCDE57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3" name="Freeform 33">
              <a:extLst>
                <a:ext uri="{FF2B5EF4-FFF2-40B4-BE49-F238E27FC236}">
                  <a16:creationId xmlns:a16="http://schemas.microsoft.com/office/drawing/2014/main" id="{749FF0BA-2CAA-6328-DC62-1F7163C7B857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64" name="Slide Number Placeholder 47">
            <a:extLst>
              <a:ext uri="{FF2B5EF4-FFF2-40B4-BE49-F238E27FC236}">
                <a16:creationId xmlns:a16="http://schemas.microsoft.com/office/drawing/2014/main" id="{1A621A47-17DF-B6F2-19CB-361262C2C89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54D0976-5587-CCD6-FAAE-109B1B5A7253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FD53DE4-5603-9F62-8746-1EDBAB7551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2B0D1A8-D56E-9334-64CF-E6FBAA77F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742622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ing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E5C04A-D6E5-D14D-B886-D76CD73B3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390725"/>
            <a:ext cx="5632139" cy="368656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GB"/>
              <a:t>Click to insert a Headline</a:t>
            </a:r>
            <a:endParaRPr lang="en-PT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73F46BB-2334-8248-9E94-742CB1B522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040" y="2824739"/>
            <a:ext cx="5632138" cy="469657"/>
          </a:xfrm>
        </p:spPr>
        <p:txBody>
          <a:bodyPr anchor="t">
            <a:noAutofit/>
          </a:bodyPr>
          <a:lstStyle>
            <a:lvl1pPr>
              <a:defRPr sz="1800" b="1"/>
            </a:lvl1pPr>
          </a:lstStyle>
          <a:p>
            <a:pPr lvl="0"/>
            <a:r>
              <a:rPr lang="en-GB"/>
              <a:t>Click to insert a Tagline in one or two rows</a:t>
            </a:r>
            <a:endParaRPr lang="en-PT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0" y="3359754"/>
            <a:ext cx="5632139" cy="1857134"/>
          </a:xfrm>
        </p:spPr>
        <p:txBody>
          <a:bodyPr anchor="t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0" name="Graphic 37">
            <a:extLst>
              <a:ext uri="{FF2B5EF4-FFF2-40B4-BE49-F238E27FC236}">
                <a16:creationId xmlns:a16="http://schemas.microsoft.com/office/drawing/2014/main" id="{85A394F1-76F7-F244-9F40-E46405D94531}"/>
              </a:ext>
            </a:extLst>
          </p:cNvPr>
          <p:cNvSpPr/>
          <p:nvPr/>
        </p:nvSpPr>
        <p:spPr>
          <a:xfrm>
            <a:off x="11526508" y="420995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C9F70B-E437-2349-B44A-84D575AEB735}"/>
              </a:ext>
            </a:extLst>
          </p:cNvPr>
          <p:cNvSpPr/>
          <p:nvPr/>
        </p:nvSpPr>
        <p:spPr>
          <a:xfrm>
            <a:off x="6371924" y="-19651"/>
            <a:ext cx="5831604" cy="13425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6EF2FC8-5B5A-8E47-9EFB-26C095A7D7A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372125" y="115372"/>
            <a:ext cx="5815967" cy="6434194"/>
          </a:xfrm>
          <a:solidFill>
            <a:schemeClr val="accent2"/>
          </a:solidFill>
          <a:ln>
            <a:noFill/>
          </a:ln>
        </p:spPr>
        <p:txBody>
          <a:bodyPr bIns="827999" anchor="ctr">
            <a:normAutofit/>
          </a:bodyPr>
          <a:lstStyle>
            <a:lvl1pPr algn="ctr">
              <a:defRPr sz="1400"/>
            </a:lvl1pPr>
          </a:lstStyle>
          <a:p>
            <a:r>
              <a:rPr lang="en-PT"/>
              <a:t>Click to insert a picture</a:t>
            </a:r>
          </a:p>
        </p:txBody>
      </p:sp>
      <p:sp>
        <p:nvSpPr>
          <p:cNvPr id="37" name="Graphic 37">
            <a:extLst>
              <a:ext uri="{FF2B5EF4-FFF2-40B4-BE49-F238E27FC236}">
                <a16:creationId xmlns:a16="http://schemas.microsoft.com/office/drawing/2014/main" id="{096293AA-6C48-DF41-8092-55F5497C0DA3}"/>
              </a:ext>
            </a:extLst>
          </p:cNvPr>
          <p:cNvSpPr/>
          <p:nvPr/>
        </p:nvSpPr>
        <p:spPr>
          <a:xfrm>
            <a:off x="413333" y="332398"/>
            <a:ext cx="666632" cy="647141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5CE56B-EC02-9614-1B06-ED59D8B5CAC8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1B5145-5E0B-DD6F-12F7-C699DA70457C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76EC5C-267E-DCD8-B67E-13CFAE92D422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592044-27AA-6EF2-59D1-CE81063E37B5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8" name="Graphic 21">
            <a:extLst>
              <a:ext uri="{FF2B5EF4-FFF2-40B4-BE49-F238E27FC236}">
                <a16:creationId xmlns:a16="http://schemas.microsoft.com/office/drawing/2014/main" id="{A35C3849-7E69-7AA5-70B2-8D932BAC8202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2FCB0A84-11B5-02F4-D7E1-3024BB9F8CF5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20150162-BDE7-7BB1-3E90-A27182EA686F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8A4F5EED-7A5C-59D8-2AC1-E96F6EC70C82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6">
              <a:extLst>
                <a:ext uri="{FF2B5EF4-FFF2-40B4-BE49-F238E27FC236}">
                  <a16:creationId xmlns:a16="http://schemas.microsoft.com/office/drawing/2014/main" id="{9887BE33-9549-1B41-E90F-38851319D8CA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7">
              <a:extLst>
                <a:ext uri="{FF2B5EF4-FFF2-40B4-BE49-F238E27FC236}">
                  <a16:creationId xmlns:a16="http://schemas.microsoft.com/office/drawing/2014/main" id="{75219E56-BBD6-0D52-07C5-472D6B8C4F44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8">
              <a:extLst>
                <a:ext uri="{FF2B5EF4-FFF2-40B4-BE49-F238E27FC236}">
                  <a16:creationId xmlns:a16="http://schemas.microsoft.com/office/drawing/2014/main" id="{6F814EE7-4F13-FF68-4E68-3D654F3AF590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9">
              <a:extLst>
                <a:ext uri="{FF2B5EF4-FFF2-40B4-BE49-F238E27FC236}">
                  <a16:creationId xmlns:a16="http://schemas.microsoft.com/office/drawing/2014/main" id="{CCD4417F-3C7B-768F-1D3B-911F9A4A1579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F12239FC-5E4F-1ADA-4CB7-DF5619153874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09F0A7EC-7F74-B72F-8FB6-2D968927A06B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0ECA2D60-6B36-75EE-87CD-3CA728C24BA0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8" name="Freeform 33">
              <a:extLst>
                <a:ext uri="{FF2B5EF4-FFF2-40B4-BE49-F238E27FC236}">
                  <a16:creationId xmlns:a16="http://schemas.microsoft.com/office/drawing/2014/main" id="{B940DBE7-0660-5D6D-4D53-BA54D1F16AB0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39" name="Slide Number Placeholder 47">
            <a:extLst>
              <a:ext uri="{FF2B5EF4-FFF2-40B4-BE49-F238E27FC236}">
                <a16:creationId xmlns:a16="http://schemas.microsoft.com/office/drawing/2014/main" id="{85D212B7-2586-4594-8BD9-78E94E702E8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320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ing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491612E6-6694-2246-9947-9BE2F58F95D7}"/>
              </a:ext>
            </a:extLst>
          </p:cNvPr>
          <p:cNvSpPr/>
          <p:nvPr/>
        </p:nvSpPr>
        <p:spPr>
          <a:xfrm>
            <a:off x="1151244" y="-10379"/>
            <a:ext cx="9663960" cy="6673300"/>
          </a:xfrm>
          <a:custGeom>
            <a:avLst/>
            <a:gdLst>
              <a:gd name="connsiteX0" fmla="*/ 4831982 w 9663960"/>
              <a:gd name="connsiteY0" fmla="*/ 0 h 6673300"/>
              <a:gd name="connsiteX1" fmla="*/ 9663960 w 9663960"/>
              <a:gd name="connsiteY1" fmla="*/ 4842008 h 6673300"/>
              <a:gd name="connsiteX2" fmla="*/ 9663960 w 9663960"/>
              <a:gd name="connsiteY2" fmla="*/ 6673300 h 6673300"/>
              <a:gd name="connsiteX3" fmla="*/ 6961460 w 9663960"/>
              <a:gd name="connsiteY3" fmla="*/ 6673300 h 6673300"/>
              <a:gd name="connsiteX4" fmla="*/ 4831982 w 9663960"/>
              <a:gd name="connsiteY4" fmla="*/ 4539402 h 6673300"/>
              <a:gd name="connsiteX5" fmla="*/ 2702502 w 9663960"/>
              <a:gd name="connsiteY5" fmla="*/ 6673300 h 6673300"/>
              <a:gd name="connsiteX6" fmla="*/ 0 w 9663960"/>
              <a:gd name="connsiteY6" fmla="*/ 6673300 h 6673300"/>
              <a:gd name="connsiteX7" fmla="*/ 0 w 9663960"/>
              <a:gd name="connsiteY7" fmla="*/ 4842008 h 667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63960" h="6673300">
                <a:moveTo>
                  <a:pt x="4831982" y="0"/>
                </a:moveTo>
                <a:lnTo>
                  <a:pt x="9663960" y="4842008"/>
                </a:lnTo>
                <a:lnTo>
                  <a:pt x="9663960" y="6673300"/>
                </a:lnTo>
                <a:lnTo>
                  <a:pt x="6961460" y="6673300"/>
                </a:lnTo>
                <a:lnTo>
                  <a:pt x="4831982" y="4539402"/>
                </a:lnTo>
                <a:lnTo>
                  <a:pt x="2702502" y="6673300"/>
                </a:lnTo>
                <a:lnTo>
                  <a:pt x="0" y="6673300"/>
                </a:lnTo>
                <a:lnTo>
                  <a:pt x="0" y="4842008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DA6446-E70A-D54F-A05D-9216A3BF4C71}"/>
              </a:ext>
            </a:extLst>
          </p:cNvPr>
          <p:cNvSpPr/>
          <p:nvPr/>
        </p:nvSpPr>
        <p:spPr>
          <a:xfrm>
            <a:off x="772673" y="878541"/>
            <a:ext cx="10657327" cy="1075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84203C5-48F0-2248-BA37-4A6CA9DA9969}"/>
              </a:ext>
            </a:extLst>
          </p:cNvPr>
          <p:cNvSpPr/>
          <p:nvPr/>
        </p:nvSpPr>
        <p:spPr>
          <a:xfrm>
            <a:off x="772673" y="987532"/>
            <a:ext cx="10657327" cy="49560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A96C5CA-4A9F-D044-AB0C-C7A2B97A975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970588" y="994736"/>
            <a:ext cx="5459412" cy="4956068"/>
          </a:xfrm>
          <a:solidFill>
            <a:schemeClr val="accent2"/>
          </a:solidFill>
          <a:ln>
            <a:noFill/>
          </a:ln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PT"/>
              <a:t>Click to insert a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E5C04A-D6E5-D14D-B886-D76CD73B3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7638" y="1548466"/>
            <a:ext cx="4513914" cy="396875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GB"/>
              <a:t>Click to insert a Headline</a:t>
            </a:r>
            <a:endParaRPr lang="en-PT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73F46BB-2334-8248-9E94-742CB1B522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87639" y="2020458"/>
            <a:ext cx="4513914" cy="543448"/>
          </a:xfrm>
        </p:spPr>
        <p:txBody>
          <a:bodyPr anchor="t">
            <a:noAutofit/>
          </a:bodyPr>
          <a:lstStyle>
            <a:lvl1pPr>
              <a:defRPr sz="1800" b="1"/>
            </a:lvl1pPr>
          </a:lstStyle>
          <a:p>
            <a:pPr lvl="0"/>
            <a:r>
              <a:rPr lang="en-GB"/>
              <a:t>Click to insert a Tagline in one row</a:t>
            </a:r>
            <a:endParaRPr lang="en-PT"/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1FE0FB1B-D2B5-334C-A89E-AC80729426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87639" y="2683846"/>
            <a:ext cx="4513914" cy="2829448"/>
          </a:xfrm>
        </p:spPr>
        <p:txBody>
          <a:bodyPr anchor="t">
            <a:noAutofit/>
          </a:bodyPr>
          <a:lstStyle>
            <a:lvl1pPr>
              <a:defRPr sz="1400" b="0"/>
            </a:lvl1pPr>
          </a:lstStyle>
          <a:p>
            <a:pPr lvl="0"/>
            <a:r>
              <a:rPr lang="en-GB"/>
              <a:t>Click to insert a Tagline in one row</a:t>
            </a:r>
            <a:endParaRPr lang="en-P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85DD8C-DF8D-AA98-6BEB-6BA8F4544B14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1FD907-458A-6FAB-D3EE-1D67BCDCED9C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392498-F1BF-A6C7-A2F1-732B6A411103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B0EA3D-8662-AC93-2A19-318CCC6B2703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8" name="Graphic 21">
            <a:extLst>
              <a:ext uri="{FF2B5EF4-FFF2-40B4-BE49-F238E27FC236}">
                <a16:creationId xmlns:a16="http://schemas.microsoft.com/office/drawing/2014/main" id="{F6012AB8-84D6-AB48-36F1-32FC7D9132F8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B7B88985-C102-149C-6FEF-7A0CFFD5C2DF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6CBBF0A4-BE1A-F64C-C8A8-6AE14EA43A70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C075BCC1-B438-24FA-7BC7-39B3C0C49D68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6">
              <a:extLst>
                <a:ext uri="{FF2B5EF4-FFF2-40B4-BE49-F238E27FC236}">
                  <a16:creationId xmlns:a16="http://schemas.microsoft.com/office/drawing/2014/main" id="{33178825-5FC2-5479-E16D-E0B6BBA1954A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7">
              <a:extLst>
                <a:ext uri="{FF2B5EF4-FFF2-40B4-BE49-F238E27FC236}">
                  <a16:creationId xmlns:a16="http://schemas.microsoft.com/office/drawing/2014/main" id="{9040F6F7-5555-C8D5-1736-2F47FEBAF5A7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8">
              <a:extLst>
                <a:ext uri="{FF2B5EF4-FFF2-40B4-BE49-F238E27FC236}">
                  <a16:creationId xmlns:a16="http://schemas.microsoft.com/office/drawing/2014/main" id="{E6B97652-E592-4A7D-B9A6-9BB8F480F36D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7" name="Freeform 29">
              <a:extLst>
                <a:ext uri="{FF2B5EF4-FFF2-40B4-BE49-F238E27FC236}">
                  <a16:creationId xmlns:a16="http://schemas.microsoft.com/office/drawing/2014/main" id="{1398D702-9400-D051-EC99-06517703CADB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30">
              <a:extLst>
                <a:ext uri="{FF2B5EF4-FFF2-40B4-BE49-F238E27FC236}">
                  <a16:creationId xmlns:a16="http://schemas.microsoft.com/office/drawing/2014/main" id="{4CAC43AD-7B4C-E8E3-358B-4FBE3FACFDBE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31">
              <a:extLst>
                <a:ext uri="{FF2B5EF4-FFF2-40B4-BE49-F238E27FC236}">
                  <a16:creationId xmlns:a16="http://schemas.microsoft.com/office/drawing/2014/main" id="{DB3C03C6-FABD-3F08-AF76-49CB89E3E469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32">
              <a:extLst>
                <a:ext uri="{FF2B5EF4-FFF2-40B4-BE49-F238E27FC236}">
                  <a16:creationId xmlns:a16="http://schemas.microsoft.com/office/drawing/2014/main" id="{05FD409A-9AB0-9049-C35C-00E1A66C4ABF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7" name="Freeform 33">
              <a:extLst>
                <a:ext uri="{FF2B5EF4-FFF2-40B4-BE49-F238E27FC236}">
                  <a16:creationId xmlns:a16="http://schemas.microsoft.com/office/drawing/2014/main" id="{DEFD1A47-374B-07D2-623B-87E424EBEA49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38" name="Slide Number Placeholder 47">
            <a:extLst>
              <a:ext uri="{FF2B5EF4-FFF2-40B4-BE49-F238E27FC236}">
                <a16:creationId xmlns:a16="http://schemas.microsoft.com/office/drawing/2014/main" id="{73E2A8F6-9161-C8A3-0446-48F5D3797EA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63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Blank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0" y="1651201"/>
            <a:ext cx="5587699" cy="3923867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333BBA6D-B18D-A546-98F2-1E489D6A9E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2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B4F1AAAB-962D-2845-8EB5-DE13DB888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65029" y="1651201"/>
            <a:ext cx="5587699" cy="3923867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9ECBF84E-BC7F-584F-B569-19260D022A8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65031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C6E28D03-C4E1-7CB2-5424-C08BA490481F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56CCA8-038B-BBA9-AD42-D7A656D120E5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0EAA2C-74E8-2EB4-5B95-BEB5822A2A72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47C82E-0C4D-34EE-DD0D-632AF8517057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59A1D0-93DF-05E2-7E83-71FE6F65F6F0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8" name="Graphic 21">
            <a:extLst>
              <a:ext uri="{FF2B5EF4-FFF2-40B4-BE49-F238E27FC236}">
                <a16:creationId xmlns:a16="http://schemas.microsoft.com/office/drawing/2014/main" id="{A341F1FA-10F8-33E6-9DA8-9D068E177842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9" name="Freeform 23">
              <a:extLst>
                <a:ext uri="{FF2B5EF4-FFF2-40B4-BE49-F238E27FC236}">
                  <a16:creationId xmlns:a16="http://schemas.microsoft.com/office/drawing/2014/main" id="{A5CA82DF-30D0-B333-2CFB-CADA498548F5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24">
              <a:extLst>
                <a:ext uri="{FF2B5EF4-FFF2-40B4-BE49-F238E27FC236}">
                  <a16:creationId xmlns:a16="http://schemas.microsoft.com/office/drawing/2014/main" id="{2BF7D5BC-4CDE-3806-31C6-6FC844761FCD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5">
              <a:extLst>
                <a:ext uri="{FF2B5EF4-FFF2-40B4-BE49-F238E27FC236}">
                  <a16:creationId xmlns:a16="http://schemas.microsoft.com/office/drawing/2014/main" id="{699E5173-BC21-EF7F-F51C-C1F6986FCF30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456C0580-8A47-E97F-FC4E-0A119326788F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17BD3D3E-0319-C241-A10D-F0044CE5904A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D4E95206-81B5-41FB-818A-82558D3F1949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9">
              <a:extLst>
                <a:ext uri="{FF2B5EF4-FFF2-40B4-BE49-F238E27FC236}">
                  <a16:creationId xmlns:a16="http://schemas.microsoft.com/office/drawing/2014/main" id="{5D63491E-C5C0-A0C8-AAA4-AC15C175508E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50C5B748-E7BA-8D38-A833-7D03B5DB9689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9038BE32-5F85-DC7B-A998-14738CC0D992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6E975B1D-E68F-D8BC-59BA-D97025D35B08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A1F07FBD-0336-049F-7E81-33B47A60A211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1" name="Slide Number Placeholder 47">
            <a:extLst>
              <a:ext uri="{FF2B5EF4-FFF2-40B4-BE49-F238E27FC236}">
                <a16:creationId xmlns:a16="http://schemas.microsoft.com/office/drawing/2014/main" id="{317A7F37-2D67-A641-C33A-8D9E6EDBDF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8907F5B-43D7-60A5-82DC-685E59F1691C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000942E7-AAD3-8174-093E-EF7C44F63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EBCD012-E184-AD90-6F28-D419C17EC7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553966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Chevron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BD6BAE71-8D36-6F4C-9751-5F716296AE97}"/>
              </a:ext>
            </a:extLst>
          </p:cNvPr>
          <p:cNvSpPr/>
          <p:nvPr/>
        </p:nvSpPr>
        <p:spPr>
          <a:xfrm>
            <a:off x="2344310" y="-19651"/>
            <a:ext cx="9847690" cy="6730689"/>
          </a:xfrm>
          <a:custGeom>
            <a:avLst/>
            <a:gdLst>
              <a:gd name="connsiteX0" fmla="*/ 4723801 w 9847690"/>
              <a:gd name="connsiteY0" fmla="*/ 0 h 6730689"/>
              <a:gd name="connsiteX1" fmla="*/ 5842224 w 9847690"/>
              <a:gd name="connsiteY1" fmla="*/ 0 h 6730689"/>
              <a:gd name="connsiteX2" fmla="*/ 9847690 w 9847690"/>
              <a:gd name="connsiteY2" fmla="*/ 4013778 h 6730689"/>
              <a:gd name="connsiteX3" fmla="*/ 9847690 w 9847690"/>
              <a:gd name="connsiteY3" fmla="*/ 6730689 h 6730689"/>
              <a:gd name="connsiteX4" fmla="*/ 7606132 w 9847690"/>
              <a:gd name="connsiteY4" fmla="*/ 6730689 h 6730689"/>
              <a:gd name="connsiteX5" fmla="*/ 5283013 w 9847690"/>
              <a:gd name="connsiteY5" fmla="*/ 4402749 h 6730689"/>
              <a:gd name="connsiteX6" fmla="*/ 2959892 w 9847690"/>
              <a:gd name="connsiteY6" fmla="*/ 6730689 h 6730689"/>
              <a:gd name="connsiteX7" fmla="*/ 0 w 9847690"/>
              <a:gd name="connsiteY7" fmla="*/ 6730689 h 6730689"/>
              <a:gd name="connsiteX8" fmla="*/ 0 w 9847690"/>
              <a:gd name="connsiteY8" fmla="*/ 4733600 h 6730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47690" h="6730689">
                <a:moveTo>
                  <a:pt x="4723801" y="0"/>
                </a:moveTo>
                <a:lnTo>
                  <a:pt x="5842224" y="0"/>
                </a:lnTo>
                <a:lnTo>
                  <a:pt x="9847690" y="4013778"/>
                </a:lnTo>
                <a:lnTo>
                  <a:pt x="9847690" y="6730689"/>
                </a:lnTo>
                <a:lnTo>
                  <a:pt x="7606132" y="6730689"/>
                </a:lnTo>
                <a:lnTo>
                  <a:pt x="5283013" y="4402749"/>
                </a:lnTo>
                <a:lnTo>
                  <a:pt x="2959892" y="6730689"/>
                </a:lnTo>
                <a:lnTo>
                  <a:pt x="0" y="6730689"/>
                </a:lnTo>
                <a:lnTo>
                  <a:pt x="0" y="473360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E345CF27-52B1-B8B5-E13E-25788ED9D184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FF47B48A-9926-16CA-181A-BE42492BD9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0" y="1651201"/>
            <a:ext cx="5587699" cy="3923867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E3F694D8-F63D-EC09-619E-917B0D188C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2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11413DA1-D62F-DEE0-5353-5E4A9BAD35E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65029" y="1651201"/>
            <a:ext cx="5587699" cy="3923867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A7A2BB34-B1E3-B7BA-142D-AA3D82C0A4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65031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2532476-813A-63B7-FA7C-A00FBBF50510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398C60F-0502-FFC8-BDBC-D9B1D5A2886B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784B63D-3D4D-7A38-34A0-D3C81ECE4FAD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AF4ED4-58BE-EA75-FDE2-49E9B76A9C3F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51" name="Graphic 21">
            <a:extLst>
              <a:ext uri="{FF2B5EF4-FFF2-40B4-BE49-F238E27FC236}">
                <a16:creationId xmlns:a16="http://schemas.microsoft.com/office/drawing/2014/main" id="{EE9D3A25-A519-38F0-5E39-89D6A15903FF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A8126E36-E048-4D1C-A20A-F40F3385E82A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686ADAAD-AFA5-53B1-785B-B9C3A308AB07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4" name="Freeform 25">
              <a:extLst>
                <a:ext uri="{FF2B5EF4-FFF2-40B4-BE49-F238E27FC236}">
                  <a16:creationId xmlns:a16="http://schemas.microsoft.com/office/drawing/2014/main" id="{72246397-7E0D-8A5A-C1D9-332B449722E4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8619DA72-0E3B-462B-9185-86D1F176FD28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E70501B1-28EF-6FB3-DBA1-E6989AD3C07D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7" name="Freeform 28">
              <a:extLst>
                <a:ext uri="{FF2B5EF4-FFF2-40B4-BE49-F238E27FC236}">
                  <a16:creationId xmlns:a16="http://schemas.microsoft.com/office/drawing/2014/main" id="{D9156A44-5F23-A382-D631-1AD4A58160C9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8" name="Freeform 29">
              <a:extLst>
                <a:ext uri="{FF2B5EF4-FFF2-40B4-BE49-F238E27FC236}">
                  <a16:creationId xmlns:a16="http://schemas.microsoft.com/office/drawing/2014/main" id="{8318F9C5-331A-457C-6CB9-0968C129C587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9" name="Freeform 30">
              <a:extLst>
                <a:ext uri="{FF2B5EF4-FFF2-40B4-BE49-F238E27FC236}">
                  <a16:creationId xmlns:a16="http://schemas.microsoft.com/office/drawing/2014/main" id="{6CDFB105-1A66-5CDA-9770-3CD2FBD65793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0" name="Freeform 31">
              <a:extLst>
                <a:ext uri="{FF2B5EF4-FFF2-40B4-BE49-F238E27FC236}">
                  <a16:creationId xmlns:a16="http://schemas.microsoft.com/office/drawing/2014/main" id="{DA0C1FFB-2DAC-5032-ED61-59C20F5E04E9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1" name="Freeform 32">
              <a:extLst>
                <a:ext uri="{FF2B5EF4-FFF2-40B4-BE49-F238E27FC236}">
                  <a16:creationId xmlns:a16="http://schemas.microsoft.com/office/drawing/2014/main" id="{42B44180-829D-2B79-7C9C-D1112F1048ED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2" name="Freeform 33">
              <a:extLst>
                <a:ext uri="{FF2B5EF4-FFF2-40B4-BE49-F238E27FC236}">
                  <a16:creationId xmlns:a16="http://schemas.microsoft.com/office/drawing/2014/main" id="{2664691F-66D1-1939-F6D0-B7B7F8524187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63" name="Slide Number Placeholder 47">
            <a:extLst>
              <a:ext uri="{FF2B5EF4-FFF2-40B4-BE49-F238E27FC236}">
                <a16:creationId xmlns:a16="http://schemas.microsoft.com/office/drawing/2014/main" id="{4AA29637-AE3F-587A-2CE4-2DC999FD52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50AAF33-F6AB-D951-2832-8A54AC67242A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76A471FF-1486-C9B5-6CC7-18B28CC2B3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4027BDD2-2F02-A532-D1AF-5245447811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841530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+ Chart - Blank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0" y="1651201"/>
            <a:ext cx="5587699" cy="3923867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333BBA6D-B18D-A546-98F2-1E489D6A9E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2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D9EDA17-6D88-2F4D-9B82-BFCBAAF33FB5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6165031" y="1651547"/>
            <a:ext cx="5533257" cy="3924300"/>
          </a:xfrm>
        </p:spPr>
        <p:txBody>
          <a:bodyPr anchor="t" anchorCtr="0">
            <a:noAutofit/>
          </a:bodyPr>
          <a:lstStyle>
            <a:lvl1pPr algn="ctr">
              <a:defRPr sz="1400"/>
            </a:lvl1pPr>
          </a:lstStyle>
          <a:p>
            <a:r>
              <a:rPr lang="en-PT"/>
              <a:t>Click to insert a chart</a:t>
            </a:r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D00DECED-B36E-3DEB-AF4F-1C582083F68B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20BCC58D-4197-B4B3-346A-EAFA52C634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65031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B8B331-2C60-6CB6-55E8-2DE6F2CDCB5B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F6591F-5528-302A-D73B-6449D7EB1FF0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BE1528-D273-EE8B-A9B2-E3737C3C42C0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EF6E70-59F3-3744-48D6-9F82B42CBA4A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3" name="Graphic 21">
            <a:extLst>
              <a:ext uri="{FF2B5EF4-FFF2-40B4-BE49-F238E27FC236}">
                <a16:creationId xmlns:a16="http://schemas.microsoft.com/office/drawing/2014/main" id="{583EFAF5-72EF-DC9E-3A7A-4763140AEB3F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4" name="Freeform 23">
              <a:extLst>
                <a:ext uri="{FF2B5EF4-FFF2-40B4-BE49-F238E27FC236}">
                  <a16:creationId xmlns:a16="http://schemas.microsoft.com/office/drawing/2014/main" id="{CB7F07A4-D882-6652-0727-A218F3907AEB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4">
              <a:extLst>
                <a:ext uri="{FF2B5EF4-FFF2-40B4-BE49-F238E27FC236}">
                  <a16:creationId xmlns:a16="http://schemas.microsoft.com/office/drawing/2014/main" id="{310C04F4-1937-82D1-2F35-D36792A2AC08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5">
              <a:extLst>
                <a:ext uri="{FF2B5EF4-FFF2-40B4-BE49-F238E27FC236}">
                  <a16:creationId xmlns:a16="http://schemas.microsoft.com/office/drawing/2014/main" id="{A62005D8-DAEC-B964-3635-9E2CC6DBE560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6">
              <a:extLst>
                <a:ext uri="{FF2B5EF4-FFF2-40B4-BE49-F238E27FC236}">
                  <a16:creationId xmlns:a16="http://schemas.microsoft.com/office/drawing/2014/main" id="{FD1AE3E6-5AA1-6910-EEEC-FBDA9AF11EAC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177D5760-B4E8-5051-FC6F-5DFEFA96D266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28">
              <a:extLst>
                <a:ext uri="{FF2B5EF4-FFF2-40B4-BE49-F238E27FC236}">
                  <a16:creationId xmlns:a16="http://schemas.microsoft.com/office/drawing/2014/main" id="{5F730DFA-B7D2-906E-E2D5-1FF456B8E9D4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DF4E14C1-01DC-E8B1-D637-33F8A49CD65D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4FC584DF-7805-6114-D19E-CEB50CA91267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EB7C31B9-BB87-1382-50D0-BD59D8623B86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603B068E-95BE-8845-2828-CF8EBAB755E3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2" name="Freeform 33">
              <a:extLst>
                <a:ext uri="{FF2B5EF4-FFF2-40B4-BE49-F238E27FC236}">
                  <a16:creationId xmlns:a16="http://schemas.microsoft.com/office/drawing/2014/main" id="{6037A28C-38B5-DB7E-B0DE-43A742C392FD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3" name="Slide Number Placeholder 47">
            <a:extLst>
              <a:ext uri="{FF2B5EF4-FFF2-40B4-BE49-F238E27FC236}">
                <a16:creationId xmlns:a16="http://schemas.microsoft.com/office/drawing/2014/main" id="{B7891BEC-D315-4D98-4232-5448033F74B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93AFD93-45C6-16A6-A5D2-0F6D9B954DEC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384DC245-541E-12F1-E0A1-B8128182C5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EF8A4FD-0007-1C80-D33D-5FAA91D478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622114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+ Chart - Chevron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BD6BAE71-8D36-6F4C-9751-5F716296AE97}"/>
              </a:ext>
            </a:extLst>
          </p:cNvPr>
          <p:cNvSpPr/>
          <p:nvPr/>
        </p:nvSpPr>
        <p:spPr>
          <a:xfrm>
            <a:off x="2344310" y="-19651"/>
            <a:ext cx="9847690" cy="6730689"/>
          </a:xfrm>
          <a:custGeom>
            <a:avLst/>
            <a:gdLst>
              <a:gd name="connsiteX0" fmla="*/ 4723801 w 9847690"/>
              <a:gd name="connsiteY0" fmla="*/ 0 h 6730689"/>
              <a:gd name="connsiteX1" fmla="*/ 5842224 w 9847690"/>
              <a:gd name="connsiteY1" fmla="*/ 0 h 6730689"/>
              <a:gd name="connsiteX2" fmla="*/ 9847690 w 9847690"/>
              <a:gd name="connsiteY2" fmla="*/ 4013778 h 6730689"/>
              <a:gd name="connsiteX3" fmla="*/ 9847690 w 9847690"/>
              <a:gd name="connsiteY3" fmla="*/ 6730689 h 6730689"/>
              <a:gd name="connsiteX4" fmla="*/ 7606132 w 9847690"/>
              <a:gd name="connsiteY4" fmla="*/ 6730689 h 6730689"/>
              <a:gd name="connsiteX5" fmla="*/ 5283013 w 9847690"/>
              <a:gd name="connsiteY5" fmla="*/ 4402749 h 6730689"/>
              <a:gd name="connsiteX6" fmla="*/ 2959892 w 9847690"/>
              <a:gd name="connsiteY6" fmla="*/ 6730689 h 6730689"/>
              <a:gd name="connsiteX7" fmla="*/ 0 w 9847690"/>
              <a:gd name="connsiteY7" fmla="*/ 6730689 h 6730689"/>
              <a:gd name="connsiteX8" fmla="*/ 0 w 9847690"/>
              <a:gd name="connsiteY8" fmla="*/ 4733600 h 6730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47690" h="6730689">
                <a:moveTo>
                  <a:pt x="4723801" y="0"/>
                </a:moveTo>
                <a:lnTo>
                  <a:pt x="5842224" y="0"/>
                </a:lnTo>
                <a:lnTo>
                  <a:pt x="9847690" y="4013778"/>
                </a:lnTo>
                <a:lnTo>
                  <a:pt x="9847690" y="6730689"/>
                </a:lnTo>
                <a:lnTo>
                  <a:pt x="7606132" y="6730689"/>
                </a:lnTo>
                <a:lnTo>
                  <a:pt x="5283013" y="4402749"/>
                </a:lnTo>
                <a:lnTo>
                  <a:pt x="2959892" y="6730689"/>
                </a:lnTo>
                <a:lnTo>
                  <a:pt x="0" y="6730689"/>
                </a:lnTo>
                <a:lnTo>
                  <a:pt x="0" y="473360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0" y="1651201"/>
            <a:ext cx="5587699" cy="3923867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333BBA6D-B18D-A546-98F2-1E489D6A9E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2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D9EDA17-6D88-2F4D-9B82-BFCBAAF33FB5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6165031" y="1651547"/>
            <a:ext cx="5533257" cy="3924300"/>
          </a:xfrm>
        </p:spPr>
        <p:txBody>
          <a:bodyPr anchor="t" anchorCtr="0">
            <a:noAutofit/>
          </a:bodyPr>
          <a:lstStyle>
            <a:lvl1pPr algn="ctr">
              <a:defRPr sz="1400"/>
            </a:lvl1pPr>
          </a:lstStyle>
          <a:p>
            <a:r>
              <a:rPr lang="en-PT"/>
              <a:t>Click to insert a chart</a:t>
            </a:r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61769B8F-81EC-2D73-0924-DAE829524E30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E5FC2D32-3E05-A1D2-7761-1991270DDC0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65031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E41451-D8F0-321A-4FF4-20F3C014500A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B9ED72-5D0A-20B6-E34C-162CB3831508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EA0C0E-289D-B133-6D49-0AF79A83043B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F8CF45-E85F-CCBF-6F50-ACC392995E48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3" name="Graphic 21">
            <a:extLst>
              <a:ext uri="{FF2B5EF4-FFF2-40B4-BE49-F238E27FC236}">
                <a16:creationId xmlns:a16="http://schemas.microsoft.com/office/drawing/2014/main" id="{51FA636F-48EA-7EA8-46AC-EDC3316C09B3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4" name="Freeform 23">
              <a:extLst>
                <a:ext uri="{FF2B5EF4-FFF2-40B4-BE49-F238E27FC236}">
                  <a16:creationId xmlns:a16="http://schemas.microsoft.com/office/drawing/2014/main" id="{6040E759-FE41-D696-EED8-8E3F058BD7CC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4">
              <a:extLst>
                <a:ext uri="{FF2B5EF4-FFF2-40B4-BE49-F238E27FC236}">
                  <a16:creationId xmlns:a16="http://schemas.microsoft.com/office/drawing/2014/main" id="{4D2A10E3-9CB6-D8FF-8454-EB036FE510B1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5">
              <a:extLst>
                <a:ext uri="{FF2B5EF4-FFF2-40B4-BE49-F238E27FC236}">
                  <a16:creationId xmlns:a16="http://schemas.microsoft.com/office/drawing/2014/main" id="{D4415EB1-AE9C-90DD-C9C4-A0E4EC728E26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6">
              <a:extLst>
                <a:ext uri="{FF2B5EF4-FFF2-40B4-BE49-F238E27FC236}">
                  <a16:creationId xmlns:a16="http://schemas.microsoft.com/office/drawing/2014/main" id="{A53EDFD7-376C-7715-0A65-AB48AA2CB6C3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EE72327D-E69A-6E12-B520-08F7EEA0EDAD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28">
              <a:extLst>
                <a:ext uri="{FF2B5EF4-FFF2-40B4-BE49-F238E27FC236}">
                  <a16:creationId xmlns:a16="http://schemas.microsoft.com/office/drawing/2014/main" id="{A948F65E-CC2A-1367-4B24-4A6731BA02F2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9" name="Freeform 29">
              <a:extLst>
                <a:ext uri="{FF2B5EF4-FFF2-40B4-BE49-F238E27FC236}">
                  <a16:creationId xmlns:a16="http://schemas.microsoft.com/office/drawing/2014/main" id="{7949D304-CB9D-EF9C-BFCA-F2B4DD4E2B55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BFB5B07E-4AF3-3137-59C5-CAE8D8AD47A9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1" name="Freeform 31">
              <a:extLst>
                <a:ext uri="{FF2B5EF4-FFF2-40B4-BE49-F238E27FC236}">
                  <a16:creationId xmlns:a16="http://schemas.microsoft.com/office/drawing/2014/main" id="{5F37EBC3-38A4-24DB-35B9-8A33F82B63EC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3" name="Freeform 32">
              <a:extLst>
                <a:ext uri="{FF2B5EF4-FFF2-40B4-BE49-F238E27FC236}">
                  <a16:creationId xmlns:a16="http://schemas.microsoft.com/office/drawing/2014/main" id="{BB45B03C-2F89-B2AC-5756-6386F777745A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4" name="Freeform 33">
              <a:extLst>
                <a:ext uri="{FF2B5EF4-FFF2-40B4-BE49-F238E27FC236}">
                  <a16:creationId xmlns:a16="http://schemas.microsoft.com/office/drawing/2014/main" id="{009FCE98-D9AF-066D-ABCA-DDB893612DEA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5" name="Slide Number Placeholder 47">
            <a:extLst>
              <a:ext uri="{FF2B5EF4-FFF2-40B4-BE49-F238E27FC236}">
                <a16:creationId xmlns:a16="http://schemas.microsoft.com/office/drawing/2014/main" id="{607CD004-9DCB-F325-DD05-6B399CB2BB8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26F3DD5-5256-A53A-6224-01A87B042513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03087E09-28AB-CA6D-6499-1749C4E58C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0D398BED-B098-3F36-9DC2-57D0C97E7A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79604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Chart - No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BD6BAE71-8D36-6F4C-9751-5F716296AE97}"/>
              </a:ext>
            </a:extLst>
          </p:cNvPr>
          <p:cNvSpPr/>
          <p:nvPr/>
        </p:nvSpPr>
        <p:spPr>
          <a:xfrm>
            <a:off x="2344310" y="-19651"/>
            <a:ext cx="9847690" cy="6730689"/>
          </a:xfrm>
          <a:custGeom>
            <a:avLst/>
            <a:gdLst>
              <a:gd name="connsiteX0" fmla="*/ 4723801 w 9847690"/>
              <a:gd name="connsiteY0" fmla="*/ 0 h 6730689"/>
              <a:gd name="connsiteX1" fmla="*/ 5842224 w 9847690"/>
              <a:gd name="connsiteY1" fmla="*/ 0 h 6730689"/>
              <a:gd name="connsiteX2" fmla="*/ 9847690 w 9847690"/>
              <a:gd name="connsiteY2" fmla="*/ 4013778 h 6730689"/>
              <a:gd name="connsiteX3" fmla="*/ 9847690 w 9847690"/>
              <a:gd name="connsiteY3" fmla="*/ 6730689 h 6730689"/>
              <a:gd name="connsiteX4" fmla="*/ 7606132 w 9847690"/>
              <a:gd name="connsiteY4" fmla="*/ 6730689 h 6730689"/>
              <a:gd name="connsiteX5" fmla="*/ 5283013 w 9847690"/>
              <a:gd name="connsiteY5" fmla="*/ 4402749 h 6730689"/>
              <a:gd name="connsiteX6" fmla="*/ 2959892 w 9847690"/>
              <a:gd name="connsiteY6" fmla="*/ 6730689 h 6730689"/>
              <a:gd name="connsiteX7" fmla="*/ 0 w 9847690"/>
              <a:gd name="connsiteY7" fmla="*/ 6730689 h 6730689"/>
              <a:gd name="connsiteX8" fmla="*/ 0 w 9847690"/>
              <a:gd name="connsiteY8" fmla="*/ 4733600 h 6730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47690" h="6730689">
                <a:moveTo>
                  <a:pt x="4723801" y="0"/>
                </a:moveTo>
                <a:lnTo>
                  <a:pt x="5842224" y="0"/>
                </a:lnTo>
                <a:lnTo>
                  <a:pt x="9847690" y="4013778"/>
                </a:lnTo>
                <a:lnTo>
                  <a:pt x="9847690" y="6730689"/>
                </a:lnTo>
                <a:lnTo>
                  <a:pt x="7606132" y="6730689"/>
                </a:lnTo>
                <a:lnTo>
                  <a:pt x="5283013" y="4402749"/>
                </a:lnTo>
                <a:lnTo>
                  <a:pt x="2959892" y="6730689"/>
                </a:lnTo>
                <a:lnTo>
                  <a:pt x="0" y="6730689"/>
                </a:lnTo>
                <a:lnTo>
                  <a:pt x="0" y="473360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1" y="1232131"/>
            <a:ext cx="5591175" cy="4761225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4AB342-43EC-6D49-B9AC-ED43658899F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76963" y="1232131"/>
            <a:ext cx="5591175" cy="4761227"/>
          </a:xfrm>
        </p:spPr>
        <p:txBody>
          <a:bodyPr anchor="t" anchorCtr="0">
            <a:noAutofit/>
          </a:bodyPr>
          <a:lstStyle>
            <a:lvl1pPr algn="ctr">
              <a:defRPr sz="1400"/>
            </a:lvl1pPr>
          </a:lstStyle>
          <a:p>
            <a:pPr lvl="0"/>
            <a:r>
              <a:rPr lang="en-GB"/>
              <a:t>Click to insert a Chart, table, Graph or image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12C3E42C-91CB-EA61-0B1C-ADB056E3DDFF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0EE2BE-738C-4880-4B10-5B3FF0C2040A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292398-FC29-EF0B-6ABE-F041D802DD29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583AD0-0C33-20ED-56CB-A4E4720BB19E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9F7876-1199-E602-F2BA-F62BC0BD893F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2" name="Graphic 21">
            <a:extLst>
              <a:ext uri="{FF2B5EF4-FFF2-40B4-BE49-F238E27FC236}">
                <a16:creationId xmlns:a16="http://schemas.microsoft.com/office/drawing/2014/main" id="{ABC679F4-2ED9-4542-298C-27C22CF06DCC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id="{C982A0EF-E42F-F0F0-9B64-8FAA9DEC0834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4">
              <a:extLst>
                <a:ext uri="{FF2B5EF4-FFF2-40B4-BE49-F238E27FC236}">
                  <a16:creationId xmlns:a16="http://schemas.microsoft.com/office/drawing/2014/main" id="{E59A922B-D9E3-4FA7-C498-0863B6EE1C65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id="{56783477-9B3E-252B-0D63-2CD83D25814F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C66B9701-EA5A-4B71-DC98-735507BCACC9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7">
              <a:extLst>
                <a:ext uri="{FF2B5EF4-FFF2-40B4-BE49-F238E27FC236}">
                  <a16:creationId xmlns:a16="http://schemas.microsoft.com/office/drawing/2014/main" id="{E9CC5F1C-E08E-6659-408A-92DE7523F991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8">
              <a:extLst>
                <a:ext uri="{FF2B5EF4-FFF2-40B4-BE49-F238E27FC236}">
                  <a16:creationId xmlns:a16="http://schemas.microsoft.com/office/drawing/2014/main" id="{AB8F8E83-3C5F-7DA5-B6B2-DA36183CC015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29">
              <a:extLst>
                <a:ext uri="{FF2B5EF4-FFF2-40B4-BE49-F238E27FC236}">
                  <a16:creationId xmlns:a16="http://schemas.microsoft.com/office/drawing/2014/main" id="{47ED6A4A-D5AE-492C-D155-12F420DA2AF8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3AF5416D-5A64-8285-2297-D7350481C6E6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455039F1-F449-DC8A-99DA-C536CD51BBC6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B3346B11-4654-E808-D7BE-934835E310AD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1" name="Freeform 33">
              <a:extLst>
                <a:ext uri="{FF2B5EF4-FFF2-40B4-BE49-F238E27FC236}">
                  <a16:creationId xmlns:a16="http://schemas.microsoft.com/office/drawing/2014/main" id="{37C60A55-0101-AF5D-5041-9493DC00E46B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3" name="Slide Number Placeholder 47">
            <a:extLst>
              <a:ext uri="{FF2B5EF4-FFF2-40B4-BE49-F238E27FC236}">
                <a16:creationId xmlns:a16="http://schemas.microsoft.com/office/drawing/2014/main" id="{0DFF1E5C-D899-C641-111E-25131F29DE7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A53AA3E-24DA-5EB0-C345-B3472141C9F8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E3398D4A-CB1B-7669-08D7-0C8A6D649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05D862BA-C036-921E-696F-CE8A72F95B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552404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3 Sub-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50196"/>
            </a:srgbClr>
          </a:solidFill>
          <a:ln>
            <a:solidFill>
              <a:srgbClr val="000000">
                <a:alpha val="5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BD6BAE71-8D36-6F4C-9751-5F716296AE97}"/>
              </a:ext>
            </a:extLst>
          </p:cNvPr>
          <p:cNvSpPr/>
          <p:nvPr/>
        </p:nvSpPr>
        <p:spPr>
          <a:xfrm>
            <a:off x="2344310" y="-19651"/>
            <a:ext cx="9847690" cy="6730689"/>
          </a:xfrm>
          <a:custGeom>
            <a:avLst/>
            <a:gdLst>
              <a:gd name="connsiteX0" fmla="*/ 4723801 w 9847690"/>
              <a:gd name="connsiteY0" fmla="*/ 0 h 6730689"/>
              <a:gd name="connsiteX1" fmla="*/ 5842224 w 9847690"/>
              <a:gd name="connsiteY1" fmla="*/ 0 h 6730689"/>
              <a:gd name="connsiteX2" fmla="*/ 9847690 w 9847690"/>
              <a:gd name="connsiteY2" fmla="*/ 4013778 h 6730689"/>
              <a:gd name="connsiteX3" fmla="*/ 9847690 w 9847690"/>
              <a:gd name="connsiteY3" fmla="*/ 6730689 h 6730689"/>
              <a:gd name="connsiteX4" fmla="*/ 7606132 w 9847690"/>
              <a:gd name="connsiteY4" fmla="*/ 6730689 h 6730689"/>
              <a:gd name="connsiteX5" fmla="*/ 5283013 w 9847690"/>
              <a:gd name="connsiteY5" fmla="*/ 4402749 h 6730689"/>
              <a:gd name="connsiteX6" fmla="*/ 2959892 w 9847690"/>
              <a:gd name="connsiteY6" fmla="*/ 6730689 h 6730689"/>
              <a:gd name="connsiteX7" fmla="*/ 0 w 9847690"/>
              <a:gd name="connsiteY7" fmla="*/ 6730689 h 6730689"/>
              <a:gd name="connsiteX8" fmla="*/ 0 w 9847690"/>
              <a:gd name="connsiteY8" fmla="*/ 4733600 h 6730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47690" h="6730689">
                <a:moveTo>
                  <a:pt x="4723801" y="0"/>
                </a:moveTo>
                <a:lnTo>
                  <a:pt x="5842224" y="0"/>
                </a:lnTo>
                <a:lnTo>
                  <a:pt x="9847690" y="4013778"/>
                </a:lnTo>
                <a:lnTo>
                  <a:pt x="9847690" y="6730689"/>
                </a:lnTo>
                <a:lnTo>
                  <a:pt x="7606132" y="6730689"/>
                </a:lnTo>
                <a:lnTo>
                  <a:pt x="5283013" y="4402749"/>
                </a:lnTo>
                <a:lnTo>
                  <a:pt x="2959892" y="6730689"/>
                </a:lnTo>
                <a:lnTo>
                  <a:pt x="0" y="6730689"/>
                </a:lnTo>
                <a:lnTo>
                  <a:pt x="0" y="473360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2" y="4563444"/>
            <a:ext cx="3678218" cy="1656523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4AB342-43EC-6D49-B9AC-ED43658899F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21310" y="1336284"/>
            <a:ext cx="11446829" cy="2549996"/>
          </a:xfrm>
        </p:spPr>
        <p:txBody>
          <a:bodyPr anchor="t" anchorCtr="0">
            <a:noAutofit/>
          </a:bodyPr>
          <a:lstStyle>
            <a:lvl1pPr algn="ctr">
              <a:defRPr sz="1400"/>
            </a:lvl1pPr>
          </a:lstStyle>
          <a:p>
            <a:pPr lvl="0"/>
            <a:r>
              <a:rPr lang="en-GB"/>
              <a:t>Click to insert a Chart, table, Graph or image</a:t>
            </a:r>
            <a:endParaRPr lang="en-PT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333BBA6D-B18D-A546-98F2-1E489D6A9E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2" y="4177961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E55AE5E5-47E2-2C4E-ADC2-8277BE67A3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10723" y="4563444"/>
            <a:ext cx="3678218" cy="1656523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60147446-5DD0-A140-A08B-3E7C4CB0E0A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10723" y="4177961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9F86AE6B-37B1-1F49-AE6C-D27188CCAC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92442" y="4563444"/>
            <a:ext cx="3678218" cy="1656523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D0D3CFDD-436B-1E43-B6B1-C76554A553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92442" y="4177961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A4B4C321-85BE-420D-DEBD-410B8DE43CC2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51F32F-980C-E5BF-9E6A-4526406ECD45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C0C49D-8C95-CB27-5DDE-90DFBA1A63E7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CE54D9-0085-D3CE-9901-176B7742642D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A9EC21-2389-8500-D01B-6C2DFE011C82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2" name="Graphic 21">
            <a:extLst>
              <a:ext uri="{FF2B5EF4-FFF2-40B4-BE49-F238E27FC236}">
                <a16:creationId xmlns:a16="http://schemas.microsoft.com/office/drawing/2014/main" id="{C1EF02D0-8AB0-487B-450F-242301892759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id="{ED19D705-D621-79C5-69B8-2BEB856D8905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4">
              <a:extLst>
                <a:ext uri="{FF2B5EF4-FFF2-40B4-BE49-F238E27FC236}">
                  <a16:creationId xmlns:a16="http://schemas.microsoft.com/office/drawing/2014/main" id="{01A0311C-7C35-DC0C-6F04-F95D87B29722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id="{39013B7D-F208-4C9A-9FE2-46F210B9D069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E311B0C9-F2DF-202A-86DC-7B06CF1DAA9B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7">
              <a:extLst>
                <a:ext uri="{FF2B5EF4-FFF2-40B4-BE49-F238E27FC236}">
                  <a16:creationId xmlns:a16="http://schemas.microsoft.com/office/drawing/2014/main" id="{191DFBAE-D2E0-1B3C-F16C-4C2E9392BB72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8">
              <a:extLst>
                <a:ext uri="{FF2B5EF4-FFF2-40B4-BE49-F238E27FC236}">
                  <a16:creationId xmlns:a16="http://schemas.microsoft.com/office/drawing/2014/main" id="{F9A7CFE5-4DBB-CEA0-1AC7-04D472DBC06E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29">
              <a:extLst>
                <a:ext uri="{FF2B5EF4-FFF2-40B4-BE49-F238E27FC236}">
                  <a16:creationId xmlns:a16="http://schemas.microsoft.com/office/drawing/2014/main" id="{8C4E086F-C696-8F37-3046-AFCB06B11C7D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04EFB2F9-DD22-B0B8-626F-5F80A727D762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F6487330-E25B-70C7-72DB-C2CE78078421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A8E32C84-9984-CB08-696B-B4097D0C71A6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20C322F7-5DE5-F5B0-7041-1D40BE941105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9" name="Slide Number Placeholder 47">
            <a:extLst>
              <a:ext uri="{FF2B5EF4-FFF2-40B4-BE49-F238E27FC236}">
                <a16:creationId xmlns:a16="http://schemas.microsoft.com/office/drawing/2014/main" id="{DF1C4C6F-CABD-9848-851A-1EB482023C9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3DF4B68-29AF-930E-3905-0AD219D6528F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C7F59BB4-37DC-78E5-1E79-E3A698013B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305F0A54-956E-6F80-A4F1-8ACBFE7902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0577394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2 Charts and 3 Sub-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BD6BAE71-8D36-6F4C-9751-5F716296AE97}"/>
              </a:ext>
            </a:extLst>
          </p:cNvPr>
          <p:cNvSpPr/>
          <p:nvPr/>
        </p:nvSpPr>
        <p:spPr>
          <a:xfrm>
            <a:off x="2344310" y="-19651"/>
            <a:ext cx="9847690" cy="6730689"/>
          </a:xfrm>
          <a:custGeom>
            <a:avLst/>
            <a:gdLst>
              <a:gd name="connsiteX0" fmla="*/ 4723801 w 9847690"/>
              <a:gd name="connsiteY0" fmla="*/ 0 h 6730689"/>
              <a:gd name="connsiteX1" fmla="*/ 5842224 w 9847690"/>
              <a:gd name="connsiteY1" fmla="*/ 0 h 6730689"/>
              <a:gd name="connsiteX2" fmla="*/ 9847690 w 9847690"/>
              <a:gd name="connsiteY2" fmla="*/ 4013778 h 6730689"/>
              <a:gd name="connsiteX3" fmla="*/ 9847690 w 9847690"/>
              <a:gd name="connsiteY3" fmla="*/ 6730689 h 6730689"/>
              <a:gd name="connsiteX4" fmla="*/ 7606132 w 9847690"/>
              <a:gd name="connsiteY4" fmla="*/ 6730689 h 6730689"/>
              <a:gd name="connsiteX5" fmla="*/ 5283013 w 9847690"/>
              <a:gd name="connsiteY5" fmla="*/ 4402749 h 6730689"/>
              <a:gd name="connsiteX6" fmla="*/ 2959892 w 9847690"/>
              <a:gd name="connsiteY6" fmla="*/ 6730689 h 6730689"/>
              <a:gd name="connsiteX7" fmla="*/ 0 w 9847690"/>
              <a:gd name="connsiteY7" fmla="*/ 6730689 h 6730689"/>
              <a:gd name="connsiteX8" fmla="*/ 0 w 9847690"/>
              <a:gd name="connsiteY8" fmla="*/ 4733600 h 6730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47690" h="6730689">
                <a:moveTo>
                  <a:pt x="4723801" y="0"/>
                </a:moveTo>
                <a:lnTo>
                  <a:pt x="5842224" y="0"/>
                </a:lnTo>
                <a:lnTo>
                  <a:pt x="9847690" y="4013778"/>
                </a:lnTo>
                <a:lnTo>
                  <a:pt x="9847690" y="6730689"/>
                </a:lnTo>
                <a:lnTo>
                  <a:pt x="7606132" y="6730689"/>
                </a:lnTo>
                <a:lnTo>
                  <a:pt x="5283013" y="4402749"/>
                </a:lnTo>
                <a:lnTo>
                  <a:pt x="2959892" y="6730689"/>
                </a:lnTo>
                <a:lnTo>
                  <a:pt x="0" y="6730689"/>
                </a:lnTo>
                <a:lnTo>
                  <a:pt x="0" y="473360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2" y="4563444"/>
            <a:ext cx="3678218" cy="1656523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4AB342-43EC-6D49-B9AC-ED43658899F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22196" y="1325154"/>
            <a:ext cx="5598758" cy="2549996"/>
          </a:xfrm>
        </p:spPr>
        <p:txBody>
          <a:bodyPr anchor="t" anchorCtr="0">
            <a:noAutofit/>
          </a:bodyPr>
          <a:lstStyle>
            <a:lvl1pPr algn="ctr">
              <a:defRPr sz="1400"/>
            </a:lvl1pPr>
          </a:lstStyle>
          <a:p>
            <a:pPr lvl="0"/>
            <a:r>
              <a:rPr lang="en-GB"/>
              <a:t>Click to insert a Chart, table, Graph or image</a:t>
            </a:r>
            <a:endParaRPr lang="en-PT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333BBA6D-B18D-A546-98F2-1E489D6A9E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2" y="4177961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E55AE5E5-47E2-2C4E-ADC2-8277BE67A3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06242" y="4563444"/>
            <a:ext cx="3678218" cy="1656523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60147446-5DD0-A140-A08B-3E7C4CB0E0A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06242" y="4177961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9F86AE6B-37B1-1F49-AE6C-D27188CCAC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92442" y="4563444"/>
            <a:ext cx="3678218" cy="1656523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D0D3CFDD-436B-1E43-B6B1-C76554A553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92442" y="4177961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5" name="Content Placeholder 6">
            <a:extLst>
              <a:ext uri="{FF2B5EF4-FFF2-40B4-BE49-F238E27FC236}">
                <a16:creationId xmlns:a16="http://schemas.microsoft.com/office/drawing/2014/main" id="{DA875EC6-D0A9-8644-B8F5-4A31DAAB71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170587" y="1336284"/>
            <a:ext cx="5591107" cy="2549996"/>
          </a:xfrm>
        </p:spPr>
        <p:txBody>
          <a:bodyPr anchor="t" anchorCtr="0">
            <a:noAutofit/>
          </a:bodyPr>
          <a:lstStyle>
            <a:lvl1pPr algn="ctr">
              <a:defRPr sz="1400"/>
            </a:lvl1pPr>
          </a:lstStyle>
          <a:p>
            <a:pPr lvl="0"/>
            <a:r>
              <a:rPr lang="en-GB"/>
              <a:t>Click to insert a Chart, table, Graph or image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96EF0F81-0A1B-DE58-9FD1-D9AEFB341B32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0F33D5-AA19-A13E-A236-48C3CE15B979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F3ABBA-3D7E-D616-ED75-FCDB661389A7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9C6879-1598-E52D-C31A-CECCD318EC82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3CFF71-CF9E-BC4D-C68D-304CBC679721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2" name="Graphic 21">
            <a:extLst>
              <a:ext uri="{FF2B5EF4-FFF2-40B4-BE49-F238E27FC236}">
                <a16:creationId xmlns:a16="http://schemas.microsoft.com/office/drawing/2014/main" id="{B9FA9D64-259D-E25C-1605-7A7CD9571CBD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id="{571461B7-C3B7-CF89-D0DB-C668BEFB0169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4">
              <a:extLst>
                <a:ext uri="{FF2B5EF4-FFF2-40B4-BE49-F238E27FC236}">
                  <a16:creationId xmlns:a16="http://schemas.microsoft.com/office/drawing/2014/main" id="{DBE7B703-5127-4F99-0268-8BADF0023D8E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id="{50FF2297-B288-BA3B-6083-C019368DAB0A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B2057B11-32C0-3C8C-DA02-26B2D3AEE6C1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7">
              <a:extLst>
                <a:ext uri="{FF2B5EF4-FFF2-40B4-BE49-F238E27FC236}">
                  <a16:creationId xmlns:a16="http://schemas.microsoft.com/office/drawing/2014/main" id="{B284A8DD-7017-0205-F767-DD9709BDE68A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8">
              <a:extLst>
                <a:ext uri="{FF2B5EF4-FFF2-40B4-BE49-F238E27FC236}">
                  <a16:creationId xmlns:a16="http://schemas.microsoft.com/office/drawing/2014/main" id="{201CCC52-F274-0F00-0DC2-136EED12EE01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29">
              <a:extLst>
                <a:ext uri="{FF2B5EF4-FFF2-40B4-BE49-F238E27FC236}">
                  <a16:creationId xmlns:a16="http://schemas.microsoft.com/office/drawing/2014/main" id="{1E3EB3C0-160C-4F2B-A8DE-9BBC2254B888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542B5FC8-3AE3-EBCD-2B2E-EE49D19515B5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6" name="Freeform 31">
              <a:extLst>
                <a:ext uri="{FF2B5EF4-FFF2-40B4-BE49-F238E27FC236}">
                  <a16:creationId xmlns:a16="http://schemas.microsoft.com/office/drawing/2014/main" id="{05202ACB-C9E6-7EB2-93AB-9C741DEF5CB2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7" name="Freeform 32">
              <a:extLst>
                <a:ext uri="{FF2B5EF4-FFF2-40B4-BE49-F238E27FC236}">
                  <a16:creationId xmlns:a16="http://schemas.microsoft.com/office/drawing/2014/main" id="{396937BC-40A0-7310-548A-0F64BB711EF9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9" name="Freeform 33">
              <a:extLst>
                <a:ext uri="{FF2B5EF4-FFF2-40B4-BE49-F238E27FC236}">
                  <a16:creationId xmlns:a16="http://schemas.microsoft.com/office/drawing/2014/main" id="{E762219E-49EF-6DC4-0F09-EBFA296F542F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50" name="Slide Number Placeholder 47">
            <a:extLst>
              <a:ext uri="{FF2B5EF4-FFF2-40B4-BE49-F238E27FC236}">
                <a16:creationId xmlns:a16="http://schemas.microsoft.com/office/drawing/2014/main" id="{4900039C-9523-BF08-9D6F-A4AA1F0975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027BF2C-47BD-4302-DDC3-DE5E20760266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95258074-212E-61A1-C4DE-69CDCB367C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EC5A7A93-CA32-80BA-596C-DE361330C2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068798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4-Tile Blank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0" y="1651201"/>
            <a:ext cx="5587699" cy="1640959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333BBA6D-B18D-A546-98F2-1E489D6A9E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1" y="1228136"/>
            <a:ext cx="5587697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CC5DE4B5-14A6-6D46-8684-C15E4B36B16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0040" y="3934116"/>
            <a:ext cx="5587699" cy="1640959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5DC6F28D-4366-B04D-8E03-37F6F4DC788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0042" y="3511051"/>
            <a:ext cx="5587696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B4F1AAAB-962D-2845-8EB5-DE13DB888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65029" y="1651201"/>
            <a:ext cx="5587699" cy="1640959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9ECBF84E-BC7F-584F-B569-19260D022A8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65030" y="1228136"/>
            <a:ext cx="5586279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0" name="Text Placeholder 16">
            <a:extLst>
              <a:ext uri="{FF2B5EF4-FFF2-40B4-BE49-F238E27FC236}">
                <a16:creationId xmlns:a16="http://schemas.microsoft.com/office/drawing/2014/main" id="{3C518E66-6EC5-BE4A-BF8F-55D4456693D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029" y="3934116"/>
            <a:ext cx="5587699" cy="1640959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2FC94F84-FC47-264B-9C21-3E8C60C9E2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65031" y="3511051"/>
            <a:ext cx="558627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E9770A62-871A-CF47-4654-ED5B77AF91EE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5CF3FCB-2E79-C9E1-4B4C-012630D6929C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531EA5C-DBBE-2A7D-D558-938BF3522983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34F02B-B96E-6A4C-C6E5-A93B3ED18176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661CAFF-A45D-5C0E-A3FD-9E78C88BE658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53" name="Graphic 21">
            <a:extLst>
              <a:ext uri="{FF2B5EF4-FFF2-40B4-BE49-F238E27FC236}">
                <a16:creationId xmlns:a16="http://schemas.microsoft.com/office/drawing/2014/main" id="{A6EE37FA-E98C-9844-04AF-7878DFE314DC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54" name="Freeform 23">
              <a:extLst>
                <a:ext uri="{FF2B5EF4-FFF2-40B4-BE49-F238E27FC236}">
                  <a16:creationId xmlns:a16="http://schemas.microsoft.com/office/drawing/2014/main" id="{DB28BA81-1BEB-B27F-BBF2-E68D3D32EEFC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5" name="Freeform 24">
              <a:extLst>
                <a:ext uri="{FF2B5EF4-FFF2-40B4-BE49-F238E27FC236}">
                  <a16:creationId xmlns:a16="http://schemas.microsoft.com/office/drawing/2014/main" id="{8F0D39E9-8556-40E6-AF6F-7C5E6FA57EEF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6" name="Freeform 25">
              <a:extLst>
                <a:ext uri="{FF2B5EF4-FFF2-40B4-BE49-F238E27FC236}">
                  <a16:creationId xmlns:a16="http://schemas.microsoft.com/office/drawing/2014/main" id="{9531EB90-FC5D-F13A-0D4E-6126F45BD7C2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7" name="Freeform 26">
              <a:extLst>
                <a:ext uri="{FF2B5EF4-FFF2-40B4-BE49-F238E27FC236}">
                  <a16:creationId xmlns:a16="http://schemas.microsoft.com/office/drawing/2014/main" id="{B51C95DF-AE1B-FC87-B07E-C20CBF651425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8" name="Freeform 27">
              <a:extLst>
                <a:ext uri="{FF2B5EF4-FFF2-40B4-BE49-F238E27FC236}">
                  <a16:creationId xmlns:a16="http://schemas.microsoft.com/office/drawing/2014/main" id="{B7ACE089-510A-52E1-1C0F-B622BECBE3AB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9" name="Freeform 28">
              <a:extLst>
                <a:ext uri="{FF2B5EF4-FFF2-40B4-BE49-F238E27FC236}">
                  <a16:creationId xmlns:a16="http://schemas.microsoft.com/office/drawing/2014/main" id="{AEED8034-C5BD-8DA7-CC62-30A48FF92DB3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25EE6264-A1FD-8A7C-B96D-E3239FFF7B11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1" name="Freeform 30">
              <a:extLst>
                <a:ext uri="{FF2B5EF4-FFF2-40B4-BE49-F238E27FC236}">
                  <a16:creationId xmlns:a16="http://schemas.microsoft.com/office/drawing/2014/main" id="{D25B62AB-52A6-8670-1E36-4EF322F4576E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2" name="Freeform 31">
              <a:extLst>
                <a:ext uri="{FF2B5EF4-FFF2-40B4-BE49-F238E27FC236}">
                  <a16:creationId xmlns:a16="http://schemas.microsoft.com/office/drawing/2014/main" id="{95CC19AC-27C4-A896-DEA9-1128CC19F042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3" name="Freeform 32">
              <a:extLst>
                <a:ext uri="{FF2B5EF4-FFF2-40B4-BE49-F238E27FC236}">
                  <a16:creationId xmlns:a16="http://schemas.microsoft.com/office/drawing/2014/main" id="{3BE8BAE8-95BF-D0AF-C04B-716DDE41F26C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4" name="Freeform 33">
              <a:extLst>
                <a:ext uri="{FF2B5EF4-FFF2-40B4-BE49-F238E27FC236}">
                  <a16:creationId xmlns:a16="http://schemas.microsoft.com/office/drawing/2014/main" id="{B561062D-F4C1-F87F-C875-6626FC5AD5BA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65" name="Slide Number Placeholder 47">
            <a:extLst>
              <a:ext uri="{FF2B5EF4-FFF2-40B4-BE49-F238E27FC236}">
                <a16:creationId xmlns:a16="http://schemas.microsoft.com/office/drawing/2014/main" id="{37075DE0-C2BF-D798-E869-B38C0A9349B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4E86621-1475-761C-331C-E4AF6A0ABFC7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A7828CD1-3A06-F672-378E-0A384A51E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36B95E9-2AE4-4706-7F92-8BD0456ED5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360321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4-Tile Chevron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BD6BAE71-8D36-6F4C-9751-5F716296AE97}"/>
              </a:ext>
            </a:extLst>
          </p:cNvPr>
          <p:cNvSpPr/>
          <p:nvPr/>
        </p:nvSpPr>
        <p:spPr>
          <a:xfrm>
            <a:off x="2344310" y="-19651"/>
            <a:ext cx="9847690" cy="6730689"/>
          </a:xfrm>
          <a:custGeom>
            <a:avLst/>
            <a:gdLst>
              <a:gd name="connsiteX0" fmla="*/ 4723801 w 9847690"/>
              <a:gd name="connsiteY0" fmla="*/ 0 h 6730689"/>
              <a:gd name="connsiteX1" fmla="*/ 5842224 w 9847690"/>
              <a:gd name="connsiteY1" fmla="*/ 0 h 6730689"/>
              <a:gd name="connsiteX2" fmla="*/ 9847690 w 9847690"/>
              <a:gd name="connsiteY2" fmla="*/ 4013778 h 6730689"/>
              <a:gd name="connsiteX3" fmla="*/ 9847690 w 9847690"/>
              <a:gd name="connsiteY3" fmla="*/ 6730689 h 6730689"/>
              <a:gd name="connsiteX4" fmla="*/ 7606132 w 9847690"/>
              <a:gd name="connsiteY4" fmla="*/ 6730689 h 6730689"/>
              <a:gd name="connsiteX5" fmla="*/ 5283013 w 9847690"/>
              <a:gd name="connsiteY5" fmla="*/ 4402749 h 6730689"/>
              <a:gd name="connsiteX6" fmla="*/ 2959892 w 9847690"/>
              <a:gd name="connsiteY6" fmla="*/ 6730689 h 6730689"/>
              <a:gd name="connsiteX7" fmla="*/ 0 w 9847690"/>
              <a:gd name="connsiteY7" fmla="*/ 6730689 h 6730689"/>
              <a:gd name="connsiteX8" fmla="*/ 0 w 9847690"/>
              <a:gd name="connsiteY8" fmla="*/ 4733600 h 6730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47690" h="6730689">
                <a:moveTo>
                  <a:pt x="4723801" y="0"/>
                </a:moveTo>
                <a:lnTo>
                  <a:pt x="5842224" y="0"/>
                </a:lnTo>
                <a:lnTo>
                  <a:pt x="9847690" y="4013778"/>
                </a:lnTo>
                <a:lnTo>
                  <a:pt x="9847690" y="6730689"/>
                </a:lnTo>
                <a:lnTo>
                  <a:pt x="7606132" y="6730689"/>
                </a:lnTo>
                <a:lnTo>
                  <a:pt x="5283013" y="4402749"/>
                </a:lnTo>
                <a:lnTo>
                  <a:pt x="2959892" y="6730689"/>
                </a:lnTo>
                <a:lnTo>
                  <a:pt x="0" y="6730689"/>
                </a:lnTo>
                <a:lnTo>
                  <a:pt x="0" y="473360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0" y="1651201"/>
            <a:ext cx="5587699" cy="1640959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333BBA6D-B18D-A546-98F2-1E489D6A9E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1" y="1228136"/>
            <a:ext cx="5587697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CC5DE4B5-14A6-6D46-8684-C15E4B36B16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0040" y="3934116"/>
            <a:ext cx="5587699" cy="1640959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5DC6F28D-4366-B04D-8E03-37F6F4DC788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0042" y="3511051"/>
            <a:ext cx="558627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B4F1AAAB-962D-2845-8EB5-DE13DB888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65029" y="1651201"/>
            <a:ext cx="5587699" cy="1640959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9ECBF84E-BC7F-584F-B569-19260D022A8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65030" y="1228136"/>
            <a:ext cx="5586279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0" name="Text Placeholder 16">
            <a:extLst>
              <a:ext uri="{FF2B5EF4-FFF2-40B4-BE49-F238E27FC236}">
                <a16:creationId xmlns:a16="http://schemas.microsoft.com/office/drawing/2014/main" id="{3C518E66-6EC5-BE4A-BF8F-55D4456693D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029" y="3934116"/>
            <a:ext cx="5587699" cy="1640959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2FC94F84-FC47-264B-9C21-3E8C60C9E2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65031" y="3511051"/>
            <a:ext cx="558627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25D4DCEB-1834-95BD-0073-28D2C8E4BC5F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FD3D83-E1BF-6771-8DF8-D66C7B2B569B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2D7B18-EE6D-728D-972B-86791A3CFAB9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47E020-36E7-EA56-1306-0C4F12805694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324956-E8A2-AA4E-E7F2-CEAA87E9ACAB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1" name="Graphic 21">
            <a:extLst>
              <a:ext uri="{FF2B5EF4-FFF2-40B4-BE49-F238E27FC236}">
                <a16:creationId xmlns:a16="http://schemas.microsoft.com/office/drawing/2014/main" id="{D38C8B8B-4116-F94E-DAC8-11F4A7E9F68B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2" name="Freeform 23">
              <a:extLst>
                <a:ext uri="{FF2B5EF4-FFF2-40B4-BE49-F238E27FC236}">
                  <a16:creationId xmlns:a16="http://schemas.microsoft.com/office/drawing/2014/main" id="{C6791DB8-24DB-4445-9244-58C6381F6DC6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24">
              <a:extLst>
                <a:ext uri="{FF2B5EF4-FFF2-40B4-BE49-F238E27FC236}">
                  <a16:creationId xmlns:a16="http://schemas.microsoft.com/office/drawing/2014/main" id="{EC71B44B-4E1F-0A00-EFEC-250E5CA1D6B2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5">
              <a:extLst>
                <a:ext uri="{FF2B5EF4-FFF2-40B4-BE49-F238E27FC236}">
                  <a16:creationId xmlns:a16="http://schemas.microsoft.com/office/drawing/2014/main" id="{B3E99C4F-8BCB-2CC6-643E-8EB1F39B7736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CAC1DD09-A580-FE85-77E5-AB1BF124A8C7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6887297F-49B3-7EFD-ABD6-2D1B8EE99196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A0F22C1B-BCF9-CE46-4A2A-8FBD5B1A5862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9">
              <a:extLst>
                <a:ext uri="{FF2B5EF4-FFF2-40B4-BE49-F238E27FC236}">
                  <a16:creationId xmlns:a16="http://schemas.microsoft.com/office/drawing/2014/main" id="{03E3F0FD-8D57-6892-402E-9A70BCF12EB8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56C88FCE-4877-53D8-6101-C57564707AE3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1D39846E-E708-1C51-C40C-730CFD4D124E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80F1C235-395A-55DD-5D6F-5CEE1561422A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1" name="Freeform 33">
              <a:extLst>
                <a:ext uri="{FF2B5EF4-FFF2-40B4-BE49-F238E27FC236}">
                  <a16:creationId xmlns:a16="http://schemas.microsoft.com/office/drawing/2014/main" id="{9DC237CF-6693-AC6D-7273-B1E42F5FCCF8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3" name="Slide Number Placeholder 47">
            <a:extLst>
              <a:ext uri="{FF2B5EF4-FFF2-40B4-BE49-F238E27FC236}">
                <a16:creationId xmlns:a16="http://schemas.microsoft.com/office/drawing/2014/main" id="{BA212C7A-19A0-DEE4-1F87-EF8F1DE3A6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1855DF7-F24F-9270-0689-6A9EE8ED781A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CA2DB97E-DA27-7D06-1789-EA16F40B0B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75F10CE-6EEA-5E69-F068-C13BE1C551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8215325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6-Tile Blank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1" y="1651201"/>
            <a:ext cx="3678218" cy="154479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333BBA6D-B18D-A546-98F2-1E489D6A9E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2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AB2D1F5B-ED12-F44E-9A02-6DDCD53FC53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0041" y="3748942"/>
            <a:ext cx="3678218" cy="154479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97AF1247-7592-484F-96EF-BE07934788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0042" y="3325877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6C6BE196-3036-904A-BE18-AB66DE5627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55547" y="1651201"/>
            <a:ext cx="3678218" cy="154479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F36BA8AD-995C-4349-8297-FBF7E056C8F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55548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9AF81E59-B6CB-FA4E-9FF6-09A99210BA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55547" y="3748942"/>
            <a:ext cx="3678218" cy="154479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5058E2A8-68DC-354B-AA48-49FBD1AF4A7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55548" y="3325877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0" name="Text Placeholder 16">
            <a:extLst>
              <a:ext uri="{FF2B5EF4-FFF2-40B4-BE49-F238E27FC236}">
                <a16:creationId xmlns:a16="http://schemas.microsoft.com/office/drawing/2014/main" id="{AD178F25-3E37-FE44-8455-05C260A73D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3476" y="1651201"/>
            <a:ext cx="3678218" cy="154479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9852D0B8-E9C3-DA4A-AEAC-53B0B2F71F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83477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2" name="Text Placeholder 16">
            <a:extLst>
              <a:ext uri="{FF2B5EF4-FFF2-40B4-BE49-F238E27FC236}">
                <a16:creationId xmlns:a16="http://schemas.microsoft.com/office/drawing/2014/main" id="{932B8102-6DDE-EC41-A975-D887536C7EB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83476" y="3748942"/>
            <a:ext cx="3678218" cy="154479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3" name="Text Placeholder 16">
            <a:extLst>
              <a:ext uri="{FF2B5EF4-FFF2-40B4-BE49-F238E27FC236}">
                <a16:creationId xmlns:a16="http://schemas.microsoft.com/office/drawing/2014/main" id="{C1E6243F-E22A-5245-A30A-B1FBC6504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83477" y="3325877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1C12A4E9-0063-2A15-8045-FC297431E9FC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0B449B-4E61-5298-49DA-D622DB44BB97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CE317B-B89E-2218-B96B-2D21D237A57D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AC3149-6BB8-B9CF-1B97-48DCE5ED3DFD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F08A6A-E132-061F-CC12-22D29BF5D8E5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1" name="Graphic 21">
            <a:extLst>
              <a:ext uri="{FF2B5EF4-FFF2-40B4-BE49-F238E27FC236}">
                <a16:creationId xmlns:a16="http://schemas.microsoft.com/office/drawing/2014/main" id="{739A594B-0CBD-ED5B-A0F3-D86B32B1B684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2" name="Freeform 23">
              <a:extLst>
                <a:ext uri="{FF2B5EF4-FFF2-40B4-BE49-F238E27FC236}">
                  <a16:creationId xmlns:a16="http://schemas.microsoft.com/office/drawing/2014/main" id="{4DCE56EA-7F3B-9696-4D3F-1AF30F4326ED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24">
              <a:extLst>
                <a:ext uri="{FF2B5EF4-FFF2-40B4-BE49-F238E27FC236}">
                  <a16:creationId xmlns:a16="http://schemas.microsoft.com/office/drawing/2014/main" id="{DEF1895E-C88D-B70D-F6A9-21E9E8CCAA2A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5">
              <a:extLst>
                <a:ext uri="{FF2B5EF4-FFF2-40B4-BE49-F238E27FC236}">
                  <a16:creationId xmlns:a16="http://schemas.microsoft.com/office/drawing/2014/main" id="{3D6E6B8D-CF23-7615-5BF6-B666893F2B3A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473AD289-132F-A504-AA89-363671E76976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C54B7E03-329B-C0C4-AFF8-45D4480DE481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704F8108-89CD-E923-C823-2B6BFE82A124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9">
              <a:extLst>
                <a:ext uri="{FF2B5EF4-FFF2-40B4-BE49-F238E27FC236}">
                  <a16:creationId xmlns:a16="http://schemas.microsoft.com/office/drawing/2014/main" id="{B620D989-0573-05DB-560F-1B9B2FFE4652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4DC5DE4C-D97F-E316-A3FE-AE57A8B5D185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D9F7AFC6-8670-D17B-BCB7-BB8F51132BA6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459A8411-45A8-5901-C6AF-379D7007B1C6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2" name="Freeform 33">
              <a:extLst>
                <a:ext uri="{FF2B5EF4-FFF2-40B4-BE49-F238E27FC236}">
                  <a16:creationId xmlns:a16="http://schemas.microsoft.com/office/drawing/2014/main" id="{BE0FA961-4B6D-2F35-7378-3AB58E32C5C6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7" name="Slide Number Placeholder 47">
            <a:extLst>
              <a:ext uri="{FF2B5EF4-FFF2-40B4-BE49-F238E27FC236}">
                <a16:creationId xmlns:a16="http://schemas.microsoft.com/office/drawing/2014/main" id="{D0A0A3DC-4E9F-BE74-77A8-7D6D64FBC7A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B742252-E054-68E6-9257-54C48B0DFAAA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C9A06B23-D176-6491-4768-F58A6BDAA7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444E251-6525-762C-3F3E-4208E7E1FC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2793664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6-Tile Chevron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rgbClr val="E7F0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BD6BAE71-8D36-6F4C-9751-5F716296AE97}"/>
              </a:ext>
            </a:extLst>
          </p:cNvPr>
          <p:cNvSpPr/>
          <p:nvPr/>
        </p:nvSpPr>
        <p:spPr>
          <a:xfrm>
            <a:off x="2344310" y="-19651"/>
            <a:ext cx="9847690" cy="6730689"/>
          </a:xfrm>
          <a:custGeom>
            <a:avLst/>
            <a:gdLst>
              <a:gd name="connsiteX0" fmla="*/ 4723801 w 9847690"/>
              <a:gd name="connsiteY0" fmla="*/ 0 h 6730689"/>
              <a:gd name="connsiteX1" fmla="*/ 5842224 w 9847690"/>
              <a:gd name="connsiteY1" fmla="*/ 0 h 6730689"/>
              <a:gd name="connsiteX2" fmla="*/ 9847690 w 9847690"/>
              <a:gd name="connsiteY2" fmla="*/ 4013778 h 6730689"/>
              <a:gd name="connsiteX3" fmla="*/ 9847690 w 9847690"/>
              <a:gd name="connsiteY3" fmla="*/ 6730689 h 6730689"/>
              <a:gd name="connsiteX4" fmla="*/ 7606132 w 9847690"/>
              <a:gd name="connsiteY4" fmla="*/ 6730689 h 6730689"/>
              <a:gd name="connsiteX5" fmla="*/ 5283013 w 9847690"/>
              <a:gd name="connsiteY5" fmla="*/ 4402749 h 6730689"/>
              <a:gd name="connsiteX6" fmla="*/ 2959892 w 9847690"/>
              <a:gd name="connsiteY6" fmla="*/ 6730689 h 6730689"/>
              <a:gd name="connsiteX7" fmla="*/ 0 w 9847690"/>
              <a:gd name="connsiteY7" fmla="*/ 6730689 h 6730689"/>
              <a:gd name="connsiteX8" fmla="*/ 0 w 9847690"/>
              <a:gd name="connsiteY8" fmla="*/ 4733600 h 6730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47690" h="6730689">
                <a:moveTo>
                  <a:pt x="4723801" y="0"/>
                </a:moveTo>
                <a:lnTo>
                  <a:pt x="5842224" y="0"/>
                </a:lnTo>
                <a:lnTo>
                  <a:pt x="9847690" y="4013778"/>
                </a:lnTo>
                <a:lnTo>
                  <a:pt x="9847690" y="6730689"/>
                </a:lnTo>
                <a:lnTo>
                  <a:pt x="7606132" y="6730689"/>
                </a:lnTo>
                <a:lnTo>
                  <a:pt x="5283013" y="4402749"/>
                </a:lnTo>
                <a:lnTo>
                  <a:pt x="2959892" y="6730689"/>
                </a:lnTo>
                <a:lnTo>
                  <a:pt x="0" y="6730689"/>
                </a:lnTo>
                <a:lnTo>
                  <a:pt x="0" y="473360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1" y="1651201"/>
            <a:ext cx="3678218" cy="154479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333BBA6D-B18D-A546-98F2-1E489D6A9E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2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AB2D1F5B-ED12-F44E-9A02-6DDCD53FC53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0041" y="3748942"/>
            <a:ext cx="3678218" cy="154479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97AF1247-7592-484F-96EF-BE07934788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0042" y="3325877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6C6BE196-3036-904A-BE18-AB66DE5627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55547" y="1651201"/>
            <a:ext cx="3678218" cy="154479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F36BA8AD-995C-4349-8297-FBF7E056C8F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55548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9AF81E59-B6CB-FA4E-9FF6-09A99210BA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55547" y="3748942"/>
            <a:ext cx="3678218" cy="154479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5058E2A8-68DC-354B-AA48-49FBD1AF4A7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55548" y="3325877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0" name="Text Placeholder 16">
            <a:extLst>
              <a:ext uri="{FF2B5EF4-FFF2-40B4-BE49-F238E27FC236}">
                <a16:creationId xmlns:a16="http://schemas.microsoft.com/office/drawing/2014/main" id="{AD178F25-3E37-FE44-8455-05C260A73D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3476" y="1651201"/>
            <a:ext cx="3678218" cy="154479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9852D0B8-E9C3-DA4A-AEAC-53B0B2F71F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83477" y="1228136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2" name="Text Placeholder 16">
            <a:extLst>
              <a:ext uri="{FF2B5EF4-FFF2-40B4-BE49-F238E27FC236}">
                <a16:creationId xmlns:a16="http://schemas.microsoft.com/office/drawing/2014/main" id="{932B8102-6DDE-EC41-A975-D887536C7EB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83476" y="3748942"/>
            <a:ext cx="3678218" cy="154479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3" name="Text Placeholder 16">
            <a:extLst>
              <a:ext uri="{FF2B5EF4-FFF2-40B4-BE49-F238E27FC236}">
                <a16:creationId xmlns:a16="http://schemas.microsoft.com/office/drawing/2014/main" id="{C1E6243F-E22A-5245-A30A-B1FBC6504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83477" y="3325877"/>
            <a:ext cx="3678218" cy="287656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806AF2E6-80ED-35A7-4A07-E55084A56E75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9643F8-6F55-D307-D0B0-5B7D118A6383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253BE4-BDDE-B5A3-1C54-D999CCBD5008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20B4C7-032D-A88D-65E6-6D25E90A8F7A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376B73-7060-CA81-98AB-BE1F51C3ABD1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1" name="Graphic 21">
            <a:extLst>
              <a:ext uri="{FF2B5EF4-FFF2-40B4-BE49-F238E27FC236}">
                <a16:creationId xmlns:a16="http://schemas.microsoft.com/office/drawing/2014/main" id="{5C0E6D97-216F-D1C8-8BD7-8B5FEBCF6200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2" name="Freeform 23">
              <a:extLst>
                <a:ext uri="{FF2B5EF4-FFF2-40B4-BE49-F238E27FC236}">
                  <a16:creationId xmlns:a16="http://schemas.microsoft.com/office/drawing/2014/main" id="{741E9EC0-9596-16B6-2817-59CC76D5D1AB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24">
              <a:extLst>
                <a:ext uri="{FF2B5EF4-FFF2-40B4-BE49-F238E27FC236}">
                  <a16:creationId xmlns:a16="http://schemas.microsoft.com/office/drawing/2014/main" id="{9691F17C-E571-BEED-8CCE-EBCDD4278245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5">
              <a:extLst>
                <a:ext uri="{FF2B5EF4-FFF2-40B4-BE49-F238E27FC236}">
                  <a16:creationId xmlns:a16="http://schemas.microsoft.com/office/drawing/2014/main" id="{D077D624-F434-5715-817E-EAC93ACEA9DE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D069BED9-9379-6BE4-BA5C-BE3D329BE6F1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0F9CFA4B-770B-9937-1B05-AD4005981925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A73E683E-5AEA-2B45-BD63-7BE53613A0FC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9">
              <a:extLst>
                <a:ext uri="{FF2B5EF4-FFF2-40B4-BE49-F238E27FC236}">
                  <a16:creationId xmlns:a16="http://schemas.microsoft.com/office/drawing/2014/main" id="{FECE058F-601A-B6B2-FED0-53E8F591DE96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E03C9F7B-C5EF-11F2-6DED-3DCB7B86F938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E665E25A-D3E8-EC64-5B6A-CBDBEDD2285E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7" name="Freeform 32">
              <a:extLst>
                <a:ext uri="{FF2B5EF4-FFF2-40B4-BE49-F238E27FC236}">
                  <a16:creationId xmlns:a16="http://schemas.microsoft.com/office/drawing/2014/main" id="{81E83050-6F8E-2381-C9D4-6E7781AAEC25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9" name="Freeform 33">
              <a:extLst>
                <a:ext uri="{FF2B5EF4-FFF2-40B4-BE49-F238E27FC236}">
                  <a16:creationId xmlns:a16="http://schemas.microsoft.com/office/drawing/2014/main" id="{D5DFD41B-7532-DA44-7D16-D74911B97A3B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54" name="Slide Number Placeholder 47">
            <a:extLst>
              <a:ext uri="{FF2B5EF4-FFF2-40B4-BE49-F238E27FC236}">
                <a16:creationId xmlns:a16="http://schemas.microsoft.com/office/drawing/2014/main" id="{93F0FA60-96E1-510E-D71A-5E8123A7D27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10C853E-5A0E-698B-661C-1B1FAA0B65CD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74738053-80C7-EBA6-9763-BA0B6CAC58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83EC9457-5271-9E0F-EB7A-BFCF75B2FD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060991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3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16">
            <a:extLst>
              <a:ext uri="{FF2B5EF4-FFF2-40B4-BE49-F238E27FC236}">
                <a16:creationId xmlns:a16="http://schemas.microsoft.com/office/drawing/2014/main" id="{1EBD2B75-7A65-4343-BF2A-236F4616BF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3097" y="3852076"/>
            <a:ext cx="3719140" cy="1295694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63904C39-76EA-034E-899A-FA8AAE2021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3097" y="3515090"/>
            <a:ext cx="3719140" cy="335221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title</a:t>
            </a:r>
            <a:endParaRPr lang="en-PT"/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57828E8B-1699-7347-AD96-4A3EC7DA02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097" y="1476381"/>
            <a:ext cx="3719140" cy="1893017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6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425FB3-6840-654E-9068-FA2BE38774A6}"/>
              </a:ext>
            </a:extLst>
          </p:cNvPr>
          <p:cNvSpPr/>
          <p:nvPr/>
        </p:nvSpPr>
        <p:spPr>
          <a:xfrm>
            <a:off x="333098" y="1261006"/>
            <a:ext cx="3719140" cy="1239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pPr algn="ctr"/>
            <a:endParaRPr lang="en-PT"/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DD5334BD-46A7-CA4B-86CC-FEC15E11B45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14815" y="3852076"/>
            <a:ext cx="3719140" cy="1295694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A4AC579A-1231-7B41-96D1-69968CB773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14815" y="3515090"/>
            <a:ext cx="3719140" cy="335221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title</a:t>
            </a:r>
            <a:endParaRPr lang="en-PT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20229F2-C337-4D4A-8A75-F6EB0C656BBC}"/>
              </a:ext>
            </a:extLst>
          </p:cNvPr>
          <p:cNvSpPr/>
          <p:nvPr/>
        </p:nvSpPr>
        <p:spPr>
          <a:xfrm>
            <a:off x="4214816" y="1261006"/>
            <a:ext cx="3719140" cy="12393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pPr algn="ctr"/>
            <a:endParaRPr lang="en-PT"/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2F6F9517-CCD5-7849-9692-F47A84DFD6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78603" y="3852076"/>
            <a:ext cx="3719140" cy="1295694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0" name="Text Placeholder 16">
            <a:extLst>
              <a:ext uri="{FF2B5EF4-FFF2-40B4-BE49-F238E27FC236}">
                <a16:creationId xmlns:a16="http://schemas.microsoft.com/office/drawing/2014/main" id="{8B8E6631-391A-F645-BAA6-2AFBDC434F0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78603" y="3515090"/>
            <a:ext cx="3719140" cy="335221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6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title</a:t>
            </a:r>
            <a:endParaRPr lang="en-PT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55C7F4-FB9C-644E-A830-1D0ECF4E6039}"/>
              </a:ext>
            </a:extLst>
          </p:cNvPr>
          <p:cNvSpPr/>
          <p:nvPr/>
        </p:nvSpPr>
        <p:spPr>
          <a:xfrm>
            <a:off x="8078604" y="1261006"/>
            <a:ext cx="3719140" cy="1239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pPr algn="ctr"/>
            <a:endParaRPr lang="en-PT"/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12767E5D-59BF-E809-9580-318662A5EA7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14816" y="1478434"/>
            <a:ext cx="3719140" cy="1893017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6600" b="1">
                <a:solidFill>
                  <a:schemeClr val="accent4"/>
                </a:solidFill>
              </a:defRPr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E7749BD5-6A57-2325-38AA-219D3F7E16E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78540" y="1476033"/>
            <a:ext cx="3719140" cy="1893017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6600" b="1">
                <a:solidFill>
                  <a:schemeClr val="accent1"/>
                </a:solidFill>
              </a:defRPr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Graphic 37">
            <a:extLst>
              <a:ext uri="{FF2B5EF4-FFF2-40B4-BE49-F238E27FC236}">
                <a16:creationId xmlns:a16="http://schemas.microsoft.com/office/drawing/2014/main" id="{3AB68338-D57F-699E-3F22-198407BF0788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t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B15DC4-30C4-CB7E-9DE0-A79D6FAAB4DD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79C526-43F0-58AD-12BB-EE33F00133CC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D7B49E-382D-701B-45B8-0CCC28832882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5C7D20-CF19-C005-11BA-E11044F10847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4" name="Graphic 21">
            <a:extLst>
              <a:ext uri="{FF2B5EF4-FFF2-40B4-BE49-F238E27FC236}">
                <a16:creationId xmlns:a16="http://schemas.microsoft.com/office/drawing/2014/main" id="{30B54189-4638-5970-D545-037B04E0E9AA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7EBBA25C-93BC-1E4E-1BAC-E1C83FB68494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4">
              <a:extLst>
                <a:ext uri="{FF2B5EF4-FFF2-40B4-BE49-F238E27FC236}">
                  <a16:creationId xmlns:a16="http://schemas.microsoft.com/office/drawing/2014/main" id="{872B8ACE-1FAB-605C-CD7F-22EE7F71CE13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7" name="Freeform 25">
              <a:extLst>
                <a:ext uri="{FF2B5EF4-FFF2-40B4-BE49-F238E27FC236}">
                  <a16:creationId xmlns:a16="http://schemas.microsoft.com/office/drawing/2014/main" id="{404CAA9B-EBA5-8E79-7069-7BB9CD0D17DC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6">
              <a:extLst>
                <a:ext uri="{FF2B5EF4-FFF2-40B4-BE49-F238E27FC236}">
                  <a16:creationId xmlns:a16="http://schemas.microsoft.com/office/drawing/2014/main" id="{03CC0100-0C5B-6A9B-840D-045C63AA5D8D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2DE8BDC2-EF9B-7F98-726E-6F9A507858C1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28">
              <a:extLst>
                <a:ext uri="{FF2B5EF4-FFF2-40B4-BE49-F238E27FC236}">
                  <a16:creationId xmlns:a16="http://schemas.microsoft.com/office/drawing/2014/main" id="{FD1C7643-0F45-FD5A-0CDE-B5141B449B84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9" name="Freeform 29">
              <a:extLst>
                <a:ext uri="{FF2B5EF4-FFF2-40B4-BE49-F238E27FC236}">
                  <a16:creationId xmlns:a16="http://schemas.microsoft.com/office/drawing/2014/main" id="{5CCE5BEA-49A1-AA09-829F-E0C45F642259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76A26121-18F8-A4FA-DDCD-39F7CABC819F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1" name="Freeform 31">
              <a:extLst>
                <a:ext uri="{FF2B5EF4-FFF2-40B4-BE49-F238E27FC236}">
                  <a16:creationId xmlns:a16="http://schemas.microsoft.com/office/drawing/2014/main" id="{73479E5A-20F7-B2FF-CEED-8B33BE3603B4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6A61D03D-BAD7-8D75-E454-1FA2CCC196EC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6" name="Freeform 33">
              <a:extLst>
                <a:ext uri="{FF2B5EF4-FFF2-40B4-BE49-F238E27FC236}">
                  <a16:creationId xmlns:a16="http://schemas.microsoft.com/office/drawing/2014/main" id="{90DC464C-9459-B491-D27E-BD10BCDE5C28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51" name="Slide Number Placeholder 47">
            <a:extLst>
              <a:ext uri="{FF2B5EF4-FFF2-40B4-BE49-F238E27FC236}">
                <a16:creationId xmlns:a16="http://schemas.microsoft.com/office/drawing/2014/main" id="{D839CAF9-866B-5B4A-5CA0-3BE3DF7FC5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0AE89C6-D79D-FCE3-9344-46E6AC4C8642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814691C7-614E-8A69-B8AA-DF26A813BA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CEB221D-2DC7-404F-B28E-19100EF23A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1916237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DBF3C7C-6336-6149-8A34-70AB0F0BCAD7}"/>
              </a:ext>
            </a:extLst>
          </p:cNvPr>
          <p:cNvGrpSpPr/>
          <p:nvPr/>
        </p:nvGrpSpPr>
        <p:grpSpPr>
          <a:xfrm>
            <a:off x="317850" y="201935"/>
            <a:ext cx="11560387" cy="2120095"/>
            <a:chOff x="317850" y="201935"/>
            <a:chExt cx="11560387" cy="2120095"/>
          </a:xfrm>
        </p:grpSpPr>
        <p:sp>
          <p:nvSpPr>
            <p:cNvPr id="40" name="Graphic 37">
              <a:extLst>
                <a:ext uri="{FF2B5EF4-FFF2-40B4-BE49-F238E27FC236}">
                  <a16:creationId xmlns:a16="http://schemas.microsoft.com/office/drawing/2014/main" id="{85A394F1-76F7-F244-9F40-E46405D94531}"/>
                </a:ext>
              </a:extLst>
            </p:cNvPr>
            <p:cNvSpPr/>
            <p:nvPr/>
          </p:nvSpPr>
          <p:spPr>
            <a:xfrm>
              <a:off x="317850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46" name="Graphic 37">
              <a:extLst>
                <a:ext uri="{FF2B5EF4-FFF2-40B4-BE49-F238E27FC236}">
                  <a16:creationId xmlns:a16="http://schemas.microsoft.com/office/drawing/2014/main" id="{AF45D482-DA90-E74C-9A70-28BAC9B6DECA}"/>
                </a:ext>
              </a:extLst>
            </p:cNvPr>
            <p:cNvSpPr/>
            <p:nvPr/>
          </p:nvSpPr>
          <p:spPr>
            <a:xfrm>
              <a:off x="1791904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49" name="Graphic 37">
              <a:extLst>
                <a:ext uri="{FF2B5EF4-FFF2-40B4-BE49-F238E27FC236}">
                  <a16:creationId xmlns:a16="http://schemas.microsoft.com/office/drawing/2014/main" id="{8FCAE3D0-58D8-714D-A59A-261F67D0B8A4}"/>
                </a:ext>
              </a:extLst>
            </p:cNvPr>
            <p:cNvSpPr/>
            <p:nvPr/>
          </p:nvSpPr>
          <p:spPr>
            <a:xfrm>
              <a:off x="3265958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50" name="Graphic 37">
              <a:extLst>
                <a:ext uri="{FF2B5EF4-FFF2-40B4-BE49-F238E27FC236}">
                  <a16:creationId xmlns:a16="http://schemas.microsoft.com/office/drawing/2014/main" id="{227A683A-5F5C-9C42-B13E-300EBA275187}"/>
                </a:ext>
              </a:extLst>
            </p:cNvPr>
            <p:cNvSpPr/>
            <p:nvPr/>
          </p:nvSpPr>
          <p:spPr>
            <a:xfrm>
              <a:off x="4740012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51" name="Graphic 37">
              <a:extLst>
                <a:ext uri="{FF2B5EF4-FFF2-40B4-BE49-F238E27FC236}">
                  <a16:creationId xmlns:a16="http://schemas.microsoft.com/office/drawing/2014/main" id="{41ADB59F-2BA2-4447-A37D-B4A3D134277F}"/>
                </a:ext>
              </a:extLst>
            </p:cNvPr>
            <p:cNvSpPr/>
            <p:nvPr/>
          </p:nvSpPr>
          <p:spPr>
            <a:xfrm>
              <a:off x="6214066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52" name="Graphic 37">
              <a:extLst>
                <a:ext uri="{FF2B5EF4-FFF2-40B4-BE49-F238E27FC236}">
                  <a16:creationId xmlns:a16="http://schemas.microsoft.com/office/drawing/2014/main" id="{5876831E-36C0-B34E-AD7F-B78426B6DDA9}"/>
                </a:ext>
              </a:extLst>
            </p:cNvPr>
            <p:cNvSpPr/>
            <p:nvPr/>
          </p:nvSpPr>
          <p:spPr>
            <a:xfrm>
              <a:off x="7688120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53" name="Graphic 37">
              <a:extLst>
                <a:ext uri="{FF2B5EF4-FFF2-40B4-BE49-F238E27FC236}">
                  <a16:creationId xmlns:a16="http://schemas.microsoft.com/office/drawing/2014/main" id="{C670DC22-5531-9D43-A9B1-994A00180574}"/>
                </a:ext>
              </a:extLst>
            </p:cNvPr>
            <p:cNvSpPr/>
            <p:nvPr/>
          </p:nvSpPr>
          <p:spPr>
            <a:xfrm>
              <a:off x="9162174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54" name="Graphic 37">
              <a:extLst>
                <a:ext uri="{FF2B5EF4-FFF2-40B4-BE49-F238E27FC236}">
                  <a16:creationId xmlns:a16="http://schemas.microsoft.com/office/drawing/2014/main" id="{4F0BCA32-6389-6A41-A9E0-8398755A7BD8}"/>
                </a:ext>
              </a:extLst>
            </p:cNvPr>
            <p:cNvSpPr/>
            <p:nvPr/>
          </p:nvSpPr>
          <p:spPr>
            <a:xfrm>
              <a:off x="10636228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55" name="Graphic 37">
              <a:extLst>
                <a:ext uri="{FF2B5EF4-FFF2-40B4-BE49-F238E27FC236}">
                  <a16:creationId xmlns:a16="http://schemas.microsoft.com/office/drawing/2014/main" id="{3591FE1F-CCAB-9E4E-84E7-D85D3CAC42E7}"/>
                </a:ext>
              </a:extLst>
            </p:cNvPr>
            <p:cNvSpPr/>
            <p:nvPr/>
          </p:nvSpPr>
          <p:spPr>
            <a:xfrm>
              <a:off x="317850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56" name="Graphic 37">
              <a:extLst>
                <a:ext uri="{FF2B5EF4-FFF2-40B4-BE49-F238E27FC236}">
                  <a16:creationId xmlns:a16="http://schemas.microsoft.com/office/drawing/2014/main" id="{AAD8D972-5EE5-1B4B-82F9-888F5955743B}"/>
                </a:ext>
              </a:extLst>
            </p:cNvPr>
            <p:cNvSpPr/>
            <p:nvPr/>
          </p:nvSpPr>
          <p:spPr>
            <a:xfrm>
              <a:off x="1791904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57" name="Graphic 37">
              <a:extLst>
                <a:ext uri="{FF2B5EF4-FFF2-40B4-BE49-F238E27FC236}">
                  <a16:creationId xmlns:a16="http://schemas.microsoft.com/office/drawing/2014/main" id="{FE83ACF8-3F08-3748-8FF7-D65F267E301A}"/>
                </a:ext>
              </a:extLst>
            </p:cNvPr>
            <p:cNvSpPr/>
            <p:nvPr/>
          </p:nvSpPr>
          <p:spPr>
            <a:xfrm>
              <a:off x="3265958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58" name="Graphic 37">
              <a:extLst>
                <a:ext uri="{FF2B5EF4-FFF2-40B4-BE49-F238E27FC236}">
                  <a16:creationId xmlns:a16="http://schemas.microsoft.com/office/drawing/2014/main" id="{42E323D3-ED2C-8049-A783-E2DFF8684127}"/>
                </a:ext>
              </a:extLst>
            </p:cNvPr>
            <p:cNvSpPr/>
            <p:nvPr/>
          </p:nvSpPr>
          <p:spPr>
            <a:xfrm>
              <a:off x="4740012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59" name="Graphic 37">
              <a:extLst>
                <a:ext uri="{FF2B5EF4-FFF2-40B4-BE49-F238E27FC236}">
                  <a16:creationId xmlns:a16="http://schemas.microsoft.com/office/drawing/2014/main" id="{D0C5754D-6EFA-6D42-A05A-26CF2C8BA9F2}"/>
                </a:ext>
              </a:extLst>
            </p:cNvPr>
            <p:cNvSpPr/>
            <p:nvPr/>
          </p:nvSpPr>
          <p:spPr>
            <a:xfrm>
              <a:off x="6214066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60" name="Graphic 37">
              <a:extLst>
                <a:ext uri="{FF2B5EF4-FFF2-40B4-BE49-F238E27FC236}">
                  <a16:creationId xmlns:a16="http://schemas.microsoft.com/office/drawing/2014/main" id="{28D76D4D-AB46-4547-B6E2-9BD3978C9E3D}"/>
                </a:ext>
              </a:extLst>
            </p:cNvPr>
            <p:cNvSpPr/>
            <p:nvPr/>
          </p:nvSpPr>
          <p:spPr>
            <a:xfrm>
              <a:off x="7688120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61" name="Graphic 37">
              <a:extLst>
                <a:ext uri="{FF2B5EF4-FFF2-40B4-BE49-F238E27FC236}">
                  <a16:creationId xmlns:a16="http://schemas.microsoft.com/office/drawing/2014/main" id="{7DDC2B96-3795-8A49-93A1-1262F2BC6285}"/>
                </a:ext>
              </a:extLst>
            </p:cNvPr>
            <p:cNvSpPr/>
            <p:nvPr/>
          </p:nvSpPr>
          <p:spPr>
            <a:xfrm>
              <a:off x="9162174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62" name="Graphic 37">
              <a:extLst>
                <a:ext uri="{FF2B5EF4-FFF2-40B4-BE49-F238E27FC236}">
                  <a16:creationId xmlns:a16="http://schemas.microsoft.com/office/drawing/2014/main" id="{3883CCE8-75B4-3B46-876A-DF0294AA6C56}"/>
                </a:ext>
              </a:extLst>
            </p:cNvPr>
            <p:cNvSpPr/>
            <p:nvPr/>
          </p:nvSpPr>
          <p:spPr>
            <a:xfrm>
              <a:off x="10636228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3B24308-5594-3D42-BE3C-82E17B193F22}"/>
              </a:ext>
            </a:extLst>
          </p:cNvPr>
          <p:cNvGrpSpPr/>
          <p:nvPr/>
        </p:nvGrpSpPr>
        <p:grpSpPr>
          <a:xfrm>
            <a:off x="317850" y="4576712"/>
            <a:ext cx="11560387" cy="2120095"/>
            <a:chOff x="317850" y="201935"/>
            <a:chExt cx="11560387" cy="2120095"/>
          </a:xfrm>
        </p:grpSpPr>
        <p:sp>
          <p:nvSpPr>
            <p:cNvPr id="64" name="Graphic 37">
              <a:extLst>
                <a:ext uri="{FF2B5EF4-FFF2-40B4-BE49-F238E27FC236}">
                  <a16:creationId xmlns:a16="http://schemas.microsoft.com/office/drawing/2014/main" id="{2E7E1FBD-48BF-B440-9816-20019A871111}"/>
                </a:ext>
              </a:extLst>
            </p:cNvPr>
            <p:cNvSpPr/>
            <p:nvPr/>
          </p:nvSpPr>
          <p:spPr>
            <a:xfrm>
              <a:off x="317850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65" name="Graphic 37">
              <a:extLst>
                <a:ext uri="{FF2B5EF4-FFF2-40B4-BE49-F238E27FC236}">
                  <a16:creationId xmlns:a16="http://schemas.microsoft.com/office/drawing/2014/main" id="{7961D2E6-3661-2A49-A7DB-26DB44DDA1D7}"/>
                </a:ext>
              </a:extLst>
            </p:cNvPr>
            <p:cNvSpPr/>
            <p:nvPr/>
          </p:nvSpPr>
          <p:spPr>
            <a:xfrm>
              <a:off x="1791904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66" name="Graphic 37">
              <a:extLst>
                <a:ext uri="{FF2B5EF4-FFF2-40B4-BE49-F238E27FC236}">
                  <a16:creationId xmlns:a16="http://schemas.microsoft.com/office/drawing/2014/main" id="{FE3214D4-F29D-BA43-8588-C60CE5149B44}"/>
                </a:ext>
              </a:extLst>
            </p:cNvPr>
            <p:cNvSpPr/>
            <p:nvPr/>
          </p:nvSpPr>
          <p:spPr>
            <a:xfrm>
              <a:off x="3265958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67" name="Graphic 37">
              <a:extLst>
                <a:ext uri="{FF2B5EF4-FFF2-40B4-BE49-F238E27FC236}">
                  <a16:creationId xmlns:a16="http://schemas.microsoft.com/office/drawing/2014/main" id="{3D12B096-0FCF-A14D-8988-083465EFD86F}"/>
                </a:ext>
              </a:extLst>
            </p:cNvPr>
            <p:cNvSpPr/>
            <p:nvPr/>
          </p:nvSpPr>
          <p:spPr>
            <a:xfrm>
              <a:off x="4740012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68" name="Graphic 37">
              <a:extLst>
                <a:ext uri="{FF2B5EF4-FFF2-40B4-BE49-F238E27FC236}">
                  <a16:creationId xmlns:a16="http://schemas.microsoft.com/office/drawing/2014/main" id="{0EE1BFF1-8D93-9949-BA49-265C5C24A9BB}"/>
                </a:ext>
              </a:extLst>
            </p:cNvPr>
            <p:cNvSpPr/>
            <p:nvPr/>
          </p:nvSpPr>
          <p:spPr>
            <a:xfrm>
              <a:off x="6214066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69" name="Graphic 37">
              <a:extLst>
                <a:ext uri="{FF2B5EF4-FFF2-40B4-BE49-F238E27FC236}">
                  <a16:creationId xmlns:a16="http://schemas.microsoft.com/office/drawing/2014/main" id="{82AA1777-BBA8-8245-8FC8-88A0AD8E3483}"/>
                </a:ext>
              </a:extLst>
            </p:cNvPr>
            <p:cNvSpPr/>
            <p:nvPr/>
          </p:nvSpPr>
          <p:spPr>
            <a:xfrm>
              <a:off x="7688120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70" name="Graphic 37">
              <a:extLst>
                <a:ext uri="{FF2B5EF4-FFF2-40B4-BE49-F238E27FC236}">
                  <a16:creationId xmlns:a16="http://schemas.microsoft.com/office/drawing/2014/main" id="{821D120B-9F2E-C949-872B-31902C583899}"/>
                </a:ext>
              </a:extLst>
            </p:cNvPr>
            <p:cNvSpPr/>
            <p:nvPr/>
          </p:nvSpPr>
          <p:spPr>
            <a:xfrm>
              <a:off x="9162174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71" name="Graphic 37">
              <a:extLst>
                <a:ext uri="{FF2B5EF4-FFF2-40B4-BE49-F238E27FC236}">
                  <a16:creationId xmlns:a16="http://schemas.microsoft.com/office/drawing/2014/main" id="{F14C8AFF-08AB-E643-BC87-1F69E56090A1}"/>
                </a:ext>
              </a:extLst>
            </p:cNvPr>
            <p:cNvSpPr/>
            <p:nvPr/>
          </p:nvSpPr>
          <p:spPr>
            <a:xfrm>
              <a:off x="10636228" y="2019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72" name="Graphic 37">
              <a:extLst>
                <a:ext uri="{FF2B5EF4-FFF2-40B4-BE49-F238E27FC236}">
                  <a16:creationId xmlns:a16="http://schemas.microsoft.com/office/drawing/2014/main" id="{097F3935-6CEF-7D48-A2F6-DAB70E1D1406}"/>
                </a:ext>
              </a:extLst>
            </p:cNvPr>
            <p:cNvSpPr/>
            <p:nvPr/>
          </p:nvSpPr>
          <p:spPr>
            <a:xfrm>
              <a:off x="317850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73" name="Graphic 37">
              <a:extLst>
                <a:ext uri="{FF2B5EF4-FFF2-40B4-BE49-F238E27FC236}">
                  <a16:creationId xmlns:a16="http://schemas.microsoft.com/office/drawing/2014/main" id="{C3DA2D79-4A03-984B-9C8E-64341C352B54}"/>
                </a:ext>
              </a:extLst>
            </p:cNvPr>
            <p:cNvSpPr/>
            <p:nvPr/>
          </p:nvSpPr>
          <p:spPr>
            <a:xfrm>
              <a:off x="1791904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74" name="Graphic 37">
              <a:extLst>
                <a:ext uri="{FF2B5EF4-FFF2-40B4-BE49-F238E27FC236}">
                  <a16:creationId xmlns:a16="http://schemas.microsoft.com/office/drawing/2014/main" id="{2F1DE2EE-C163-1D49-B957-0066651FE16E}"/>
                </a:ext>
              </a:extLst>
            </p:cNvPr>
            <p:cNvSpPr/>
            <p:nvPr/>
          </p:nvSpPr>
          <p:spPr>
            <a:xfrm>
              <a:off x="3265958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75" name="Graphic 37">
              <a:extLst>
                <a:ext uri="{FF2B5EF4-FFF2-40B4-BE49-F238E27FC236}">
                  <a16:creationId xmlns:a16="http://schemas.microsoft.com/office/drawing/2014/main" id="{A0C6FA69-7D40-984A-9971-7DF654C6E3BF}"/>
                </a:ext>
              </a:extLst>
            </p:cNvPr>
            <p:cNvSpPr/>
            <p:nvPr/>
          </p:nvSpPr>
          <p:spPr>
            <a:xfrm>
              <a:off x="4740012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76" name="Graphic 37">
              <a:extLst>
                <a:ext uri="{FF2B5EF4-FFF2-40B4-BE49-F238E27FC236}">
                  <a16:creationId xmlns:a16="http://schemas.microsoft.com/office/drawing/2014/main" id="{3776DEBA-12BF-9443-BD6F-2F4A132438B2}"/>
                </a:ext>
              </a:extLst>
            </p:cNvPr>
            <p:cNvSpPr/>
            <p:nvPr/>
          </p:nvSpPr>
          <p:spPr>
            <a:xfrm>
              <a:off x="6214066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77" name="Graphic 37">
              <a:extLst>
                <a:ext uri="{FF2B5EF4-FFF2-40B4-BE49-F238E27FC236}">
                  <a16:creationId xmlns:a16="http://schemas.microsoft.com/office/drawing/2014/main" id="{5AB27F80-88D6-CE4E-AC2F-583CE1F2B269}"/>
                </a:ext>
              </a:extLst>
            </p:cNvPr>
            <p:cNvSpPr/>
            <p:nvPr/>
          </p:nvSpPr>
          <p:spPr>
            <a:xfrm>
              <a:off x="7688120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78" name="Graphic 37">
              <a:extLst>
                <a:ext uri="{FF2B5EF4-FFF2-40B4-BE49-F238E27FC236}">
                  <a16:creationId xmlns:a16="http://schemas.microsoft.com/office/drawing/2014/main" id="{D967765B-9E4D-0B45-AB5C-462AA0AC588B}"/>
                </a:ext>
              </a:extLst>
            </p:cNvPr>
            <p:cNvSpPr/>
            <p:nvPr/>
          </p:nvSpPr>
          <p:spPr>
            <a:xfrm>
              <a:off x="9162174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  <p:sp>
          <p:nvSpPr>
            <p:cNvPr id="79" name="Graphic 37">
              <a:extLst>
                <a:ext uri="{FF2B5EF4-FFF2-40B4-BE49-F238E27FC236}">
                  <a16:creationId xmlns:a16="http://schemas.microsoft.com/office/drawing/2014/main" id="{2F0C95B8-7BD9-0D40-BF4A-A9C02BB2048B}"/>
                </a:ext>
              </a:extLst>
            </p:cNvPr>
            <p:cNvSpPr/>
            <p:nvPr/>
          </p:nvSpPr>
          <p:spPr>
            <a:xfrm>
              <a:off x="10636228" y="1116335"/>
              <a:ext cx="1242009" cy="1205695"/>
            </a:xfrm>
            <a:custGeom>
              <a:avLst/>
              <a:gdLst>
                <a:gd name="connsiteX0" fmla="*/ 0 w 3008190"/>
                <a:gd name="connsiteY0" fmla="*/ 1507217 h 2920238"/>
                <a:gd name="connsiteX1" fmla="*/ 0 w 3008190"/>
                <a:gd name="connsiteY1" fmla="*/ 2920239 h 2920238"/>
                <a:gd name="connsiteX2" fmla="*/ 1504096 w 3008190"/>
                <a:gd name="connsiteY2" fmla="*/ 1413022 h 2920238"/>
                <a:gd name="connsiteX3" fmla="*/ 3008191 w 3008190"/>
                <a:gd name="connsiteY3" fmla="*/ 2920239 h 2920238"/>
                <a:gd name="connsiteX4" fmla="*/ 3008191 w 3008190"/>
                <a:gd name="connsiteY4" fmla="*/ 1507217 h 2920238"/>
                <a:gd name="connsiteX5" fmla="*/ 1504096 w 3008190"/>
                <a:gd name="connsiteY5" fmla="*/ 0 h 2920238"/>
                <a:gd name="connsiteX6" fmla="*/ 0 w 3008190"/>
                <a:gd name="connsiteY6" fmla="*/ 1507217 h 292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8190" h="2920238">
                  <a:moveTo>
                    <a:pt x="0" y="1507217"/>
                  </a:moveTo>
                  <a:lnTo>
                    <a:pt x="0" y="2920239"/>
                  </a:lnTo>
                  <a:lnTo>
                    <a:pt x="1504096" y="1413022"/>
                  </a:lnTo>
                  <a:lnTo>
                    <a:pt x="3008191" y="2920239"/>
                  </a:lnTo>
                  <a:lnTo>
                    <a:pt x="3008191" y="1507217"/>
                  </a:lnTo>
                  <a:lnTo>
                    <a:pt x="1504096" y="0"/>
                  </a:lnTo>
                  <a:lnTo>
                    <a:pt x="0" y="1507217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bg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E5C04A-D6E5-D14D-B886-D76CD73B3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42882" y="2762250"/>
            <a:ext cx="7306235" cy="1333500"/>
          </a:xfrm>
        </p:spPr>
        <p:txBody>
          <a:bodyPr anchor="t" anchorCtr="0">
            <a:noAutofit/>
          </a:bodyPr>
          <a:lstStyle>
            <a:lvl1pPr algn="ctr">
              <a:defRPr sz="4400"/>
            </a:lvl1pPr>
          </a:lstStyle>
          <a:p>
            <a:r>
              <a:rPr lang="en-GB"/>
              <a:t>Click to insert a Headline in one row or two rows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0363028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84" name="Graphic 37">
            <a:extLst>
              <a:ext uri="{FF2B5EF4-FFF2-40B4-BE49-F238E27FC236}">
                <a16:creationId xmlns:a16="http://schemas.microsoft.com/office/drawing/2014/main" id="{7193421A-E8BB-0D4A-B011-80ADB07B1D40}"/>
              </a:ext>
            </a:extLst>
          </p:cNvPr>
          <p:cNvSpPr/>
          <p:nvPr/>
        </p:nvSpPr>
        <p:spPr>
          <a:xfrm rot="5400000">
            <a:off x="7802606" y="4810465"/>
            <a:ext cx="1933005" cy="1876488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rgbClr val="DEE6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85" name="Graphic 37">
            <a:extLst>
              <a:ext uri="{FF2B5EF4-FFF2-40B4-BE49-F238E27FC236}">
                <a16:creationId xmlns:a16="http://schemas.microsoft.com/office/drawing/2014/main" id="{AC8191C1-DDF2-5A46-9721-867B3A8FA863}"/>
              </a:ext>
            </a:extLst>
          </p:cNvPr>
          <p:cNvSpPr/>
          <p:nvPr/>
        </p:nvSpPr>
        <p:spPr>
          <a:xfrm rot="5400000">
            <a:off x="10267721" y="454537"/>
            <a:ext cx="1933005" cy="1876488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rgbClr val="DEE6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86" name="Graphic 37">
            <a:extLst>
              <a:ext uri="{FF2B5EF4-FFF2-40B4-BE49-F238E27FC236}">
                <a16:creationId xmlns:a16="http://schemas.microsoft.com/office/drawing/2014/main" id="{6026C037-7C07-E74E-8581-F5E29E38DB77}"/>
              </a:ext>
            </a:extLst>
          </p:cNvPr>
          <p:cNvSpPr/>
          <p:nvPr/>
        </p:nvSpPr>
        <p:spPr>
          <a:xfrm rot="5400000">
            <a:off x="6092920" y="1216221"/>
            <a:ext cx="1933005" cy="1876488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rgbClr val="DEE6E8"/>
          </a:solidFill>
          <a:ln w="0" cap="flat">
            <a:noFill/>
            <a:prstDash val="solid"/>
            <a:miter/>
          </a:ln>
        </p:spPr>
        <p:txBody>
          <a:bodyPr rtlCol="0" anchor="t" anchorCtr="0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87" name="Graphic 37">
            <a:extLst>
              <a:ext uri="{FF2B5EF4-FFF2-40B4-BE49-F238E27FC236}">
                <a16:creationId xmlns:a16="http://schemas.microsoft.com/office/drawing/2014/main" id="{7D2B9745-A2DF-274D-9A06-DF074317FFDD}"/>
              </a:ext>
            </a:extLst>
          </p:cNvPr>
          <p:cNvSpPr/>
          <p:nvPr/>
        </p:nvSpPr>
        <p:spPr>
          <a:xfrm rot="5400000">
            <a:off x="2056050" y="407267"/>
            <a:ext cx="1933005" cy="1876488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rgbClr val="DEE6E8"/>
          </a:solidFill>
          <a:ln w="0" cap="flat">
            <a:noFill/>
            <a:prstDash val="solid"/>
            <a:miter/>
          </a:ln>
        </p:spPr>
        <p:txBody>
          <a:bodyPr rtlCol="0" anchor="t" anchorCtr="0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88" name="Graphic 37">
            <a:extLst>
              <a:ext uri="{FF2B5EF4-FFF2-40B4-BE49-F238E27FC236}">
                <a16:creationId xmlns:a16="http://schemas.microsoft.com/office/drawing/2014/main" id="{2984A63F-6ECC-D941-915B-718CD6445EBD}"/>
              </a:ext>
            </a:extLst>
          </p:cNvPr>
          <p:cNvSpPr/>
          <p:nvPr/>
        </p:nvSpPr>
        <p:spPr>
          <a:xfrm rot="5400000">
            <a:off x="-17228" y="3993740"/>
            <a:ext cx="1933005" cy="1876488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rgbClr val="DEE6E8"/>
          </a:solidFill>
          <a:ln w="0" cap="flat">
            <a:noFill/>
            <a:prstDash val="solid"/>
            <a:miter/>
          </a:ln>
        </p:spPr>
        <p:txBody>
          <a:bodyPr rtlCol="0" anchor="t" anchorCtr="0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DE9B2F-9592-2644-B6B1-EB9B17836B3E}"/>
              </a:ext>
            </a:extLst>
          </p:cNvPr>
          <p:cNvSpPr/>
          <p:nvPr/>
        </p:nvSpPr>
        <p:spPr>
          <a:xfrm>
            <a:off x="11030" y="3226415"/>
            <a:ext cx="11764410" cy="6618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pPr algn="ctr"/>
            <a:endParaRPr lang="en-PT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331A-BB3E-1446-AC90-603EB8DABE6D}"/>
              </a:ext>
            </a:extLst>
          </p:cNvPr>
          <p:cNvCxnSpPr/>
          <p:nvPr/>
        </p:nvCxnSpPr>
        <p:spPr>
          <a:xfrm>
            <a:off x="-3908" y="3547576"/>
            <a:ext cx="1146080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CDF84AB1-442E-1D47-A2F4-BA10B1EA3D5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8059" y="1497655"/>
            <a:ext cx="1745750" cy="720999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10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5" name="Text Placeholder 16">
            <a:extLst>
              <a:ext uri="{FF2B5EF4-FFF2-40B4-BE49-F238E27FC236}">
                <a16:creationId xmlns:a16="http://schemas.microsoft.com/office/drawing/2014/main" id="{DA8F3BCE-E05C-9845-88B9-CA4886A50A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8059" y="1273188"/>
            <a:ext cx="1745750" cy="254811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10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6" name="Graphic 37">
            <a:extLst>
              <a:ext uri="{FF2B5EF4-FFF2-40B4-BE49-F238E27FC236}">
                <a16:creationId xmlns:a16="http://schemas.microsoft.com/office/drawing/2014/main" id="{267EF8A1-12C6-384A-AABB-ACCBAC2C3B55}"/>
              </a:ext>
            </a:extLst>
          </p:cNvPr>
          <p:cNvSpPr/>
          <p:nvPr/>
        </p:nvSpPr>
        <p:spPr>
          <a:xfrm>
            <a:off x="1249909" y="2247348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t" anchorCtr="0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57" name="Text Placeholder 16">
            <a:extLst>
              <a:ext uri="{FF2B5EF4-FFF2-40B4-BE49-F238E27FC236}">
                <a16:creationId xmlns:a16="http://schemas.microsoft.com/office/drawing/2014/main" id="{68E1A039-FF3B-5B44-89D9-6A56780490F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8059" y="2502970"/>
            <a:ext cx="1745750" cy="454750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22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insert text</a:t>
            </a:r>
            <a:endParaRPr lang="en-PT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90D695-B734-0C40-B5EE-3A117AD0C115}"/>
              </a:ext>
            </a:extLst>
          </p:cNvPr>
          <p:cNvCxnSpPr>
            <a:cxnSpLocks/>
          </p:cNvCxnSpPr>
          <p:nvPr/>
        </p:nvCxnSpPr>
        <p:spPr>
          <a:xfrm>
            <a:off x="1370934" y="3018658"/>
            <a:ext cx="0" cy="572079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C0919482-05E0-9B44-BB8D-329B1D47585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55659" y="1497655"/>
            <a:ext cx="1745750" cy="720999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10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59" name="Text Placeholder 16">
            <a:extLst>
              <a:ext uri="{FF2B5EF4-FFF2-40B4-BE49-F238E27FC236}">
                <a16:creationId xmlns:a16="http://schemas.microsoft.com/office/drawing/2014/main" id="{F1F6A71D-0053-B548-9360-9827002A00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155659" y="1273188"/>
            <a:ext cx="1745750" cy="254811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10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60" name="Graphic 37">
            <a:extLst>
              <a:ext uri="{FF2B5EF4-FFF2-40B4-BE49-F238E27FC236}">
                <a16:creationId xmlns:a16="http://schemas.microsoft.com/office/drawing/2014/main" id="{B6E40ADF-28A1-EA4F-8081-4F3C429A8773}"/>
              </a:ext>
            </a:extLst>
          </p:cNvPr>
          <p:cNvSpPr/>
          <p:nvPr/>
        </p:nvSpPr>
        <p:spPr>
          <a:xfrm>
            <a:off x="4907509" y="2247348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t" anchorCtr="0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61" name="Text Placeholder 16">
            <a:extLst>
              <a:ext uri="{FF2B5EF4-FFF2-40B4-BE49-F238E27FC236}">
                <a16:creationId xmlns:a16="http://schemas.microsoft.com/office/drawing/2014/main" id="{DD55B5F8-EC95-DD4A-BB17-660247987A1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55659" y="2502970"/>
            <a:ext cx="1745750" cy="454750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22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insert text</a:t>
            </a:r>
            <a:endParaRPr lang="en-PT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0134580-2DD9-8F4C-9BC3-EFC588AA894C}"/>
              </a:ext>
            </a:extLst>
          </p:cNvPr>
          <p:cNvCxnSpPr>
            <a:cxnSpLocks/>
          </p:cNvCxnSpPr>
          <p:nvPr/>
        </p:nvCxnSpPr>
        <p:spPr>
          <a:xfrm>
            <a:off x="5028534" y="3018658"/>
            <a:ext cx="0" cy="572079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 Placeholder 16">
            <a:extLst>
              <a:ext uri="{FF2B5EF4-FFF2-40B4-BE49-F238E27FC236}">
                <a16:creationId xmlns:a16="http://schemas.microsoft.com/office/drawing/2014/main" id="{567BD99D-9683-C647-9264-054E5A1143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02906" y="1497655"/>
            <a:ext cx="1745750" cy="720999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10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64" name="Text Placeholder 16">
            <a:extLst>
              <a:ext uri="{FF2B5EF4-FFF2-40B4-BE49-F238E27FC236}">
                <a16:creationId xmlns:a16="http://schemas.microsoft.com/office/drawing/2014/main" id="{5DC68B10-89D6-F443-8B03-68F10323905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02906" y="1273188"/>
            <a:ext cx="1745750" cy="254811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10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65" name="Graphic 37">
            <a:extLst>
              <a:ext uri="{FF2B5EF4-FFF2-40B4-BE49-F238E27FC236}">
                <a16:creationId xmlns:a16="http://schemas.microsoft.com/office/drawing/2014/main" id="{07738C22-5C73-424D-BDD7-2038E916B4C6}"/>
              </a:ext>
            </a:extLst>
          </p:cNvPr>
          <p:cNvSpPr/>
          <p:nvPr/>
        </p:nvSpPr>
        <p:spPr>
          <a:xfrm>
            <a:off x="8654756" y="2247348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t" anchorCtr="0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4A785C76-E26A-5049-9784-B16B870AC7C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02906" y="2502970"/>
            <a:ext cx="1745750" cy="454750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22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insert text</a:t>
            </a:r>
            <a:endParaRPr lang="en-PT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B607A4D-CDF2-5A42-BD2F-470EE3EA8222}"/>
              </a:ext>
            </a:extLst>
          </p:cNvPr>
          <p:cNvCxnSpPr>
            <a:cxnSpLocks/>
          </p:cNvCxnSpPr>
          <p:nvPr/>
        </p:nvCxnSpPr>
        <p:spPr>
          <a:xfrm>
            <a:off x="8775781" y="3018658"/>
            <a:ext cx="0" cy="572079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 Placeholder 16">
            <a:extLst>
              <a:ext uri="{FF2B5EF4-FFF2-40B4-BE49-F238E27FC236}">
                <a16:creationId xmlns:a16="http://schemas.microsoft.com/office/drawing/2014/main" id="{BB762302-45A2-504D-9CB2-56F491545D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99965" y="5216969"/>
            <a:ext cx="1745750" cy="720999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10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69" name="Text Placeholder 16">
            <a:extLst>
              <a:ext uri="{FF2B5EF4-FFF2-40B4-BE49-F238E27FC236}">
                <a16:creationId xmlns:a16="http://schemas.microsoft.com/office/drawing/2014/main" id="{16668AD1-77A8-6344-BCBD-86DD5BF83E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99965" y="5012338"/>
            <a:ext cx="1745750" cy="234975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10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70" name="Graphic 37">
            <a:extLst>
              <a:ext uri="{FF2B5EF4-FFF2-40B4-BE49-F238E27FC236}">
                <a16:creationId xmlns:a16="http://schemas.microsoft.com/office/drawing/2014/main" id="{FB19E3AB-E2AE-F949-B539-EBF7FBFC9484}"/>
              </a:ext>
            </a:extLst>
          </p:cNvPr>
          <p:cNvSpPr/>
          <p:nvPr/>
        </p:nvSpPr>
        <p:spPr>
          <a:xfrm rot="10800000">
            <a:off x="3051815" y="4657483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t" anchorCtr="0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71" name="Text Placeholder 16">
            <a:extLst>
              <a:ext uri="{FF2B5EF4-FFF2-40B4-BE49-F238E27FC236}">
                <a16:creationId xmlns:a16="http://schemas.microsoft.com/office/drawing/2014/main" id="{2452E884-568D-F140-8FE5-E305419726A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99965" y="4208586"/>
            <a:ext cx="1745750" cy="454750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22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insert text</a:t>
            </a:r>
            <a:endParaRPr lang="en-PT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B72D27F-EFF8-424C-A390-A9DA0558843B}"/>
              </a:ext>
            </a:extLst>
          </p:cNvPr>
          <p:cNvCxnSpPr>
            <a:cxnSpLocks/>
          </p:cNvCxnSpPr>
          <p:nvPr/>
        </p:nvCxnSpPr>
        <p:spPr>
          <a:xfrm>
            <a:off x="3172840" y="3511717"/>
            <a:ext cx="0" cy="696869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 Placeholder 16">
            <a:extLst>
              <a:ext uri="{FF2B5EF4-FFF2-40B4-BE49-F238E27FC236}">
                <a16:creationId xmlns:a16="http://schemas.microsoft.com/office/drawing/2014/main" id="{235D1429-95A2-294F-AF3B-FCBB42BE0F0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805165" y="5216969"/>
            <a:ext cx="1745750" cy="720999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10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74" name="Text Placeholder 16">
            <a:extLst>
              <a:ext uri="{FF2B5EF4-FFF2-40B4-BE49-F238E27FC236}">
                <a16:creationId xmlns:a16="http://schemas.microsoft.com/office/drawing/2014/main" id="{0D99D231-034A-4F42-AF58-FDF4FDEC4A0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805165" y="5012338"/>
            <a:ext cx="1745750" cy="234975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10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75" name="Graphic 37">
            <a:extLst>
              <a:ext uri="{FF2B5EF4-FFF2-40B4-BE49-F238E27FC236}">
                <a16:creationId xmlns:a16="http://schemas.microsoft.com/office/drawing/2014/main" id="{A94C5B1E-9307-9347-BCAF-F525FE0026C2}"/>
              </a:ext>
            </a:extLst>
          </p:cNvPr>
          <p:cNvSpPr/>
          <p:nvPr/>
        </p:nvSpPr>
        <p:spPr>
          <a:xfrm rot="10800000">
            <a:off x="6557015" y="4657483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t" anchorCtr="0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76" name="Text Placeholder 16">
            <a:extLst>
              <a:ext uri="{FF2B5EF4-FFF2-40B4-BE49-F238E27FC236}">
                <a16:creationId xmlns:a16="http://schemas.microsoft.com/office/drawing/2014/main" id="{11478A9B-10F5-6242-BE39-605D1272B7F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805165" y="4208586"/>
            <a:ext cx="1745750" cy="454750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22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insert text</a:t>
            </a:r>
            <a:endParaRPr lang="en-PT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F7F05E9-D11E-1542-8E19-1A4A4265F0BD}"/>
              </a:ext>
            </a:extLst>
          </p:cNvPr>
          <p:cNvCxnSpPr>
            <a:cxnSpLocks/>
          </p:cNvCxnSpPr>
          <p:nvPr/>
        </p:nvCxnSpPr>
        <p:spPr>
          <a:xfrm>
            <a:off x="6678040" y="3511717"/>
            <a:ext cx="0" cy="696869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 Placeholder 16">
            <a:extLst>
              <a:ext uri="{FF2B5EF4-FFF2-40B4-BE49-F238E27FC236}">
                <a16:creationId xmlns:a16="http://schemas.microsoft.com/office/drawing/2014/main" id="{DA6B0E9D-16FE-BA41-97E0-F59AD882DB3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633095" y="5216969"/>
            <a:ext cx="1745750" cy="720999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10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79" name="Text Placeholder 16">
            <a:extLst>
              <a:ext uri="{FF2B5EF4-FFF2-40B4-BE49-F238E27FC236}">
                <a16:creationId xmlns:a16="http://schemas.microsoft.com/office/drawing/2014/main" id="{59E24973-3E81-574A-A960-DFCA71784A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633095" y="5012338"/>
            <a:ext cx="1745750" cy="234975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10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80" name="Graphic 37">
            <a:extLst>
              <a:ext uri="{FF2B5EF4-FFF2-40B4-BE49-F238E27FC236}">
                <a16:creationId xmlns:a16="http://schemas.microsoft.com/office/drawing/2014/main" id="{755DEBF5-47E3-7648-8628-E28875FC7F6D}"/>
              </a:ext>
            </a:extLst>
          </p:cNvPr>
          <p:cNvSpPr/>
          <p:nvPr/>
        </p:nvSpPr>
        <p:spPr>
          <a:xfrm rot="10800000">
            <a:off x="10384945" y="4657483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t" anchorCtr="0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81" name="Text Placeholder 16">
            <a:extLst>
              <a:ext uri="{FF2B5EF4-FFF2-40B4-BE49-F238E27FC236}">
                <a16:creationId xmlns:a16="http://schemas.microsoft.com/office/drawing/2014/main" id="{49D8FF98-22A6-4B45-950D-13BA80B5B82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33095" y="4208586"/>
            <a:ext cx="1745750" cy="454750"/>
          </a:xfrm>
        </p:spPr>
        <p:txBody>
          <a:bodyPr anchor="t" anchorCtr="0">
            <a:noAutofit/>
          </a:bodyPr>
          <a:lstStyle>
            <a:lvl1pPr algn="ctr">
              <a:spcBef>
                <a:spcPts val="500"/>
              </a:spcBef>
              <a:defRPr sz="2200" b="1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insert text</a:t>
            </a:r>
            <a:endParaRPr lang="en-PT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D848D6E-390A-B546-B2D1-3C14D761E76D}"/>
              </a:ext>
            </a:extLst>
          </p:cNvPr>
          <p:cNvCxnSpPr>
            <a:cxnSpLocks/>
          </p:cNvCxnSpPr>
          <p:nvPr/>
        </p:nvCxnSpPr>
        <p:spPr>
          <a:xfrm>
            <a:off x="10505970" y="3511717"/>
            <a:ext cx="0" cy="696869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Graphic 37">
            <a:extLst>
              <a:ext uri="{FF2B5EF4-FFF2-40B4-BE49-F238E27FC236}">
                <a16:creationId xmlns:a16="http://schemas.microsoft.com/office/drawing/2014/main" id="{A27FF95F-BE3D-AB35-4F0C-323A2CEEA051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B0EAF3-6348-1F17-C93E-39232FA021F8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DFBBAA-B580-F7A6-5D22-0BEB182AB39F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742BA-773E-844B-AE81-41AB9C6E65E7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8CDD06-C7F7-E00F-FAA7-1F2842AC7A6D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2" name="Graphic 21">
            <a:extLst>
              <a:ext uri="{FF2B5EF4-FFF2-40B4-BE49-F238E27FC236}">
                <a16:creationId xmlns:a16="http://schemas.microsoft.com/office/drawing/2014/main" id="{078A0EE0-9ADA-1712-203E-E891421D5B9D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id="{E072F282-D87C-C777-E713-A7A99ECF7FEE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4">
              <a:extLst>
                <a:ext uri="{FF2B5EF4-FFF2-40B4-BE49-F238E27FC236}">
                  <a16:creationId xmlns:a16="http://schemas.microsoft.com/office/drawing/2014/main" id="{652D98E3-7EC3-08E5-DFEA-EEF086A96DEC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7" name="Freeform 25">
              <a:extLst>
                <a:ext uri="{FF2B5EF4-FFF2-40B4-BE49-F238E27FC236}">
                  <a16:creationId xmlns:a16="http://schemas.microsoft.com/office/drawing/2014/main" id="{927D0A6F-ECF8-6DA4-1AB7-96CB68C0CDFA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6">
              <a:extLst>
                <a:ext uri="{FF2B5EF4-FFF2-40B4-BE49-F238E27FC236}">
                  <a16:creationId xmlns:a16="http://schemas.microsoft.com/office/drawing/2014/main" id="{E648512C-6070-12B6-3FAF-D892898D1FA5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DCBF12E4-DBC1-539A-F867-9136F21782C9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28">
              <a:extLst>
                <a:ext uri="{FF2B5EF4-FFF2-40B4-BE49-F238E27FC236}">
                  <a16:creationId xmlns:a16="http://schemas.microsoft.com/office/drawing/2014/main" id="{0D65C2D0-6949-5C6B-651D-55C7FCC02DE9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30C304EA-3ADF-C9D9-6B56-9B817A87C674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CC8B4C65-0049-3E2C-25C0-5BA4F78C4317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88E61BC2-806D-A813-096D-A0AA807D266A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51DAE07E-8090-9DE7-C352-4A5A4C010EA6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1" name="Freeform 33">
              <a:extLst>
                <a:ext uri="{FF2B5EF4-FFF2-40B4-BE49-F238E27FC236}">
                  <a16:creationId xmlns:a16="http://schemas.microsoft.com/office/drawing/2014/main" id="{F92A715A-38E7-4ADA-8399-5102441127CC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3" name="Slide Number Placeholder 47">
            <a:extLst>
              <a:ext uri="{FF2B5EF4-FFF2-40B4-BE49-F238E27FC236}">
                <a16:creationId xmlns:a16="http://schemas.microsoft.com/office/drawing/2014/main" id="{A1095E79-06F7-A61E-4A15-7B65B47118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24EC4BE-959B-38DD-CF8C-BE75B05B8D32}"/>
              </a:ext>
            </a:extLst>
          </p:cNvPr>
          <p:cNvCxnSpPr>
            <a:cxnSpLocks/>
          </p:cNvCxnSpPr>
          <p:nvPr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C3C2A3D2-0EB1-8D9F-97F9-CC4552C39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FE08D4F1-A905-9BC5-1719-17251F2F1A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5865450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9" name="Graphic 37">
            <a:extLst>
              <a:ext uri="{FF2B5EF4-FFF2-40B4-BE49-F238E27FC236}">
                <a16:creationId xmlns:a16="http://schemas.microsoft.com/office/drawing/2014/main" id="{C5940A15-111C-7A41-A39B-F810A6089F2F}"/>
              </a:ext>
            </a:extLst>
          </p:cNvPr>
          <p:cNvSpPr/>
          <p:nvPr/>
        </p:nvSpPr>
        <p:spPr>
          <a:xfrm>
            <a:off x="25400" y="655969"/>
            <a:ext cx="1929515" cy="1873101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E5C04A-D6E5-D14D-B886-D76CD73B3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5067" y="2402445"/>
            <a:ext cx="6709485" cy="523873"/>
          </a:xfrm>
        </p:spPr>
        <p:txBody>
          <a:bodyPr anchor="t">
            <a:noAutofit/>
          </a:bodyPr>
          <a:lstStyle>
            <a:lvl1pPr algn="ctr">
              <a:defRPr sz="4500"/>
            </a:lvl1pPr>
          </a:lstStyle>
          <a:p>
            <a:r>
              <a:rPr lang="en-GB"/>
              <a:t>Click to insert text</a:t>
            </a:r>
            <a:endParaRPr lang="en-PT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73F46BB-2334-8248-9E94-742CB1B522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45067" y="3018101"/>
            <a:ext cx="6709485" cy="297184"/>
          </a:xfrm>
        </p:spPr>
        <p:txBody>
          <a:bodyPr anchor="t">
            <a:normAutofit/>
          </a:bodyPr>
          <a:lstStyle>
            <a:lvl1pPr algn="ctr">
              <a:defRPr sz="1400" b="0"/>
            </a:lvl1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0" name="Graphic 37">
            <a:extLst>
              <a:ext uri="{FF2B5EF4-FFF2-40B4-BE49-F238E27FC236}">
                <a16:creationId xmlns:a16="http://schemas.microsoft.com/office/drawing/2014/main" id="{85A394F1-76F7-F244-9F40-E46405D94531}"/>
              </a:ext>
            </a:extLst>
          </p:cNvPr>
          <p:cNvSpPr/>
          <p:nvPr/>
        </p:nvSpPr>
        <p:spPr>
          <a:xfrm>
            <a:off x="11526508" y="420995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4" name="Graphic 37">
            <a:extLst>
              <a:ext uri="{FF2B5EF4-FFF2-40B4-BE49-F238E27FC236}">
                <a16:creationId xmlns:a16="http://schemas.microsoft.com/office/drawing/2014/main" id="{10BC64C3-7813-6448-BE5E-F0C43625CAE5}"/>
              </a:ext>
            </a:extLst>
          </p:cNvPr>
          <p:cNvSpPr/>
          <p:nvPr/>
        </p:nvSpPr>
        <p:spPr>
          <a:xfrm>
            <a:off x="10237085" y="3894642"/>
            <a:ext cx="1929515" cy="1873101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D3D6BFCE-4265-7E44-836F-979C8A05AB8C}"/>
              </a:ext>
            </a:extLst>
          </p:cNvPr>
          <p:cNvSpPr/>
          <p:nvPr/>
        </p:nvSpPr>
        <p:spPr>
          <a:xfrm>
            <a:off x="10237084" y="-11098"/>
            <a:ext cx="1929516" cy="1377172"/>
          </a:xfrm>
          <a:custGeom>
            <a:avLst/>
            <a:gdLst>
              <a:gd name="connsiteX0" fmla="*/ 469855 w 1929516"/>
              <a:gd name="connsiteY0" fmla="*/ 0 h 1377172"/>
              <a:gd name="connsiteX1" fmla="*/ 1459661 w 1929516"/>
              <a:gd name="connsiteY1" fmla="*/ 0 h 1377172"/>
              <a:gd name="connsiteX2" fmla="*/ 1929516 w 1929516"/>
              <a:gd name="connsiteY2" fmla="*/ 470830 h 1377172"/>
              <a:gd name="connsiteX3" fmla="*/ 1929516 w 1929516"/>
              <a:gd name="connsiteY3" fmla="*/ 1377172 h 1377172"/>
              <a:gd name="connsiteX4" fmla="*/ 964758 w 1929516"/>
              <a:gd name="connsiteY4" fmla="*/ 410412 h 1377172"/>
              <a:gd name="connsiteX5" fmla="*/ 0 w 1929516"/>
              <a:gd name="connsiteY5" fmla="*/ 1377172 h 1377172"/>
              <a:gd name="connsiteX6" fmla="*/ 0 w 1929516"/>
              <a:gd name="connsiteY6" fmla="*/ 470830 h 137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29516" h="1377172">
                <a:moveTo>
                  <a:pt x="469855" y="0"/>
                </a:moveTo>
                <a:lnTo>
                  <a:pt x="1459661" y="0"/>
                </a:lnTo>
                <a:lnTo>
                  <a:pt x="1929516" y="470830"/>
                </a:lnTo>
                <a:lnTo>
                  <a:pt x="1929516" y="1377172"/>
                </a:lnTo>
                <a:lnTo>
                  <a:pt x="964758" y="410412"/>
                </a:lnTo>
                <a:lnTo>
                  <a:pt x="0" y="1377172"/>
                </a:lnTo>
                <a:lnTo>
                  <a:pt x="0" y="47083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38" name="Graphic 37">
            <a:extLst>
              <a:ext uri="{FF2B5EF4-FFF2-40B4-BE49-F238E27FC236}">
                <a16:creationId xmlns:a16="http://schemas.microsoft.com/office/drawing/2014/main" id="{A4E57762-4A88-3148-94B3-5F68DBF33CDD}"/>
              </a:ext>
            </a:extLst>
          </p:cNvPr>
          <p:cNvSpPr/>
          <p:nvPr/>
        </p:nvSpPr>
        <p:spPr>
          <a:xfrm>
            <a:off x="5082380" y="3670524"/>
            <a:ext cx="1929515" cy="1873101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5D961300-08B4-0E48-A401-4F2350696A43}"/>
              </a:ext>
            </a:extLst>
          </p:cNvPr>
          <p:cNvSpPr/>
          <p:nvPr/>
        </p:nvSpPr>
        <p:spPr>
          <a:xfrm>
            <a:off x="25399" y="5229620"/>
            <a:ext cx="1929516" cy="1637343"/>
          </a:xfrm>
          <a:custGeom>
            <a:avLst/>
            <a:gdLst>
              <a:gd name="connsiteX0" fmla="*/ 964758 w 1929516"/>
              <a:gd name="connsiteY0" fmla="*/ 0 h 1637343"/>
              <a:gd name="connsiteX1" fmla="*/ 1929516 w 1929516"/>
              <a:gd name="connsiteY1" fmla="*/ 966760 h 1637343"/>
              <a:gd name="connsiteX2" fmla="*/ 1929516 w 1929516"/>
              <a:gd name="connsiteY2" fmla="*/ 1637343 h 1637343"/>
              <a:gd name="connsiteX3" fmla="*/ 1694246 w 1929516"/>
              <a:gd name="connsiteY3" fmla="*/ 1637343 h 1637343"/>
              <a:gd name="connsiteX4" fmla="*/ 964758 w 1929516"/>
              <a:gd name="connsiteY4" fmla="*/ 906342 h 1637343"/>
              <a:gd name="connsiteX5" fmla="*/ 235270 w 1929516"/>
              <a:gd name="connsiteY5" fmla="*/ 1637343 h 1637343"/>
              <a:gd name="connsiteX6" fmla="*/ 0 w 1929516"/>
              <a:gd name="connsiteY6" fmla="*/ 1637343 h 1637343"/>
              <a:gd name="connsiteX7" fmla="*/ 0 w 1929516"/>
              <a:gd name="connsiteY7" fmla="*/ 966760 h 1637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29516" h="1637343">
                <a:moveTo>
                  <a:pt x="964758" y="0"/>
                </a:moveTo>
                <a:lnTo>
                  <a:pt x="1929516" y="966760"/>
                </a:lnTo>
                <a:lnTo>
                  <a:pt x="1929516" y="1637343"/>
                </a:lnTo>
                <a:lnTo>
                  <a:pt x="1694246" y="1637343"/>
                </a:lnTo>
                <a:lnTo>
                  <a:pt x="964758" y="906342"/>
                </a:lnTo>
                <a:lnTo>
                  <a:pt x="235270" y="1637343"/>
                </a:lnTo>
                <a:lnTo>
                  <a:pt x="0" y="1637343"/>
                </a:lnTo>
                <a:lnTo>
                  <a:pt x="0" y="96676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grpSp>
        <p:nvGrpSpPr>
          <p:cNvPr id="23" name="Graphic 21">
            <a:extLst>
              <a:ext uri="{FF2B5EF4-FFF2-40B4-BE49-F238E27FC236}">
                <a16:creationId xmlns:a16="http://schemas.microsoft.com/office/drawing/2014/main" id="{487D8F7B-0FF4-CC4A-A22A-E4E9E9413919}"/>
              </a:ext>
            </a:extLst>
          </p:cNvPr>
          <p:cNvGrpSpPr/>
          <p:nvPr/>
        </p:nvGrpSpPr>
        <p:grpSpPr>
          <a:xfrm>
            <a:off x="4153387" y="5883827"/>
            <a:ext cx="3825202" cy="361184"/>
            <a:chOff x="2546350" y="3092450"/>
            <a:chExt cx="7099490" cy="670350"/>
          </a:xfrm>
          <a:solidFill>
            <a:schemeClr val="tx2"/>
          </a:solidFill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0369393-1E25-D04E-B9DA-2128FDA9EEC3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A3AE8470-C774-0C4F-8874-F3791D780D31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D092881-4137-6B48-B96F-563478F72757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E7D7EF5-2EC3-254D-A6C9-20EFE588EEF2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CC316F4-D406-2B47-89D4-7C69A4040F6E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EF5A415-272C-654A-8889-E676FCEE8DA8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88C2D3D-D1E0-6042-8F4A-53F96422C92D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22A9198-00BA-7246-869D-DE2B1BC6FC19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7D26BA2D-E758-DD46-AD06-891BB1DD5C4C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D786D7EB-26FC-9D46-A847-F5D0DFBD1856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1BED5034-7066-F649-8004-6C6C260F950F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</p:spTree>
    <p:extLst>
      <p:ext uri="{BB962C8B-B14F-4D97-AF65-F5344CB8AC3E}">
        <p14:creationId xmlns:p14="http://schemas.microsoft.com/office/powerpoint/2010/main" val="23304470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- So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9" name="Graphic 37">
            <a:extLst>
              <a:ext uri="{FF2B5EF4-FFF2-40B4-BE49-F238E27FC236}">
                <a16:creationId xmlns:a16="http://schemas.microsoft.com/office/drawing/2014/main" id="{C5940A15-111C-7A41-A39B-F810A6089F2F}"/>
              </a:ext>
            </a:extLst>
          </p:cNvPr>
          <p:cNvSpPr/>
          <p:nvPr/>
        </p:nvSpPr>
        <p:spPr>
          <a:xfrm>
            <a:off x="1046767" y="1968576"/>
            <a:ext cx="1929515" cy="1873101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t" anchorCtr="0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E5C04A-D6E5-D14D-B886-D76CD73B3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5067" y="2210363"/>
            <a:ext cx="6709485" cy="523873"/>
          </a:xfrm>
        </p:spPr>
        <p:txBody>
          <a:bodyPr anchor="t" anchorCtr="0">
            <a:noAutofit/>
          </a:bodyPr>
          <a:lstStyle>
            <a:lvl1pPr algn="ctr">
              <a:defRPr sz="4000"/>
            </a:lvl1pPr>
          </a:lstStyle>
          <a:p>
            <a:r>
              <a:rPr lang="en-GB"/>
              <a:t>Click to insert text</a:t>
            </a:r>
            <a:endParaRPr lang="en-PT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73F46BB-2334-8248-9E94-742CB1B522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45067" y="2905127"/>
            <a:ext cx="6709485" cy="297184"/>
          </a:xfrm>
        </p:spPr>
        <p:txBody>
          <a:bodyPr anchor="t" anchorCtr="0">
            <a:normAutofit/>
          </a:bodyPr>
          <a:lstStyle>
            <a:lvl1pPr algn="ctr">
              <a:defRPr sz="1400" b="0"/>
            </a:lvl1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43DC71A4-8A59-A64C-8B43-8A4B9ED4136E}"/>
              </a:ext>
            </a:extLst>
          </p:cNvPr>
          <p:cNvSpPr/>
          <p:nvPr/>
        </p:nvSpPr>
        <p:spPr>
          <a:xfrm>
            <a:off x="10665896" y="1547234"/>
            <a:ext cx="1537632" cy="1873102"/>
          </a:xfrm>
          <a:custGeom>
            <a:avLst/>
            <a:gdLst>
              <a:gd name="connsiteX0" fmla="*/ 964758 w 1537632"/>
              <a:gd name="connsiteY0" fmla="*/ 0 h 1873102"/>
              <a:gd name="connsiteX1" fmla="*/ 1537632 w 1537632"/>
              <a:gd name="connsiteY1" fmla="*/ 574063 h 1873102"/>
              <a:gd name="connsiteX2" fmla="*/ 1537632 w 1537632"/>
              <a:gd name="connsiteY2" fmla="*/ 1480404 h 1873102"/>
              <a:gd name="connsiteX3" fmla="*/ 964758 w 1537632"/>
              <a:gd name="connsiteY3" fmla="*/ 906342 h 1873102"/>
              <a:gd name="connsiteX4" fmla="*/ 0 w 1537632"/>
              <a:gd name="connsiteY4" fmla="*/ 1873102 h 1873102"/>
              <a:gd name="connsiteX5" fmla="*/ 0 w 1537632"/>
              <a:gd name="connsiteY5" fmla="*/ 966760 h 1873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7632" h="1873102">
                <a:moveTo>
                  <a:pt x="964758" y="0"/>
                </a:moveTo>
                <a:lnTo>
                  <a:pt x="1537632" y="574063"/>
                </a:lnTo>
                <a:lnTo>
                  <a:pt x="1537632" y="1480404"/>
                </a:lnTo>
                <a:lnTo>
                  <a:pt x="964758" y="906342"/>
                </a:lnTo>
                <a:lnTo>
                  <a:pt x="0" y="1873102"/>
                </a:lnTo>
                <a:lnTo>
                  <a:pt x="0" y="96676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209A5318-ED26-9346-B3A1-66621D2E6A65}"/>
              </a:ext>
            </a:extLst>
          </p:cNvPr>
          <p:cNvSpPr/>
          <p:nvPr/>
        </p:nvSpPr>
        <p:spPr>
          <a:xfrm>
            <a:off x="8700669" y="-8965"/>
            <a:ext cx="1929516" cy="1179161"/>
          </a:xfrm>
          <a:custGeom>
            <a:avLst/>
            <a:gdLst>
              <a:gd name="connsiteX0" fmla="*/ 272254 w 1929516"/>
              <a:gd name="connsiteY0" fmla="*/ 0 h 1179161"/>
              <a:gd name="connsiteX1" fmla="*/ 1657262 w 1929516"/>
              <a:gd name="connsiteY1" fmla="*/ 0 h 1179161"/>
              <a:gd name="connsiteX2" fmla="*/ 1929516 w 1929516"/>
              <a:gd name="connsiteY2" fmla="*/ 272819 h 1179161"/>
              <a:gd name="connsiteX3" fmla="*/ 1929516 w 1929516"/>
              <a:gd name="connsiteY3" fmla="*/ 1179161 h 1179161"/>
              <a:gd name="connsiteX4" fmla="*/ 964758 w 1929516"/>
              <a:gd name="connsiteY4" fmla="*/ 212401 h 1179161"/>
              <a:gd name="connsiteX5" fmla="*/ 0 w 1929516"/>
              <a:gd name="connsiteY5" fmla="*/ 1179161 h 1179161"/>
              <a:gd name="connsiteX6" fmla="*/ 0 w 1929516"/>
              <a:gd name="connsiteY6" fmla="*/ 272819 h 1179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29516" h="1179161">
                <a:moveTo>
                  <a:pt x="272254" y="0"/>
                </a:moveTo>
                <a:lnTo>
                  <a:pt x="1657262" y="0"/>
                </a:lnTo>
                <a:lnTo>
                  <a:pt x="1929516" y="272819"/>
                </a:lnTo>
                <a:lnTo>
                  <a:pt x="1929516" y="1179161"/>
                </a:lnTo>
                <a:lnTo>
                  <a:pt x="964758" y="212401"/>
                </a:lnTo>
                <a:lnTo>
                  <a:pt x="0" y="1179161"/>
                </a:lnTo>
                <a:lnTo>
                  <a:pt x="0" y="272819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4" name="Graphic 37">
            <a:extLst>
              <a:ext uri="{FF2B5EF4-FFF2-40B4-BE49-F238E27FC236}">
                <a16:creationId xmlns:a16="http://schemas.microsoft.com/office/drawing/2014/main" id="{10BC64C3-7813-6448-BE5E-F0C43625CAE5}"/>
              </a:ext>
            </a:extLst>
          </p:cNvPr>
          <p:cNvSpPr/>
          <p:nvPr/>
        </p:nvSpPr>
        <p:spPr>
          <a:xfrm>
            <a:off x="8711590" y="3833234"/>
            <a:ext cx="1929515" cy="1873101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grpSp>
        <p:nvGrpSpPr>
          <p:cNvPr id="10" name="Graphic 8">
            <a:extLst>
              <a:ext uri="{FF2B5EF4-FFF2-40B4-BE49-F238E27FC236}">
                <a16:creationId xmlns:a16="http://schemas.microsoft.com/office/drawing/2014/main" id="{39AAEDB2-775C-BA4A-BC91-6BA061D46184}"/>
              </a:ext>
            </a:extLst>
          </p:cNvPr>
          <p:cNvGrpSpPr/>
          <p:nvPr/>
        </p:nvGrpSpPr>
        <p:grpSpPr>
          <a:xfrm>
            <a:off x="4591872" y="3710345"/>
            <a:ext cx="2995680" cy="888549"/>
            <a:chOff x="3848100" y="2762250"/>
            <a:chExt cx="4495800" cy="1333500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7788A5F-4358-DB45-8250-E823A404388A}"/>
                </a:ext>
              </a:extLst>
            </p:cNvPr>
            <p:cNvSpPr/>
            <p:nvPr/>
          </p:nvSpPr>
          <p:spPr>
            <a:xfrm>
              <a:off x="5520955" y="2762250"/>
              <a:ext cx="1150088" cy="1333500"/>
            </a:xfrm>
            <a:custGeom>
              <a:avLst/>
              <a:gdLst>
                <a:gd name="connsiteX0" fmla="*/ 1150088 w 1150088"/>
                <a:gd name="connsiteY0" fmla="*/ 1000125 h 1333500"/>
                <a:gd name="connsiteX1" fmla="*/ 1150088 w 1150088"/>
                <a:gd name="connsiteY1" fmla="*/ 333375 h 1333500"/>
                <a:gd name="connsiteX2" fmla="*/ 575044 w 1150088"/>
                <a:gd name="connsiteY2" fmla="*/ 0 h 1333500"/>
                <a:gd name="connsiteX3" fmla="*/ 0 w 1150088"/>
                <a:gd name="connsiteY3" fmla="*/ 333375 h 1333500"/>
                <a:gd name="connsiteX4" fmla="*/ 0 w 1150088"/>
                <a:gd name="connsiteY4" fmla="*/ 1000125 h 1333500"/>
                <a:gd name="connsiteX5" fmla="*/ 575044 w 1150088"/>
                <a:gd name="connsiteY5" fmla="*/ 1333500 h 1333500"/>
                <a:gd name="connsiteX6" fmla="*/ 1150088 w 1150088"/>
                <a:gd name="connsiteY6" fmla="*/ 1000125 h 133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0088" h="1333500">
                  <a:moveTo>
                    <a:pt x="1150088" y="1000125"/>
                  </a:moveTo>
                  <a:lnTo>
                    <a:pt x="1150088" y="333375"/>
                  </a:lnTo>
                  <a:lnTo>
                    <a:pt x="575044" y="0"/>
                  </a:lnTo>
                  <a:lnTo>
                    <a:pt x="0" y="333375"/>
                  </a:lnTo>
                  <a:lnTo>
                    <a:pt x="0" y="1000125"/>
                  </a:lnTo>
                  <a:lnTo>
                    <a:pt x="575044" y="1333500"/>
                  </a:lnTo>
                  <a:lnTo>
                    <a:pt x="1150088" y="1000125"/>
                  </a:lnTo>
                  <a:close/>
                </a:path>
              </a:pathLst>
            </a:custGeom>
            <a:solidFill>
              <a:srgbClr val="215A5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7CEE0D2-DD95-3D40-AAF6-7A22E0801C1B}"/>
                </a:ext>
              </a:extLst>
            </p:cNvPr>
            <p:cNvSpPr/>
            <p:nvPr/>
          </p:nvSpPr>
          <p:spPr>
            <a:xfrm>
              <a:off x="7193811" y="2762250"/>
              <a:ext cx="1150088" cy="1333500"/>
            </a:xfrm>
            <a:custGeom>
              <a:avLst/>
              <a:gdLst>
                <a:gd name="connsiteX0" fmla="*/ 1150088 w 1150088"/>
                <a:gd name="connsiteY0" fmla="*/ 1000125 h 1333500"/>
                <a:gd name="connsiteX1" fmla="*/ 1150088 w 1150088"/>
                <a:gd name="connsiteY1" fmla="*/ 333375 h 1333500"/>
                <a:gd name="connsiteX2" fmla="*/ 575044 w 1150088"/>
                <a:gd name="connsiteY2" fmla="*/ 0 h 1333500"/>
                <a:gd name="connsiteX3" fmla="*/ 0 w 1150088"/>
                <a:gd name="connsiteY3" fmla="*/ 333375 h 1333500"/>
                <a:gd name="connsiteX4" fmla="*/ 0 w 1150088"/>
                <a:gd name="connsiteY4" fmla="*/ 1000125 h 1333500"/>
                <a:gd name="connsiteX5" fmla="*/ 575044 w 1150088"/>
                <a:gd name="connsiteY5" fmla="*/ 1333500 h 1333500"/>
                <a:gd name="connsiteX6" fmla="*/ 1150088 w 1150088"/>
                <a:gd name="connsiteY6" fmla="*/ 1000125 h 133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0088" h="1333500">
                  <a:moveTo>
                    <a:pt x="1150088" y="1000125"/>
                  </a:moveTo>
                  <a:lnTo>
                    <a:pt x="1150088" y="333375"/>
                  </a:lnTo>
                  <a:lnTo>
                    <a:pt x="575044" y="0"/>
                  </a:lnTo>
                  <a:lnTo>
                    <a:pt x="0" y="333375"/>
                  </a:lnTo>
                  <a:lnTo>
                    <a:pt x="0" y="1000125"/>
                  </a:lnTo>
                  <a:lnTo>
                    <a:pt x="575044" y="1333500"/>
                  </a:lnTo>
                  <a:lnTo>
                    <a:pt x="1150088" y="1000125"/>
                  </a:lnTo>
                  <a:close/>
                </a:path>
              </a:pathLst>
            </a:custGeom>
            <a:solidFill>
              <a:srgbClr val="215A5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DC54F5C-9F0F-164E-AE3E-582FD9C3AF6D}"/>
                </a:ext>
              </a:extLst>
            </p:cNvPr>
            <p:cNvSpPr/>
            <p:nvPr/>
          </p:nvSpPr>
          <p:spPr>
            <a:xfrm>
              <a:off x="3848100" y="2762250"/>
              <a:ext cx="1150088" cy="1333500"/>
            </a:xfrm>
            <a:custGeom>
              <a:avLst/>
              <a:gdLst>
                <a:gd name="connsiteX0" fmla="*/ 1150088 w 1150088"/>
                <a:gd name="connsiteY0" fmla="*/ 1000125 h 1333500"/>
                <a:gd name="connsiteX1" fmla="*/ 1150088 w 1150088"/>
                <a:gd name="connsiteY1" fmla="*/ 333375 h 1333500"/>
                <a:gd name="connsiteX2" fmla="*/ 575044 w 1150088"/>
                <a:gd name="connsiteY2" fmla="*/ 0 h 1333500"/>
                <a:gd name="connsiteX3" fmla="*/ 0 w 1150088"/>
                <a:gd name="connsiteY3" fmla="*/ 333375 h 1333500"/>
                <a:gd name="connsiteX4" fmla="*/ 0 w 1150088"/>
                <a:gd name="connsiteY4" fmla="*/ 1000125 h 1333500"/>
                <a:gd name="connsiteX5" fmla="*/ 575044 w 1150088"/>
                <a:gd name="connsiteY5" fmla="*/ 1333500 h 1333500"/>
                <a:gd name="connsiteX6" fmla="*/ 1150088 w 1150088"/>
                <a:gd name="connsiteY6" fmla="*/ 1000125 h 133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0088" h="1333500">
                  <a:moveTo>
                    <a:pt x="1150088" y="1000125"/>
                  </a:moveTo>
                  <a:lnTo>
                    <a:pt x="1150088" y="333375"/>
                  </a:lnTo>
                  <a:lnTo>
                    <a:pt x="575044" y="0"/>
                  </a:lnTo>
                  <a:lnTo>
                    <a:pt x="0" y="333375"/>
                  </a:lnTo>
                  <a:lnTo>
                    <a:pt x="0" y="1000125"/>
                  </a:lnTo>
                  <a:lnTo>
                    <a:pt x="575044" y="1333500"/>
                  </a:lnTo>
                  <a:lnTo>
                    <a:pt x="1150088" y="1000125"/>
                  </a:lnTo>
                  <a:close/>
                </a:path>
              </a:pathLst>
            </a:custGeom>
            <a:solidFill>
              <a:srgbClr val="215A5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C5BEE5B7-7139-B64F-B33B-3000283FBB93}"/>
                </a:ext>
              </a:extLst>
            </p:cNvPr>
            <p:cNvSpPr/>
            <p:nvPr/>
          </p:nvSpPr>
          <p:spPr>
            <a:xfrm>
              <a:off x="4218789" y="3190894"/>
              <a:ext cx="399109" cy="400030"/>
            </a:xfrm>
            <a:custGeom>
              <a:avLst/>
              <a:gdLst>
                <a:gd name="connsiteX0" fmla="*/ 89156 w 399109"/>
                <a:gd name="connsiteY0" fmla="*/ 400031 h 400030"/>
                <a:gd name="connsiteX1" fmla="*/ 6273 w 399109"/>
                <a:gd name="connsiteY1" fmla="*/ 400031 h 400030"/>
                <a:gd name="connsiteX2" fmla="*/ 6273 w 399109"/>
                <a:gd name="connsiteY2" fmla="*/ 132664 h 400030"/>
                <a:gd name="connsiteX3" fmla="*/ 89156 w 399109"/>
                <a:gd name="connsiteY3" fmla="*/ 132664 h 400030"/>
                <a:gd name="connsiteX4" fmla="*/ 89156 w 399109"/>
                <a:gd name="connsiteY4" fmla="*/ 400031 h 400030"/>
                <a:gd name="connsiteX5" fmla="*/ 47239 w 399109"/>
                <a:gd name="connsiteY5" fmla="*/ 96945 h 400030"/>
                <a:gd name="connsiteX6" fmla="*/ 0 w 399109"/>
                <a:gd name="connsiteY6" fmla="*/ 47796 h 400030"/>
                <a:gd name="connsiteX7" fmla="*/ 71286 w 399109"/>
                <a:gd name="connsiteY7" fmla="*/ 6648 h 400030"/>
                <a:gd name="connsiteX8" fmla="*/ 95334 w 399109"/>
                <a:gd name="connsiteY8" fmla="*/ 47796 h 400030"/>
                <a:gd name="connsiteX9" fmla="*/ 47239 w 399109"/>
                <a:gd name="connsiteY9" fmla="*/ 96945 h 400030"/>
                <a:gd name="connsiteX10" fmla="*/ 316322 w 399109"/>
                <a:gd name="connsiteY10" fmla="*/ 400031 h 400030"/>
                <a:gd name="connsiteX11" fmla="*/ 316322 w 399109"/>
                <a:gd name="connsiteY11" fmla="*/ 270395 h 400030"/>
                <a:gd name="connsiteX12" fmla="*/ 272695 w 399109"/>
                <a:gd name="connsiteY12" fmla="*/ 199815 h 400030"/>
                <a:gd name="connsiteX13" fmla="*/ 223649 w 399109"/>
                <a:gd name="connsiteY13" fmla="*/ 267728 h 400030"/>
                <a:gd name="connsiteX14" fmla="*/ 223649 w 399109"/>
                <a:gd name="connsiteY14" fmla="*/ 400031 h 400030"/>
                <a:gd name="connsiteX15" fmla="*/ 140767 w 399109"/>
                <a:gd name="connsiteY15" fmla="*/ 400031 h 400030"/>
                <a:gd name="connsiteX16" fmla="*/ 140767 w 399109"/>
                <a:gd name="connsiteY16" fmla="*/ 132664 h 400030"/>
                <a:gd name="connsiteX17" fmla="*/ 220038 w 399109"/>
                <a:gd name="connsiteY17" fmla="*/ 132664 h 400030"/>
                <a:gd name="connsiteX18" fmla="*/ 220038 w 399109"/>
                <a:gd name="connsiteY18" fmla="*/ 169335 h 400030"/>
                <a:gd name="connsiteX19" fmla="*/ 220893 w 399109"/>
                <a:gd name="connsiteY19" fmla="*/ 169335 h 400030"/>
                <a:gd name="connsiteX20" fmla="*/ 299308 w 399109"/>
                <a:gd name="connsiteY20" fmla="*/ 126377 h 400030"/>
                <a:gd name="connsiteX21" fmla="*/ 399109 w 399109"/>
                <a:gd name="connsiteY21" fmla="*/ 253346 h 400030"/>
                <a:gd name="connsiteX22" fmla="*/ 399109 w 399109"/>
                <a:gd name="connsiteY22" fmla="*/ 399935 h 400030"/>
                <a:gd name="connsiteX23" fmla="*/ 316227 w 399109"/>
                <a:gd name="connsiteY23" fmla="*/ 399935 h 400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99109" h="400030">
                  <a:moveTo>
                    <a:pt x="89156" y="400031"/>
                  </a:moveTo>
                  <a:lnTo>
                    <a:pt x="6273" y="400031"/>
                  </a:lnTo>
                  <a:lnTo>
                    <a:pt x="6273" y="132664"/>
                  </a:lnTo>
                  <a:lnTo>
                    <a:pt x="89156" y="132664"/>
                  </a:lnTo>
                  <a:lnTo>
                    <a:pt x="89156" y="400031"/>
                  </a:lnTo>
                  <a:close/>
                  <a:moveTo>
                    <a:pt x="47239" y="96945"/>
                  </a:moveTo>
                  <a:cubicBezTo>
                    <a:pt x="21386" y="96945"/>
                    <a:pt x="0" y="74561"/>
                    <a:pt x="0" y="47796"/>
                  </a:cubicBezTo>
                  <a:cubicBezTo>
                    <a:pt x="0" y="11125"/>
                    <a:pt x="39160" y="-12116"/>
                    <a:pt x="71286" y="6648"/>
                  </a:cubicBezTo>
                  <a:cubicBezTo>
                    <a:pt x="86399" y="14649"/>
                    <a:pt x="95334" y="30746"/>
                    <a:pt x="95334" y="47796"/>
                  </a:cubicBezTo>
                  <a:cubicBezTo>
                    <a:pt x="95334" y="74657"/>
                    <a:pt x="73948" y="96945"/>
                    <a:pt x="47239" y="96945"/>
                  </a:cubicBezTo>
                  <a:close/>
                  <a:moveTo>
                    <a:pt x="316322" y="400031"/>
                  </a:moveTo>
                  <a:lnTo>
                    <a:pt x="316322" y="270395"/>
                  </a:lnTo>
                  <a:cubicBezTo>
                    <a:pt x="316322" y="239153"/>
                    <a:pt x="315466" y="199815"/>
                    <a:pt x="272695" y="199815"/>
                  </a:cubicBezTo>
                  <a:cubicBezTo>
                    <a:pt x="229923" y="199815"/>
                    <a:pt x="223649" y="232867"/>
                    <a:pt x="223649" y="267728"/>
                  </a:cubicBezTo>
                  <a:lnTo>
                    <a:pt x="223649" y="400031"/>
                  </a:lnTo>
                  <a:lnTo>
                    <a:pt x="140767" y="400031"/>
                  </a:lnTo>
                  <a:lnTo>
                    <a:pt x="140767" y="132664"/>
                  </a:lnTo>
                  <a:lnTo>
                    <a:pt x="220038" y="132664"/>
                  </a:lnTo>
                  <a:lnTo>
                    <a:pt x="220038" y="169335"/>
                  </a:lnTo>
                  <a:lnTo>
                    <a:pt x="220893" y="169335"/>
                  </a:lnTo>
                  <a:cubicBezTo>
                    <a:pt x="232489" y="148761"/>
                    <a:pt x="259198" y="126377"/>
                    <a:pt x="299308" y="126377"/>
                  </a:cubicBezTo>
                  <a:cubicBezTo>
                    <a:pt x="383046" y="126377"/>
                    <a:pt x="399109" y="181813"/>
                    <a:pt x="399109" y="253346"/>
                  </a:cubicBezTo>
                  <a:lnTo>
                    <a:pt x="399109" y="399935"/>
                  </a:lnTo>
                  <a:lnTo>
                    <a:pt x="316227" y="399935"/>
                  </a:lnTo>
                  <a:close/>
                </a:path>
              </a:pathLst>
            </a:custGeom>
            <a:solidFill>
              <a:srgbClr val="CDEAE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7D2E7E4-B852-CB47-8F3B-E782EE189C73}"/>
                </a:ext>
              </a:extLst>
            </p:cNvPr>
            <p:cNvSpPr/>
            <p:nvPr/>
          </p:nvSpPr>
          <p:spPr>
            <a:xfrm>
              <a:off x="5882045" y="3219354"/>
              <a:ext cx="418308" cy="419195"/>
            </a:xfrm>
            <a:custGeom>
              <a:avLst/>
              <a:gdLst>
                <a:gd name="connsiteX0" fmla="*/ 209677 w 418308"/>
                <a:gd name="connsiteY0" fmla="*/ 101632 h 419195"/>
                <a:gd name="connsiteX1" fmla="*/ 316987 w 418308"/>
                <a:gd name="connsiteY1" fmla="*/ 209169 h 419195"/>
                <a:gd name="connsiteX2" fmla="*/ 209677 w 418308"/>
                <a:gd name="connsiteY2" fmla="*/ 316706 h 419195"/>
                <a:gd name="connsiteX3" fmla="*/ 102367 w 418308"/>
                <a:gd name="connsiteY3" fmla="*/ 209169 h 419195"/>
                <a:gd name="connsiteX4" fmla="*/ 209677 w 418308"/>
                <a:gd name="connsiteY4" fmla="*/ 101632 h 419195"/>
                <a:gd name="connsiteX5" fmla="*/ 209677 w 418308"/>
                <a:gd name="connsiteY5" fmla="*/ 279368 h 419195"/>
                <a:gd name="connsiteX6" fmla="*/ 278778 w 418308"/>
                <a:gd name="connsiteY6" fmla="*/ 209169 h 419195"/>
                <a:gd name="connsiteX7" fmla="*/ 209677 w 418308"/>
                <a:gd name="connsiteY7" fmla="*/ 139922 h 419195"/>
                <a:gd name="connsiteX8" fmla="*/ 139626 w 418308"/>
                <a:gd name="connsiteY8" fmla="*/ 209169 h 419195"/>
                <a:gd name="connsiteX9" fmla="*/ 209677 w 418308"/>
                <a:gd name="connsiteY9" fmla="*/ 279368 h 419195"/>
                <a:gd name="connsiteX10" fmla="*/ 345977 w 418308"/>
                <a:gd name="connsiteY10" fmla="*/ 97822 h 419195"/>
                <a:gd name="connsiteX11" fmla="*/ 320789 w 418308"/>
                <a:gd name="connsiteY11" fmla="*/ 72581 h 419195"/>
                <a:gd name="connsiteX12" fmla="*/ 295601 w 418308"/>
                <a:gd name="connsiteY12" fmla="*/ 97822 h 419195"/>
                <a:gd name="connsiteX13" fmla="*/ 320789 w 418308"/>
                <a:gd name="connsiteY13" fmla="*/ 123063 h 419195"/>
                <a:gd name="connsiteX14" fmla="*/ 345977 w 418308"/>
                <a:gd name="connsiteY14" fmla="*/ 97822 h 419195"/>
                <a:gd name="connsiteX15" fmla="*/ 416883 w 418308"/>
                <a:gd name="connsiteY15" fmla="*/ 123063 h 419195"/>
                <a:gd name="connsiteX16" fmla="*/ 416883 w 418308"/>
                <a:gd name="connsiteY16" fmla="*/ 296132 h 419195"/>
                <a:gd name="connsiteX17" fmla="*/ 383236 w 418308"/>
                <a:gd name="connsiteY17" fmla="*/ 384048 h 419195"/>
                <a:gd name="connsiteX18" fmla="*/ 295506 w 418308"/>
                <a:gd name="connsiteY18" fmla="*/ 417767 h 419195"/>
                <a:gd name="connsiteX19" fmla="*/ 122803 w 418308"/>
                <a:gd name="connsiteY19" fmla="*/ 417767 h 419195"/>
                <a:gd name="connsiteX20" fmla="*/ 35073 w 418308"/>
                <a:gd name="connsiteY20" fmla="*/ 384048 h 419195"/>
                <a:gd name="connsiteX21" fmla="*/ 1426 w 418308"/>
                <a:gd name="connsiteY21" fmla="*/ 296132 h 419195"/>
                <a:gd name="connsiteX22" fmla="*/ 1426 w 418308"/>
                <a:gd name="connsiteY22" fmla="*/ 123063 h 419195"/>
                <a:gd name="connsiteX23" fmla="*/ 35073 w 418308"/>
                <a:gd name="connsiteY23" fmla="*/ 35147 h 419195"/>
                <a:gd name="connsiteX24" fmla="*/ 122803 w 418308"/>
                <a:gd name="connsiteY24" fmla="*/ 1429 h 419195"/>
                <a:gd name="connsiteX25" fmla="*/ 295506 w 418308"/>
                <a:gd name="connsiteY25" fmla="*/ 1429 h 419195"/>
                <a:gd name="connsiteX26" fmla="*/ 383236 w 418308"/>
                <a:gd name="connsiteY26" fmla="*/ 35147 h 419195"/>
                <a:gd name="connsiteX27" fmla="*/ 416883 w 418308"/>
                <a:gd name="connsiteY27" fmla="*/ 123063 h 419195"/>
                <a:gd name="connsiteX28" fmla="*/ 372115 w 418308"/>
                <a:gd name="connsiteY28" fmla="*/ 332613 h 419195"/>
                <a:gd name="connsiteX29" fmla="*/ 380480 w 418308"/>
                <a:gd name="connsiteY29" fmla="*/ 209169 h 419195"/>
                <a:gd name="connsiteX30" fmla="*/ 372115 w 418308"/>
                <a:gd name="connsiteY30" fmla="*/ 85725 h 419195"/>
                <a:gd name="connsiteX31" fmla="*/ 332955 w 418308"/>
                <a:gd name="connsiteY31" fmla="*/ 46482 h 419195"/>
                <a:gd name="connsiteX32" fmla="*/ 209772 w 418308"/>
                <a:gd name="connsiteY32" fmla="*/ 38100 h 419195"/>
                <a:gd name="connsiteX33" fmla="*/ 86589 w 418308"/>
                <a:gd name="connsiteY33" fmla="*/ 46482 h 419195"/>
                <a:gd name="connsiteX34" fmla="*/ 46479 w 418308"/>
                <a:gd name="connsiteY34" fmla="*/ 85725 h 419195"/>
                <a:gd name="connsiteX35" fmla="*/ 38114 w 418308"/>
                <a:gd name="connsiteY35" fmla="*/ 209169 h 419195"/>
                <a:gd name="connsiteX36" fmla="*/ 46479 w 418308"/>
                <a:gd name="connsiteY36" fmla="*/ 332613 h 419195"/>
                <a:gd name="connsiteX37" fmla="*/ 86589 w 418308"/>
                <a:gd name="connsiteY37" fmla="*/ 372809 h 419195"/>
                <a:gd name="connsiteX38" fmla="*/ 209772 w 418308"/>
                <a:gd name="connsiteY38" fmla="*/ 381191 h 419195"/>
                <a:gd name="connsiteX39" fmla="*/ 332955 w 418308"/>
                <a:gd name="connsiteY39" fmla="*/ 372809 h 419195"/>
                <a:gd name="connsiteX40" fmla="*/ 372115 w 418308"/>
                <a:gd name="connsiteY40" fmla="*/ 332613 h 419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18308" h="419195">
                  <a:moveTo>
                    <a:pt x="209677" y="101632"/>
                  </a:moveTo>
                  <a:cubicBezTo>
                    <a:pt x="268512" y="101632"/>
                    <a:pt x="316987" y="150305"/>
                    <a:pt x="316987" y="209169"/>
                  </a:cubicBezTo>
                  <a:cubicBezTo>
                    <a:pt x="316987" y="268034"/>
                    <a:pt x="268417" y="316706"/>
                    <a:pt x="209677" y="316706"/>
                  </a:cubicBezTo>
                  <a:cubicBezTo>
                    <a:pt x="150937" y="316706"/>
                    <a:pt x="102367" y="268986"/>
                    <a:pt x="102367" y="209169"/>
                  </a:cubicBezTo>
                  <a:cubicBezTo>
                    <a:pt x="102367" y="149352"/>
                    <a:pt x="149987" y="101632"/>
                    <a:pt x="209677" y="101632"/>
                  </a:cubicBezTo>
                  <a:close/>
                  <a:moveTo>
                    <a:pt x="209677" y="279368"/>
                  </a:moveTo>
                  <a:cubicBezTo>
                    <a:pt x="247982" y="279368"/>
                    <a:pt x="278778" y="248507"/>
                    <a:pt x="278778" y="209169"/>
                  </a:cubicBezTo>
                  <a:cubicBezTo>
                    <a:pt x="278778" y="169831"/>
                    <a:pt x="247982" y="139922"/>
                    <a:pt x="209677" y="139922"/>
                  </a:cubicBezTo>
                  <a:cubicBezTo>
                    <a:pt x="171373" y="139922"/>
                    <a:pt x="139626" y="170783"/>
                    <a:pt x="139626" y="209169"/>
                  </a:cubicBezTo>
                  <a:cubicBezTo>
                    <a:pt x="139626" y="247555"/>
                    <a:pt x="171373" y="279368"/>
                    <a:pt x="209677" y="279368"/>
                  </a:cubicBezTo>
                  <a:close/>
                  <a:moveTo>
                    <a:pt x="345977" y="97822"/>
                  </a:moveTo>
                  <a:cubicBezTo>
                    <a:pt x="345977" y="83820"/>
                    <a:pt x="334761" y="72581"/>
                    <a:pt x="320789" y="72581"/>
                  </a:cubicBezTo>
                  <a:cubicBezTo>
                    <a:pt x="306817" y="72581"/>
                    <a:pt x="295601" y="83820"/>
                    <a:pt x="295601" y="97822"/>
                  </a:cubicBezTo>
                  <a:cubicBezTo>
                    <a:pt x="295601" y="111824"/>
                    <a:pt x="306817" y="123063"/>
                    <a:pt x="320789" y="123063"/>
                  </a:cubicBezTo>
                  <a:cubicBezTo>
                    <a:pt x="334761" y="123063"/>
                    <a:pt x="345977" y="111824"/>
                    <a:pt x="345977" y="97822"/>
                  </a:cubicBezTo>
                  <a:close/>
                  <a:moveTo>
                    <a:pt x="416883" y="123063"/>
                  </a:moveTo>
                  <a:cubicBezTo>
                    <a:pt x="418784" y="157639"/>
                    <a:pt x="418784" y="261556"/>
                    <a:pt x="416883" y="296132"/>
                  </a:cubicBezTo>
                  <a:cubicBezTo>
                    <a:pt x="414982" y="329851"/>
                    <a:pt x="407568" y="358807"/>
                    <a:pt x="383236" y="384048"/>
                  </a:cubicBezTo>
                  <a:cubicBezTo>
                    <a:pt x="358999" y="408337"/>
                    <a:pt x="329058" y="415862"/>
                    <a:pt x="295506" y="417767"/>
                  </a:cubicBezTo>
                  <a:cubicBezTo>
                    <a:pt x="261003" y="419672"/>
                    <a:pt x="157305" y="419672"/>
                    <a:pt x="122803" y="417767"/>
                  </a:cubicBezTo>
                  <a:cubicBezTo>
                    <a:pt x="89156" y="415862"/>
                    <a:pt x="60261" y="408432"/>
                    <a:pt x="35073" y="384048"/>
                  </a:cubicBezTo>
                  <a:cubicBezTo>
                    <a:pt x="10836" y="358807"/>
                    <a:pt x="3327" y="329756"/>
                    <a:pt x="1426" y="296132"/>
                  </a:cubicBezTo>
                  <a:cubicBezTo>
                    <a:pt x="-475" y="261556"/>
                    <a:pt x="-475" y="157639"/>
                    <a:pt x="1426" y="123063"/>
                  </a:cubicBezTo>
                  <a:cubicBezTo>
                    <a:pt x="3327" y="89345"/>
                    <a:pt x="10740" y="59436"/>
                    <a:pt x="35073" y="35147"/>
                  </a:cubicBezTo>
                  <a:cubicBezTo>
                    <a:pt x="60261" y="10859"/>
                    <a:pt x="89251" y="3334"/>
                    <a:pt x="122803" y="1429"/>
                  </a:cubicBezTo>
                  <a:cubicBezTo>
                    <a:pt x="157305" y="-476"/>
                    <a:pt x="261003" y="-476"/>
                    <a:pt x="295506" y="1429"/>
                  </a:cubicBezTo>
                  <a:cubicBezTo>
                    <a:pt x="329153" y="3334"/>
                    <a:pt x="358999" y="10763"/>
                    <a:pt x="383236" y="35147"/>
                  </a:cubicBezTo>
                  <a:cubicBezTo>
                    <a:pt x="407473" y="59436"/>
                    <a:pt x="414982" y="89440"/>
                    <a:pt x="416883" y="123063"/>
                  </a:cubicBezTo>
                  <a:close/>
                  <a:moveTo>
                    <a:pt x="372115" y="332613"/>
                  </a:moveTo>
                  <a:cubicBezTo>
                    <a:pt x="383331" y="305467"/>
                    <a:pt x="380480" y="240030"/>
                    <a:pt x="380480" y="209169"/>
                  </a:cubicBezTo>
                  <a:cubicBezTo>
                    <a:pt x="380480" y="178308"/>
                    <a:pt x="383331" y="113729"/>
                    <a:pt x="372115" y="85725"/>
                  </a:cubicBezTo>
                  <a:cubicBezTo>
                    <a:pt x="364702" y="67913"/>
                    <a:pt x="350634" y="52959"/>
                    <a:pt x="332955" y="46482"/>
                  </a:cubicBezTo>
                  <a:cubicBezTo>
                    <a:pt x="304916" y="35243"/>
                    <a:pt x="239618" y="38100"/>
                    <a:pt x="209772" y="38100"/>
                  </a:cubicBezTo>
                  <a:cubicBezTo>
                    <a:pt x="179927" y="38100"/>
                    <a:pt x="113583" y="35243"/>
                    <a:pt x="86589" y="46482"/>
                  </a:cubicBezTo>
                  <a:cubicBezTo>
                    <a:pt x="67960" y="53912"/>
                    <a:pt x="53893" y="68009"/>
                    <a:pt x="46479" y="85725"/>
                  </a:cubicBezTo>
                  <a:cubicBezTo>
                    <a:pt x="35263" y="113824"/>
                    <a:pt x="38114" y="179260"/>
                    <a:pt x="38114" y="209169"/>
                  </a:cubicBezTo>
                  <a:cubicBezTo>
                    <a:pt x="38114" y="239077"/>
                    <a:pt x="35263" y="305562"/>
                    <a:pt x="46479" y="332613"/>
                  </a:cubicBezTo>
                  <a:cubicBezTo>
                    <a:pt x="53893" y="351282"/>
                    <a:pt x="67960" y="365379"/>
                    <a:pt x="86589" y="372809"/>
                  </a:cubicBezTo>
                  <a:cubicBezTo>
                    <a:pt x="113678" y="384048"/>
                    <a:pt x="178977" y="381191"/>
                    <a:pt x="209772" y="381191"/>
                  </a:cubicBezTo>
                  <a:cubicBezTo>
                    <a:pt x="240568" y="381191"/>
                    <a:pt x="305011" y="384048"/>
                    <a:pt x="332955" y="372809"/>
                  </a:cubicBezTo>
                  <a:cubicBezTo>
                    <a:pt x="350729" y="365379"/>
                    <a:pt x="365652" y="351282"/>
                    <a:pt x="372115" y="332613"/>
                  </a:cubicBezTo>
                  <a:close/>
                </a:path>
              </a:pathLst>
            </a:custGeom>
            <a:solidFill>
              <a:srgbClr val="CDEAE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5881514-4893-8349-8806-CD65BB09E216}"/>
                </a:ext>
              </a:extLst>
            </p:cNvPr>
            <p:cNvSpPr/>
            <p:nvPr/>
          </p:nvSpPr>
          <p:spPr>
            <a:xfrm>
              <a:off x="7640540" y="3200400"/>
              <a:ext cx="218611" cy="419100"/>
            </a:xfrm>
            <a:custGeom>
              <a:avLst/>
              <a:gdLst>
                <a:gd name="connsiteX0" fmla="*/ 204259 w 218611"/>
                <a:gd name="connsiteY0" fmla="*/ 235744 h 419100"/>
                <a:gd name="connsiteX1" fmla="*/ 144664 w 218611"/>
                <a:gd name="connsiteY1" fmla="*/ 235744 h 419100"/>
                <a:gd name="connsiteX2" fmla="*/ 144664 w 218611"/>
                <a:gd name="connsiteY2" fmla="*/ 419100 h 419100"/>
                <a:gd name="connsiteX3" fmla="*/ 65203 w 218611"/>
                <a:gd name="connsiteY3" fmla="*/ 419100 h 419100"/>
                <a:gd name="connsiteX4" fmla="*/ 65203 w 218611"/>
                <a:gd name="connsiteY4" fmla="*/ 235744 h 419100"/>
                <a:gd name="connsiteX5" fmla="*/ 0 w 218611"/>
                <a:gd name="connsiteY5" fmla="*/ 235744 h 419100"/>
                <a:gd name="connsiteX6" fmla="*/ 0 w 218611"/>
                <a:gd name="connsiteY6" fmla="*/ 160401 h 419100"/>
                <a:gd name="connsiteX7" fmla="*/ 65203 w 218611"/>
                <a:gd name="connsiteY7" fmla="*/ 160401 h 419100"/>
                <a:gd name="connsiteX8" fmla="*/ 65203 w 218611"/>
                <a:gd name="connsiteY8" fmla="*/ 102299 h 419100"/>
                <a:gd name="connsiteX9" fmla="*/ 161393 w 218611"/>
                <a:gd name="connsiteY9" fmla="*/ 0 h 419100"/>
                <a:gd name="connsiteX10" fmla="*/ 218612 w 218611"/>
                <a:gd name="connsiteY10" fmla="*/ 5715 h 419100"/>
                <a:gd name="connsiteX11" fmla="*/ 218612 w 218611"/>
                <a:gd name="connsiteY11" fmla="*/ 70390 h 419100"/>
                <a:gd name="connsiteX12" fmla="*/ 186010 w 218611"/>
                <a:gd name="connsiteY12" fmla="*/ 70390 h 419100"/>
                <a:gd name="connsiteX13" fmla="*/ 144664 w 218611"/>
                <a:gd name="connsiteY13" fmla="*/ 111347 h 419100"/>
                <a:gd name="connsiteX14" fmla="*/ 144664 w 218611"/>
                <a:gd name="connsiteY14" fmla="*/ 160496 h 419100"/>
                <a:gd name="connsiteX15" fmla="*/ 215475 w 218611"/>
                <a:gd name="connsiteY15" fmla="*/ 160496 h 419100"/>
                <a:gd name="connsiteX16" fmla="*/ 204259 w 218611"/>
                <a:gd name="connsiteY16" fmla="*/ 235839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8611" h="419100">
                  <a:moveTo>
                    <a:pt x="204259" y="235744"/>
                  </a:moveTo>
                  <a:lnTo>
                    <a:pt x="144664" y="235744"/>
                  </a:lnTo>
                  <a:lnTo>
                    <a:pt x="144664" y="419100"/>
                  </a:lnTo>
                  <a:lnTo>
                    <a:pt x="65203" y="419100"/>
                  </a:lnTo>
                  <a:lnTo>
                    <a:pt x="65203" y="235744"/>
                  </a:lnTo>
                  <a:lnTo>
                    <a:pt x="0" y="235744"/>
                  </a:lnTo>
                  <a:lnTo>
                    <a:pt x="0" y="160401"/>
                  </a:lnTo>
                  <a:lnTo>
                    <a:pt x="65203" y="160401"/>
                  </a:lnTo>
                  <a:lnTo>
                    <a:pt x="65203" y="102299"/>
                  </a:lnTo>
                  <a:cubicBezTo>
                    <a:pt x="65203" y="36767"/>
                    <a:pt x="103318" y="0"/>
                    <a:pt x="161393" y="0"/>
                  </a:cubicBezTo>
                  <a:cubicBezTo>
                    <a:pt x="189242" y="0"/>
                    <a:pt x="218612" y="5715"/>
                    <a:pt x="218612" y="5715"/>
                  </a:cubicBezTo>
                  <a:lnTo>
                    <a:pt x="218612" y="70390"/>
                  </a:lnTo>
                  <a:lnTo>
                    <a:pt x="186010" y="70390"/>
                  </a:lnTo>
                  <a:cubicBezTo>
                    <a:pt x="154264" y="70390"/>
                    <a:pt x="144664" y="90011"/>
                    <a:pt x="144664" y="111347"/>
                  </a:cubicBezTo>
                  <a:lnTo>
                    <a:pt x="144664" y="160496"/>
                  </a:lnTo>
                  <a:lnTo>
                    <a:pt x="215475" y="160496"/>
                  </a:lnTo>
                  <a:lnTo>
                    <a:pt x="204259" y="235839"/>
                  </a:lnTo>
                  <a:close/>
                </a:path>
              </a:pathLst>
            </a:custGeom>
            <a:solidFill>
              <a:srgbClr val="CDEAE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3" name="Graphic 37">
            <a:extLst>
              <a:ext uri="{FF2B5EF4-FFF2-40B4-BE49-F238E27FC236}">
                <a16:creationId xmlns:a16="http://schemas.microsoft.com/office/drawing/2014/main" id="{0A447EDA-CBA0-3EEC-4662-E2A4D2B3411D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BEC6E0-593F-F22F-BE87-9B0363295346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D245D8-C93F-97E2-C03B-07F4289EB014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BAED09-0116-F806-C51F-073E0C325E76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52AEF2-225D-1EEF-4143-3EC29B620844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8" name="Graphic 21">
            <a:extLst>
              <a:ext uri="{FF2B5EF4-FFF2-40B4-BE49-F238E27FC236}">
                <a16:creationId xmlns:a16="http://schemas.microsoft.com/office/drawing/2014/main" id="{1E6029E7-AAE1-FCF0-EBB9-014553CAFFDB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9" name="Freeform 23">
              <a:extLst>
                <a:ext uri="{FF2B5EF4-FFF2-40B4-BE49-F238E27FC236}">
                  <a16:creationId xmlns:a16="http://schemas.microsoft.com/office/drawing/2014/main" id="{D788BBFF-45D4-6D3F-79DA-9E04233719F5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4">
              <a:extLst>
                <a:ext uri="{FF2B5EF4-FFF2-40B4-BE49-F238E27FC236}">
                  <a16:creationId xmlns:a16="http://schemas.microsoft.com/office/drawing/2014/main" id="{82936477-0496-DAF8-9900-7BA2C54754F7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7" name="Freeform 25">
              <a:extLst>
                <a:ext uri="{FF2B5EF4-FFF2-40B4-BE49-F238E27FC236}">
                  <a16:creationId xmlns:a16="http://schemas.microsoft.com/office/drawing/2014/main" id="{4C8CB8E8-E43D-4CC4-6FC5-A24843063B4C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26">
              <a:extLst>
                <a:ext uri="{FF2B5EF4-FFF2-40B4-BE49-F238E27FC236}">
                  <a16:creationId xmlns:a16="http://schemas.microsoft.com/office/drawing/2014/main" id="{9F139313-25BC-8474-D520-A96DB77613F9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7" name="Freeform 27">
              <a:extLst>
                <a:ext uri="{FF2B5EF4-FFF2-40B4-BE49-F238E27FC236}">
                  <a16:creationId xmlns:a16="http://schemas.microsoft.com/office/drawing/2014/main" id="{AEDC8303-BB3D-47EE-00C9-6BF8C7F950B0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8" name="Freeform 28">
              <a:extLst>
                <a:ext uri="{FF2B5EF4-FFF2-40B4-BE49-F238E27FC236}">
                  <a16:creationId xmlns:a16="http://schemas.microsoft.com/office/drawing/2014/main" id="{4D2A2B63-3E52-ECA6-4746-5BFA2387AE01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7EE2FA80-E925-ED3D-0D73-289731E24702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1" name="Freeform 30">
              <a:extLst>
                <a:ext uri="{FF2B5EF4-FFF2-40B4-BE49-F238E27FC236}">
                  <a16:creationId xmlns:a16="http://schemas.microsoft.com/office/drawing/2014/main" id="{426CA28B-5375-867B-FBEE-EA0F171762A5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3" name="Freeform 31">
              <a:extLst>
                <a:ext uri="{FF2B5EF4-FFF2-40B4-BE49-F238E27FC236}">
                  <a16:creationId xmlns:a16="http://schemas.microsoft.com/office/drawing/2014/main" id="{82F6F68E-74CB-F34C-AE5A-454CEA715DF4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7" name="Freeform 32">
              <a:extLst>
                <a:ext uri="{FF2B5EF4-FFF2-40B4-BE49-F238E27FC236}">
                  <a16:creationId xmlns:a16="http://schemas.microsoft.com/office/drawing/2014/main" id="{DCC556BA-BFC2-3559-2BE3-97A48F5E7320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9" name="Freeform 33">
              <a:extLst>
                <a:ext uri="{FF2B5EF4-FFF2-40B4-BE49-F238E27FC236}">
                  <a16:creationId xmlns:a16="http://schemas.microsoft.com/office/drawing/2014/main" id="{81C6727E-1BDD-139F-3E52-56565A4AED9E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50" name="Slide Number Placeholder 47">
            <a:extLst>
              <a:ext uri="{FF2B5EF4-FFF2-40B4-BE49-F238E27FC236}">
                <a16:creationId xmlns:a16="http://schemas.microsoft.com/office/drawing/2014/main" id="{66545F22-5B90-DA12-4DEE-64BC3863857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4145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-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0E44068-7212-0741-BC67-CE28A6B0582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E5C04A-D6E5-D14D-B886-D76CD73B3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723" y="3429000"/>
            <a:ext cx="4054737" cy="968025"/>
          </a:xfrm>
        </p:spPr>
        <p:txBody>
          <a:bodyPr>
            <a:normAutofit/>
          </a:bodyPr>
          <a:lstStyle>
            <a:lvl1pPr algn="ctr">
              <a:defRPr sz="28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insert a Headline</a:t>
            </a:r>
            <a:endParaRPr lang="en-PT"/>
          </a:p>
        </p:txBody>
      </p:sp>
      <p:sp>
        <p:nvSpPr>
          <p:cNvPr id="40" name="Graphic 37">
            <a:extLst>
              <a:ext uri="{FF2B5EF4-FFF2-40B4-BE49-F238E27FC236}">
                <a16:creationId xmlns:a16="http://schemas.microsoft.com/office/drawing/2014/main" id="{85A394F1-76F7-F244-9F40-E46405D94531}"/>
              </a:ext>
            </a:extLst>
          </p:cNvPr>
          <p:cNvSpPr/>
          <p:nvPr/>
        </p:nvSpPr>
        <p:spPr>
          <a:xfrm>
            <a:off x="5601217" y="4863808"/>
            <a:ext cx="997186" cy="968031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89" name="Graphic 37">
            <a:extLst>
              <a:ext uri="{FF2B5EF4-FFF2-40B4-BE49-F238E27FC236}">
                <a16:creationId xmlns:a16="http://schemas.microsoft.com/office/drawing/2014/main" id="{5FADA0CE-6F82-294A-A09F-97F0F555F31C}"/>
              </a:ext>
            </a:extLst>
          </p:cNvPr>
          <p:cNvSpPr/>
          <p:nvPr/>
        </p:nvSpPr>
        <p:spPr>
          <a:xfrm>
            <a:off x="11526508" y="420995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18A2ED-EFA2-7149-B1AB-9A4C605E38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1076964"/>
            <a:ext cx="12188825" cy="1739900"/>
          </a:xfrm>
        </p:spPr>
        <p:txBody>
          <a:bodyPr>
            <a:noAutofit/>
          </a:bodyPr>
          <a:lstStyle>
            <a:lvl1pPr algn="ctr">
              <a:defRPr sz="14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insert</a:t>
            </a:r>
            <a:endParaRPr lang="en-P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7ABEF2-60BF-5B6B-56B2-C432971F96C1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5AF72F-62B9-3D80-A5F4-D8C1A76BB0B3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9C55AA-2DD1-80B0-C089-B891924B1D73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1B539-011C-3885-EA79-2D5FF0F90673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8" name="Graphic 21">
            <a:extLst>
              <a:ext uri="{FF2B5EF4-FFF2-40B4-BE49-F238E27FC236}">
                <a16:creationId xmlns:a16="http://schemas.microsoft.com/office/drawing/2014/main" id="{AD59E864-E823-9997-E9AB-337840A52641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4BBDB05E-2E15-BB10-5609-EDA2609EBF64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E13F7D5E-A94B-25FB-5298-009796F1F899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C3B283C1-3468-F5E7-6EF5-B6A4ADA0F898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0494633D-6105-5FDD-6D84-DB8942741113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066272F4-EAE6-C278-23A4-2BF369EA9F3E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8">
              <a:extLst>
                <a:ext uri="{FF2B5EF4-FFF2-40B4-BE49-F238E27FC236}">
                  <a16:creationId xmlns:a16="http://schemas.microsoft.com/office/drawing/2014/main" id="{399C4F06-34E9-CC62-D599-8BC743BF42A3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9">
              <a:extLst>
                <a:ext uri="{FF2B5EF4-FFF2-40B4-BE49-F238E27FC236}">
                  <a16:creationId xmlns:a16="http://schemas.microsoft.com/office/drawing/2014/main" id="{E4B65A6E-AE15-0178-6B8C-10BE23E9ED92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5DBF28F6-3A3E-E384-3AB7-D440AE380A63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31">
              <a:extLst>
                <a:ext uri="{FF2B5EF4-FFF2-40B4-BE49-F238E27FC236}">
                  <a16:creationId xmlns:a16="http://schemas.microsoft.com/office/drawing/2014/main" id="{96BE9121-125F-2E68-2685-C3FB8BF0082F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32">
              <a:extLst>
                <a:ext uri="{FF2B5EF4-FFF2-40B4-BE49-F238E27FC236}">
                  <a16:creationId xmlns:a16="http://schemas.microsoft.com/office/drawing/2014/main" id="{6B912901-4E95-F6A1-CDE1-8728307278E9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33">
              <a:extLst>
                <a:ext uri="{FF2B5EF4-FFF2-40B4-BE49-F238E27FC236}">
                  <a16:creationId xmlns:a16="http://schemas.microsoft.com/office/drawing/2014/main" id="{4C61C48D-1512-EA67-6841-909F5014A29A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37" name="Slide Number Placeholder 47">
            <a:extLst>
              <a:ext uri="{FF2B5EF4-FFF2-40B4-BE49-F238E27FC236}">
                <a16:creationId xmlns:a16="http://schemas.microsoft.com/office/drawing/2014/main" id="{72065573-653D-26F9-1D07-8A85045F96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177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- Footer Format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F08DA9-85B1-D9F0-9FDF-B9B557A68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B5AEA9-6EA0-B349-B137-21316F1E47F8}" type="datetimeFigureOut">
              <a:rPr lang="en-US" smtClean="0"/>
              <a:pPr/>
              <a:t>10/16/2025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9FAA25-7BEA-98B1-08A7-09210E82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F3CC3-9AD3-B0C6-3AA5-A9795E95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DE8DAA-7DEF-D14D-8FDA-016202E28B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953A1A52-5796-5640-846D-5AA7A46206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1" y="1232132"/>
            <a:ext cx="5775960" cy="4307838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6" name="Graphic 37">
            <a:extLst>
              <a:ext uri="{FF2B5EF4-FFF2-40B4-BE49-F238E27FC236}">
                <a16:creationId xmlns:a16="http://schemas.microsoft.com/office/drawing/2014/main" id="{C7986C05-45D9-C355-0519-70B7FD39EC23}"/>
              </a:ext>
            </a:extLst>
          </p:cNvPr>
          <p:cNvSpPr/>
          <p:nvPr userDrawn="1"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A456479-A0CE-0E77-89B7-CF05FB952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CA8D63FA-E727-DF30-F527-26C8494F10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  <p:sp>
        <p:nvSpPr>
          <p:cNvPr id="9" name="Graphic 37">
            <a:extLst>
              <a:ext uri="{FF2B5EF4-FFF2-40B4-BE49-F238E27FC236}">
                <a16:creationId xmlns:a16="http://schemas.microsoft.com/office/drawing/2014/main" id="{29E27117-83D2-FBC8-28D8-734CA7708D5E}"/>
              </a:ext>
            </a:extLst>
          </p:cNvPr>
          <p:cNvSpPr/>
          <p:nvPr userDrawn="1"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1918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EA569-4F8B-FF87-F7D3-9DC40BE5D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1CCEB4-BE50-A021-45EF-BFABF28E66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04525-FDC2-A494-682A-65C3DAC03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5AEA9-6EA0-B349-B137-21316F1E47F8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9A121-06CE-F8C8-4B40-7D580EFF1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DCE2A-3534-4571-BC2F-0AB9D8BB6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639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pening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1B8206-3178-1945-A736-39B96D5458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041" y="1232132"/>
            <a:ext cx="5775960" cy="4307838"/>
          </a:xfrm>
        </p:spPr>
        <p:txBody>
          <a:bodyPr anchor="t" anchorCtr="0">
            <a:noAutofit/>
          </a:bodyPr>
          <a:lstStyle>
            <a:lvl1pPr>
              <a:spcBef>
                <a:spcPts val="500"/>
              </a:spcBef>
              <a:defRPr sz="14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400"/>
            </a:lvl3pPr>
            <a:lvl4pPr>
              <a:spcBef>
                <a:spcPts val="500"/>
              </a:spcBef>
              <a:defRPr sz="1400"/>
            </a:lvl4pPr>
            <a:lvl5pPr>
              <a:spcBef>
                <a:spcPts val="500"/>
              </a:spcBef>
              <a:defRPr sz="1400"/>
            </a:lvl5pPr>
          </a:lstStyle>
          <a:p>
            <a:pPr lvl="0"/>
            <a:r>
              <a:rPr lang="en-GB"/>
              <a:t>Click to insert text</a:t>
            </a:r>
            <a:endParaRPr lang="en-PT"/>
          </a:p>
        </p:txBody>
      </p:sp>
      <p:sp>
        <p:nvSpPr>
          <p:cNvPr id="3" name="Graphic 37">
            <a:extLst>
              <a:ext uri="{FF2B5EF4-FFF2-40B4-BE49-F238E27FC236}">
                <a16:creationId xmlns:a16="http://schemas.microsoft.com/office/drawing/2014/main" id="{F35A5543-EC15-9824-F3E0-51E883455ECB}"/>
              </a:ext>
            </a:extLst>
          </p:cNvPr>
          <p:cNvSpPr/>
          <p:nvPr userDrawn="1"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6F0CCC-9ED0-ACC9-CF16-B062FB4D2FE2}"/>
              </a:ext>
            </a:extLst>
          </p:cNvPr>
          <p:cNvSpPr/>
          <p:nvPr userDrawn="1"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689B7D-EEAA-2F40-46FA-EE509BC3329A}"/>
              </a:ext>
            </a:extLst>
          </p:cNvPr>
          <p:cNvSpPr/>
          <p:nvPr userDrawn="1"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D7F7F6-2433-5736-C8E5-60AEBECCFBC8}"/>
              </a:ext>
            </a:extLst>
          </p:cNvPr>
          <p:cNvSpPr txBox="1"/>
          <p:nvPr userDrawn="1"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Powering Healthcare Excellence, One Partnership at a 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ED9671-0ACC-DC29-C8DD-D868C672C5C6}"/>
              </a:ext>
            </a:extLst>
          </p:cNvPr>
          <p:cNvSpPr txBox="1"/>
          <p:nvPr userDrawn="1"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T" sz="1000">
                <a:solidFill>
                  <a:schemeClr val="bg2"/>
                </a:solidFill>
                <a:latin typeface="Aptos" panose="020B0004020202020204" pitchFamily="34" charset="0"/>
              </a:rPr>
              <a:t>Proprietary and Confidential</a:t>
            </a:r>
          </a:p>
        </p:txBody>
      </p:sp>
      <p:grpSp>
        <p:nvGrpSpPr>
          <p:cNvPr id="11" name="Graphic 21">
            <a:extLst>
              <a:ext uri="{FF2B5EF4-FFF2-40B4-BE49-F238E27FC236}">
                <a16:creationId xmlns:a16="http://schemas.microsoft.com/office/drawing/2014/main" id="{9A0C7B92-AD02-0E2E-9DC9-6FE7E0BAB2CC}"/>
              </a:ext>
            </a:extLst>
          </p:cNvPr>
          <p:cNvGrpSpPr/>
          <p:nvPr userDrawn="1"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12" name="Freeform 23">
              <a:extLst>
                <a:ext uri="{FF2B5EF4-FFF2-40B4-BE49-F238E27FC236}">
                  <a16:creationId xmlns:a16="http://schemas.microsoft.com/office/drawing/2014/main" id="{6ABB3A38-D389-9AC8-81BE-AE4B48DCD5AB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24">
              <a:extLst>
                <a:ext uri="{FF2B5EF4-FFF2-40B4-BE49-F238E27FC236}">
                  <a16:creationId xmlns:a16="http://schemas.microsoft.com/office/drawing/2014/main" id="{392FC71A-4458-FB4F-B01C-2E32CD932BDA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4" name="Freeform 25">
              <a:extLst>
                <a:ext uri="{FF2B5EF4-FFF2-40B4-BE49-F238E27FC236}">
                  <a16:creationId xmlns:a16="http://schemas.microsoft.com/office/drawing/2014/main" id="{DE078B75-C425-4D91-FAF1-6EBF861C9F99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E9E883A0-2728-1733-C465-8EBCBE66F281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60CCE9D3-B200-A206-B73C-8BF4DFC7C892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971FE7A2-DE69-7614-1419-3AD5CF8147A2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9">
              <a:extLst>
                <a:ext uri="{FF2B5EF4-FFF2-40B4-BE49-F238E27FC236}">
                  <a16:creationId xmlns:a16="http://schemas.microsoft.com/office/drawing/2014/main" id="{E7504DE1-47BD-ABC8-09DD-1A16FA6C8FBA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AAB63CB7-DF5E-8F66-13F1-7261D8C199C0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CC753D78-9472-CFAD-7BD2-D189BA3B66EA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CCDB26E9-9192-2401-1E99-CAE16E98CD4C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427B85C7-F674-08C4-F6AB-6E49D837B865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3" name="Slide Number Placeholder 47">
            <a:extLst>
              <a:ext uri="{FF2B5EF4-FFF2-40B4-BE49-F238E27FC236}">
                <a16:creationId xmlns:a16="http://schemas.microsoft.com/office/drawing/2014/main" id="{2893DCB6-D086-51FA-E555-DD608CDBEFD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801095" y="6500251"/>
            <a:ext cx="439635" cy="421574"/>
          </a:xfrm>
        </p:spPr>
        <p:txBody>
          <a:bodyPr/>
          <a:lstStyle>
            <a:lvl1pPr algn="ctr">
              <a:defRPr/>
            </a:lvl1pPr>
          </a:lstStyle>
          <a:p>
            <a:fld id="{A846F9DD-CD1C-1941-9766-570E7B02CB06}" type="slidenum">
              <a:rPr lang="en-PT" smtClean="0"/>
              <a:pPr/>
              <a:t>‹#›</a:t>
            </a:fld>
            <a:endParaRPr lang="en-PT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5C4C64-1EDF-88A9-78B2-0A6F580DF359}"/>
              </a:ext>
            </a:extLst>
          </p:cNvPr>
          <p:cNvCxnSpPr>
            <a:cxnSpLocks/>
          </p:cNvCxnSpPr>
          <p:nvPr userDrawn="1"/>
        </p:nvCxnSpPr>
        <p:spPr>
          <a:xfrm>
            <a:off x="321310" y="1043669"/>
            <a:ext cx="11430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A509A806-2EDD-8E5E-9DBD-5E5B1E9148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" y="281995"/>
            <a:ext cx="11432688" cy="396875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GB"/>
              <a:t>Title</a:t>
            </a:r>
            <a:endParaRPr lang="en-PT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EECD649-7202-6855-B9D4-D9C815B033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32" y="680314"/>
            <a:ext cx="11409796" cy="287656"/>
          </a:xfrm>
        </p:spPr>
        <p:txBody>
          <a:bodyPr anchor="t" anchorCtr="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GB"/>
              <a:t>Sub-Title / Tag-Line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6334481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6CEBACB-1976-D746-B3FC-7CE401B3045D}"/>
              </a:ext>
            </a:extLst>
          </p:cNvPr>
          <p:cNvSpPr/>
          <p:nvPr userDrawn="1"/>
        </p:nvSpPr>
        <p:spPr>
          <a:xfrm>
            <a:off x="-3908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E5C04A-D6E5-D14D-B886-D76CD73B3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105" y="3125182"/>
            <a:ext cx="5805380" cy="692925"/>
          </a:xfrm>
        </p:spPr>
        <p:txBody>
          <a:bodyPr>
            <a:noAutofit/>
          </a:bodyPr>
          <a:lstStyle>
            <a:lvl1pPr>
              <a:defRPr sz="4400"/>
            </a:lvl1pPr>
          </a:lstStyle>
          <a:p>
            <a:r>
              <a:rPr lang="en-GB"/>
              <a:t>Title</a:t>
            </a:r>
            <a:endParaRPr lang="en-PT"/>
          </a:p>
        </p:txBody>
      </p:sp>
      <p:grpSp>
        <p:nvGrpSpPr>
          <p:cNvPr id="23" name="Graphic 21">
            <a:extLst>
              <a:ext uri="{FF2B5EF4-FFF2-40B4-BE49-F238E27FC236}">
                <a16:creationId xmlns:a16="http://schemas.microsoft.com/office/drawing/2014/main" id="{487D8F7B-0FF4-CC4A-A22A-E4E9E9413919}"/>
              </a:ext>
            </a:extLst>
          </p:cNvPr>
          <p:cNvGrpSpPr/>
          <p:nvPr/>
        </p:nvGrpSpPr>
        <p:grpSpPr>
          <a:xfrm>
            <a:off x="595699" y="659932"/>
            <a:ext cx="2522064" cy="238139"/>
            <a:chOff x="2546350" y="3092450"/>
            <a:chExt cx="7099490" cy="670350"/>
          </a:xfrm>
          <a:solidFill>
            <a:schemeClr val="tx2"/>
          </a:solidFill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0369393-1E25-D04E-B9DA-2128FDA9EEC3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A3AE8470-C774-0C4F-8874-F3791D780D31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D092881-4137-6B48-B96F-563478F72757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E7D7EF5-2EC3-254D-A6C9-20EFE588EEF2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CC316F4-D406-2B47-89D4-7C69A4040F6E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EF5A415-272C-654A-8889-E676FCEE8DA8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88C2D3D-D1E0-6042-8F4A-53F96422C92D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22A9198-00BA-7246-869D-DE2B1BC6FC19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7D26BA2D-E758-DD46-AD06-891BB1DD5C4C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D786D7EB-26FC-9D46-A847-F5D0DFBD1856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1BED5034-7066-F649-8004-6C6C260F950F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>
                <a:solidFill>
                  <a:schemeClr val="tx2"/>
                </a:solidFill>
              </a:endParaRPr>
            </a:p>
          </p:txBody>
        </p:sp>
      </p:grpSp>
      <p:grpSp>
        <p:nvGrpSpPr>
          <p:cNvPr id="7" name="Graphic 5">
            <a:extLst>
              <a:ext uri="{FF2B5EF4-FFF2-40B4-BE49-F238E27FC236}">
                <a16:creationId xmlns:a16="http://schemas.microsoft.com/office/drawing/2014/main" id="{0F2F2C72-4B8E-2842-A4F9-EF0287F8E01E}"/>
              </a:ext>
            </a:extLst>
          </p:cNvPr>
          <p:cNvGrpSpPr/>
          <p:nvPr/>
        </p:nvGrpSpPr>
        <p:grpSpPr>
          <a:xfrm>
            <a:off x="3117763" y="-9625"/>
            <a:ext cx="8909532" cy="6888435"/>
            <a:chOff x="2749550" y="838200"/>
            <a:chExt cx="6697469" cy="5178171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831A998E-F47C-804A-94E4-9A0F99E857D4}"/>
                </a:ext>
              </a:extLst>
            </p:cNvPr>
            <p:cNvSpPr/>
            <p:nvPr/>
          </p:nvSpPr>
          <p:spPr>
            <a:xfrm>
              <a:off x="2749550" y="838200"/>
              <a:ext cx="6697469" cy="5178171"/>
            </a:xfrm>
            <a:custGeom>
              <a:avLst/>
              <a:gdLst>
                <a:gd name="connsiteX0" fmla="*/ 4117038 w 6697469"/>
                <a:gd name="connsiteY0" fmla="*/ 0 h 5178171"/>
                <a:gd name="connsiteX1" fmla="*/ 0 w 6697469"/>
                <a:gd name="connsiteY1" fmla="*/ 0 h 5178171"/>
                <a:gd name="connsiteX2" fmla="*/ 4025451 w 6697469"/>
                <a:gd name="connsiteY2" fmla="*/ 2215325 h 5178171"/>
                <a:gd name="connsiteX3" fmla="*/ 2411824 w 6697469"/>
                <a:gd name="connsiteY3" fmla="*/ 5178171 h 5178171"/>
                <a:gd name="connsiteX4" fmla="*/ 4660658 w 6697469"/>
                <a:gd name="connsiteY4" fmla="*/ 5178171 h 5178171"/>
                <a:gd name="connsiteX5" fmla="*/ 6697470 w 6697469"/>
                <a:gd name="connsiteY5" fmla="*/ 1423511 h 5178171"/>
                <a:gd name="connsiteX6" fmla="*/ 4117038 w 6697469"/>
                <a:gd name="connsiteY6" fmla="*/ 0 h 517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97469" h="5178171">
                  <a:moveTo>
                    <a:pt x="4117038" y="0"/>
                  </a:moveTo>
                  <a:lnTo>
                    <a:pt x="0" y="0"/>
                  </a:lnTo>
                  <a:lnTo>
                    <a:pt x="4025451" y="2215325"/>
                  </a:lnTo>
                  <a:lnTo>
                    <a:pt x="2411824" y="5178171"/>
                  </a:lnTo>
                  <a:lnTo>
                    <a:pt x="4660658" y="5178171"/>
                  </a:lnTo>
                  <a:lnTo>
                    <a:pt x="6697470" y="1423511"/>
                  </a:lnTo>
                  <a:lnTo>
                    <a:pt x="4117038" y="0"/>
                  </a:ln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33C16789-2F6C-9642-B3F0-CECE37EF6D00}"/>
                </a:ext>
              </a:extLst>
            </p:cNvPr>
            <p:cNvSpPr/>
            <p:nvPr/>
          </p:nvSpPr>
          <p:spPr>
            <a:xfrm>
              <a:off x="3431597" y="838200"/>
              <a:ext cx="5641933" cy="5178171"/>
            </a:xfrm>
            <a:custGeom>
              <a:avLst/>
              <a:gdLst>
                <a:gd name="connsiteX0" fmla="*/ 2836723 w 5641933"/>
                <a:gd name="connsiteY0" fmla="*/ 0 h 5178171"/>
                <a:gd name="connsiteX1" fmla="*/ 0 w 5641933"/>
                <a:gd name="connsiteY1" fmla="*/ 0 h 5178171"/>
                <a:gd name="connsiteX2" fmla="*/ 3761353 w 5641933"/>
                <a:gd name="connsiteY2" fmla="*/ 2088642 h 5178171"/>
                <a:gd name="connsiteX3" fmla="*/ 2074799 w 5641933"/>
                <a:gd name="connsiteY3" fmla="*/ 5178171 h 5178171"/>
                <a:gd name="connsiteX4" fmla="*/ 3651582 w 5641933"/>
                <a:gd name="connsiteY4" fmla="*/ 5178171 h 5178171"/>
                <a:gd name="connsiteX5" fmla="*/ 5641934 w 5641933"/>
                <a:gd name="connsiteY5" fmla="*/ 1537526 h 5178171"/>
                <a:gd name="connsiteX6" fmla="*/ 2836723 w 5641933"/>
                <a:gd name="connsiteY6" fmla="*/ 0 h 517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41933" h="5178171">
                  <a:moveTo>
                    <a:pt x="2836723" y="0"/>
                  </a:moveTo>
                  <a:lnTo>
                    <a:pt x="0" y="0"/>
                  </a:lnTo>
                  <a:lnTo>
                    <a:pt x="3761353" y="2088642"/>
                  </a:lnTo>
                  <a:lnTo>
                    <a:pt x="2074799" y="5178171"/>
                  </a:lnTo>
                  <a:lnTo>
                    <a:pt x="3651582" y="5178171"/>
                  </a:lnTo>
                  <a:lnTo>
                    <a:pt x="5641934" y="1537526"/>
                  </a:lnTo>
                  <a:cubicBezTo>
                    <a:pt x="5641934" y="1537526"/>
                    <a:pt x="3589223" y="410813"/>
                    <a:pt x="2836723" y="0"/>
                  </a:cubicBezTo>
                  <a:close/>
                </a:path>
              </a:pathLst>
            </a:custGeom>
            <a:solidFill>
              <a:srgbClr val="27335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</p:spTree>
    <p:extLst>
      <p:ext uri="{BB962C8B-B14F-4D97-AF65-F5344CB8AC3E}">
        <p14:creationId xmlns:p14="http://schemas.microsoft.com/office/powerpoint/2010/main" val="23697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E74B16-16AE-C442-AE15-267E4381A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37EBD-BDD8-364E-A6D9-669E46F81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First Point</a:t>
            </a:r>
          </a:p>
          <a:p>
            <a:pPr lvl="2"/>
            <a:r>
              <a:rPr lang="en-GB"/>
              <a:t>Second Point</a:t>
            </a:r>
          </a:p>
          <a:p>
            <a:pPr lvl="3"/>
            <a:r>
              <a:rPr lang="en-GB"/>
              <a:t>Third Point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12804-FA1C-7D49-9B8C-C865C9BD1F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fld id="{90B5AEA9-6EA0-B349-B137-21316F1E47F8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B2417-AE50-2D44-B5AC-AF8511D5B1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3DEEF-8C9D-E748-B4A9-56F826B146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fld id="{3DDE8DAA-7DEF-D14D-8FDA-016202E28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02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60" r:id="rId29"/>
    <p:sldLayoutId id="2147483661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2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None/>
        <a:defRPr sz="28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1pPr>
      <a:lvl2pPr marL="182880" indent="-18288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4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2pPr>
      <a:lvl3pPr marL="365760" indent="-18288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0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3pPr>
      <a:lvl4pPr marL="548640" indent="-18288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8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4pPr>
      <a:lvl5pPr marL="891540" indent="-342900" algn="l" defTabSz="914400" rtl="0" eaLnBrk="1" latinLnBrk="0" hangingPunct="1">
        <a:lnSpc>
          <a:spcPct val="90000"/>
        </a:lnSpc>
        <a:spcBef>
          <a:spcPts val="500"/>
        </a:spcBef>
        <a:buFont typeface="+mj-lt"/>
        <a:buAutoNum type="arabicPeriod"/>
        <a:tabLst/>
        <a:defRPr sz="16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healthcarefinancenews.com/news/claims-denials-rise-complicating-revenue-collection-survey-finds?utm_source=chatgpt.com" TargetMode="External"/><Relationship Id="rId4" Type="http://schemas.openxmlformats.org/officeDocument/2006/relationships/hyperlink" Target="https://www.kff.org/private-insurance/issue-brief/claims-denials-and-appeals-in-aca-marketplace-plans-in-2023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fortunebusinessinsights.com/industry-reports/revenue-cycle-management-market-100275?utm_source=chatgpt.com" TargetMode="Externa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s://www.healthcarefinancenews.com/news/claims-denials-rise-complicating-revenue-collection-survey-finds?utm_source=chatgpt.co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healthcatalyst.com/learn/success-stories/healthcare-revenue-cycle-billings-clinic?utm_source=chatgpt.com" TargetMode="External"/><Relationship Id="rId5" Type="http://schemas.openxmlformats.org/officeDocument/2006/relationships/hyperlink" Target="https://www.kff.org/private-insurance/issue-brief/claims-denials-and-appeals-in-aca-marketplace-plans-in-2023" TargetMode="Externa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0E9DEC-B8D2-D61B-A767-B5AC2B746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E2B68-3986-7926-DF8D-A4B81751A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105" y="2839975"/>
            <a:ext cx="5805380" cy="6929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Title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42CF6333-67F0-11C0-425F-7689AEFC7537}"/>
              </a:ext>
            </a:extLst>
          </p:cNvPr>
          <p:cNvSpPr/>
          <p:nvPr/>
        </p:nvSpPr>
        <p:spPr>
          <a:xfrm>
            <a:off x="3938604" y="1060704"/>
            <a:ext cx="8253397" cy="5797296"/>
          </a:xfrm>
          <a:custGeom>
            <a:avLst/>
            <a:gdLst>
              <a:gd name="connsiteX0" fmla="*/ 6363820 w 8253397"/>
              <a:gd name="connsiteY0" fmla="*/ 0 h 5797296"/>
              <a:gd name="connsiteX1" fmla="*/ 8253397 w 8253397"/>
              <a:gd name="connsiteY1" fmla="*/ 1721363 h 5797296"/>
              <a:gd name="connsiteX2" fmla="*/ 8253397 w 8253397"/>
              <a:gd name="connsiteY2" fmla="*/ 5797296 h 5797296"/>
              <a:gd name="connsiteX3" fmla="*/ 0 w 8253397"/>
              <a:gd name="connsiteY3" fmla="*/ 5797296 h 5797296"/>
              <a:gd name="connsiteX4" fmla="*/ 6363820 w 8253397"/>
              <a:gd name="connsiteY4" fmla="*/ 0 h 5797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53397" h="5797296">
                <a:moveTo>
                  <a:pt x="6363820" y="0"/>
                </a:moveTo>
                <a:lnTo>
                  <a:pt x="8253397" y="1721363"/>
                </a:lnTo>
                <a:lnTo>
                  <a:pt x="8253397" y="5797296"/>
                </a:lnTo>
                <a:lnTo>
                  <a:pt x="0" y="5797296"/>
                </a:lnTo>
                <a:lnTo>
                  <a:pt x="6363820" y="0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0C2C6866-E132-8082-C7FE-49A7449A50C4}"/>
              </a:ext>
            </a:extLst>
          </p:cNvPr>
          <p:cNvSpPr/>
          <p:nvPr/>
        </p:nvSpPr>
        <p:spPr>
          <a:xfrm>
            <a:off x="7005616" y="3854683"/>
            <a:ext cx="5186385" cy="3003318"/>
          </a:xfrm>
          <a:custGeom>
            <a:avLst/>
            <a:gdLst>
              <a:gd name="connsiteX0" fmla="*/ 3296808 w 5186385"/>
              <a:gd name="connsiteY0" fmla="*/ 0 h 3003318"/>
              <a:gd name="connsiteX1" fmla="*/ 5186385 w 5186385"/>
              <a:gd name="connsiteY1" fmla="*/ 1721363 h 3003318"/>
              <a:gd name="connsiteX2" fmla="*/ 5186385 w 5186385"/>
              <a:gd name="connsiteY2" fmla="*/ 3003318 h 3003318"/>
              <a:gd name="connsiteX3" fmla="*/ 0 w 5186385"/>
              <a:gd name="connsiteY3" fmla="*/ 3003318 h 3003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86385" h="3003318">
                <a:moveTo>
                  <a:pt x="3296808" y="0"/>
                </a:moveTo>
                <a:lnTo>
                  <a:pt x="5186385" y="1721363"/>
                </a:lnTo>
                <a:lnTo>
                  <a:pt x="5186385" y="3003318"/>
                </a:lnTo>
                <a:lnTo>
                  <a:pt x="0" y="3003318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FC06BE4-ECB8-7154-B0E2-0E30AEBBAB05}"/>
              </a:ext>
            </a:extLst>
          </p:cNvPr>
          <p:cNvSpPr/>
          <p:nvPr/>
        </p:nvSpPr>
        <p:spPr>
          <a:xfrm>
            <a:off x="653142" y="3811967"/>
            <a:ext cx="5593277" cy="950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aphic 21">
            <a:extLst>
              <a:ext uri="{FF2B5EF4-FFF2-40B4-BE49-F238E27FC236}">
                <a16:creationId xmlns:a16="http://schemas.microsoft.com/office/drawing/2014/main" id="{774FF064-3A93-8599-FEE2-F1114FFBCB4E}"/>
              </a:ext>
            </a:extLst>
          </p:cNvPr>
          <p:cNvGrpSpPr/>
          <p:nvPr/>
        </p:nvGrpSpPr>
        <p:grpSpPr>
          <a:xfrm>
            <a:off x="653142" y="567318"/>
            <a:ext cx="4162136" cy="392998"/>
            <a:chOff x="2546350" y="3092450"/>
            <a:chExt cx="7099490" cy="670350"/>
          </a:xfrm>
          <a:solidFill>
            <a:schemeClr val="bg2"/>
          </a:solidFill>
        </p:grpSpPr>
        <p:sp>
          <p:nvSpPr>
            <p:cNvPr id="35" name="Freeform 23">
              <a:extLst>
                <a:ext uri="{FF2B5EF4-FFF2-40B4-BE49-F238E27FC236}">
                  <a16:creationId xmlns:a16="http://schemas.microsoft.com/office/drawing/2014/main" id="{E8ED5FC7-7DE9-C3D6-3C18-F7E2E50B2790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6" name="Freeform 24">
              <a:extLst>
                <a:ext uri="{FF2B5EF4-FFF2-40B4-BE49-F238E27FC236}">
                  <a16:creationId xmlns:a16="http://schemas.microsoft.com/office/drawing/2014/main" id="{246B76FB-C642-D881-34BB-E39034FBEBAE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7" name="Freeform 25">
              <a:extLst>
                <a:ext uri="{FF2B5EF4-FFF2-40B4-BE49-F238E27FC236}">
                  <a16:creationId xmlns:a16="http://schemas.microsoft.com/office/drawing/2014/main" id="{61BE41C3-3936-CDA1-4799-B9034CFFDF9C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8" name="Freeform 26">
              <a:extLst>
                <a:ext uri="{FF2B5EF4-FFF2-40B4-BE49-F238E27FC236}">
                  <a16:creationId xmlns:a16="http://schemas.microsoft.com/office/drawing/2014/main" id="{689E8ACA-5117-F3A5-96E3-932A7841E41F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9" name="Freeform 27">
              <a:extLst>
                <a:ext uri="{FF2B5EF4-FFF2-40B4-BE49-F238E27FC236}">
                  <a16:creationId xmlns:a16="http://schemas.microsoft.com/office/drawing/2014/main" id="{D9FE9C50-42BE-1E43-D4F4-7EEC9A4548A4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28">
              <a:extLst>
                <a:ext uri="{FF2B5EF4-FFF2-40B4-BE49-F238E27FC236}">
                  <a16:creationId xmlns:a16="http://schemas.microsoft.com/office/drawing/2014/main" id="{9F934F17-CB1D-50A0-6871-BCDF97A203BF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1" name="Freeform 29">
              <a:extLst>
                <a:ext uri="{FF2B5EF4-FFF2-40B4-BE49-F238E27FC236}">
                  <a16:creationId xmlns:a16="http://schemas.microsoft.com/office/drawing/2014/main" id="{ED920FA7-DB1C-488B-8E8D-86952350AA1A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2" name="Freeform 30">
              <a:extLst>
                <a:ext uri="{FF2B5EF4-FFF2-40B4-BE49-F238E27FC236}">
                  <a16:creationId xmlns:a16="http://schemas.microsoft.com/office/drawing/2014/main" id="{DE990A78-BE13-83A0-2784-D5A0B445A5FA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3" name="Freeform 31">
              <a:extLst>
                <a:ext uri="{FF2B5EF4-FFF2-40B4-BE49-F238E27FC236}">
                  <a16:creationId xmlns:a16="http://schemas.microsoft.com/office/drawing/2014/main" id="{D34C394E-6A85-0DAF-59FB-FCB3491B5403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4" name="Freeform 32">
              <a:extLst>
                <a:ext uri="{FF2B5EF4-FFF2-40B4-BE49-F238E27FC236}">
                  <a16:creationId xmlns:a16="http://schemas.microsoft.com/office/drawing/2014/main" id="{58938FCB-BE90-6D1C-BC98-51CB57437F51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5" name="Freeform 33">
              <a:extLst>
                <a:ext uri="{FF2B5EF4-FFF2-40B4-BE49-F238E27FC236}">
                  <a16:creationId xmlns:a16="http://schemas.microsoft.com/office/drawing/2014/main" id="{69A6D6C5-E790-48B8-0827-5546E9366A43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0A63A746-4789-CB9F-4EE7-C7CB7F66952D}"/>
              </a:ext>
            </a:extLst>
          </p:cNvPr>
          <p:cNvSpPr txBox="1"/>
          <p:nvPr/>
        </p:nvSpPr>
        <p:spPr>
          <a:xfrm>
            <a:off x="567917" y="4186041"/>
            <a:ext cx="5186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443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FBF27F-C10E-ACFB-4F1A-2FC72C597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68FA827-8165-BDCB-2DA4-CBF944262052}"/>
              </a:ext>
            </a:extLst>
          </p:cNvPr>
          <p:cNvSpPr txBox="1"/>
          <p:nvPr/>
        </p:nvSpPr>
        <p:spPr>
          <a:xfrm>
            <a:off x="535819" y="1373010"/>
            <a:ext cx="10942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2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E3903A-18CA-0071-259D-5660F92F3431}"/>
              </a:ext>
            </a:extLst>
          </p:cNvPr>
          <p:cNvSpPr txBox="1"/>
          <p:nvPr/>
        </p:nvSpPr>
        <p:spPr>
          <a:xfrm>
            <a:off x="618198" y="472311"/>
            <a:ext cx="7105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ptos" panose="020B0004020202020204" pitchFamily="34" charset="0"/>
              </a:rPr>
              <a:t>Title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C1C91DE-29AC-BE1A-7979-1BC538F316AA}"/>
              </a:ext>
            </a:extLst>
          </p:cNvPr>
          <p:cNvCxnSpPr>
            <a:cxnSpLocks/>
          </p:cNvCxnSpPr>
          <p:nvPr/>
        </p:nvCxnSpPr>
        <p:spPr>
          <a:xfrm>
            <a:off x="634676" y="1204862"/>
            <a:ext cx="6450228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B9E1A1C-90A6-4239-F8DD-60C6AED62146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B242B2-1EA7-EBC8-8CB6-75ABAA7872B1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D2F5B3-2D21-D1B5-693C-71871E7C8C6D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42660-55DB-2DA1-874C-9C48D9247D9F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/>
          </a:p>
        </p:txBody>
      </p:sp>
      <p:grpSp>
        <p:nvGrpSpPr>
          <p:cNvPr id="7" name="Graphic 21">
            <a:extLst>
              <a:ext uri="{FF2B5EF4-FFF2-40B4-BE49-F238E27FC236}">
                <a16:creationId xmlns:a16="http://schemas.microsoft.com/office/drawing/2014/main" id="{3831514C-D684-D4AA-B1C8-C1ECD39B3A27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F83EEA27-7B10-C5BF-1F3A-B503284D85AA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B826400-3E3E-A7D7-C477-DA4FCD9A7ECD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8A40AB0-B2F5-0BE1-C8C1-7965049986F3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91FB88A-470C-8719-307C-46AC0440DEF6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A109E72-36D5-7624-2B4C-06C0ED597B34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ECE662D-3AE8-31C8-D48C-9C3447550C6A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6EC26337-C58F-5AA6-B460-42EA8F53C17D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87A54DF-12B6-9DE4-2E64-D13BC68D7FCB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3BBA2CD-7625-96DF-AAFA-4F93D114745D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583B076-24B2-0B0A-4A96-100CB4C02F69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E50F7AAD-7B74-241D-880D-D4FB69A6348F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25" name="Slide Number Placeholder 47">
            <a:extLst>
              <a:ext uri="{FF2B5EF4-FFF2-40B4-BE49-F238E27FC236}">
                <a16:creationId xmlns:a16="http://schemas.microsoft.com/office/drawing/2014/main" id="{FA80FCAE-0C9A-2992-615A-4A849C0F3564}"/>
              </a:ext>
            </a:extLst>
          </p:cNvPr>
          <p:cNvSpPr txBox="1">
            <a:spLocks/>
          </p:cNvSpPr>
          <p:nvPr/>
        </p:nvSpPr>
        <p:spPr>
          <a:xfrm>
            <a:off x="11801095" y="6500251"/>
            <a:ext cx="439635" cy="421574"/>
          </a:xfrm>
          <a:prstGeom prst="rect">
            <a:avLst/>
          </a:prstGeom>
        </p:spPr>
        <p:txBody>
          <a:bodyPr anchor="ctr"/>
          <a:lstStyle>
            <a:defPPr>
              <a:defRPr lang="en-PT"/>
            </a:defPPr>
            <a:lvl1pPr marL="0" algn="ct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DE8DAA-7DEF-D14D-8FDA-016202E28B81}" type="slidenum">
              <a:rPr lang="en-US" sz="1200" smtClean="0">
                <a:latin typeface="Aptos" panose="020B0004020202020204" pitchFamily="34" charset="0"/>
              </a:rPr>
              <a:pPr/>
              <a:t>2</a:t>
            </a:fld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6" name="Graphic 37">
            <a:extLst>
              <a:ext uri="{FF2B5EF4-FFF2-40B4-BE49-F238E27FC236}">
                <a16:creationId xmlns:a16="http://schemas.microsoft.com/office/drawing/2014/main" id="{A24D952C-B6B0-1BDC-1113-EACF5BD7049F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E648034-95F1-FCEA-1C9F-E7F5C355E98A}"/>
              </a:ext>
            </a:extLst>
          </p:cNvPr>
          <p:cNvSpPr txBox="1"/>
          <p:nvPr/>
        </p:nvSpPr>
        <p:spPr>
          <a:xfrm>
            <a:off x="-8" y="2829516"/>
            <a:ext cx="38040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>
              <a:solidFill>
                <a:schemeClr val="bg1"/>
              </a:solidFill>
            </a:endParaRPr>
          </a:p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4E00FFC-1EA3-CBD6-03F9-58358919E07B}"/>
              </a:ext>
            </a:extLst>
          </p:cNvPr>
          <p:cNvSpPr txBox="1"/>
          <p:nvPr/>
        </p:nvSpPr>
        <p:spPr>
          <a:xfrm>
            <a:off x="4034110" y="2829516"/>
            <a:ext cx="38040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05926E-2FDA-782D-0E0A-EC0D0C29BE69}"/>
              </a:ext>
            </a:extLst>
          </p:cNvPr>
          <p:cNvSpPr txBox="1"/>
          <p:nvPr/>
        </p:nvSpPr>
        <p:spPr>
          <a:xfrm>
            <a:off x="4399074" y="5552590"/>
            <a:ext cx="31763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000" dirty="0">
              <a:solidFill>
                <a:schemeClr val="accent3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TextBox 32">
            <a:hlinkClick r:id="rId4"/>
            <a:extLst>
              <a:ext uri="{FF2B5EF4-FFF2-40B4-BE49-F238E27FC236}">
                <a16:creationId xmlns:a16="http://schemas.microsoft.com/office/drawing/2014/main" id="{A3511E7D-D7F8-6148-F0A7-C938F7AA0D04}"/>
              </a:ext>
            </a:extLst>
          </p:cNvPr>
          <p:cNvSpPr txBox="1"/>
          <p:nvPr/>
        </p:nvSpPr>
        <p:spPr>
          <a:xfrm>
            <a:off x="424210" y="5552590"/>
            <a:ext cx="9856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>
              <a:solidFill>
                <a:schemeClr val="accent1">
                  <a:lumMod val="20000"/>
                  <a:lumOff val="8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205BEB-ACF4-1281-24DF-D7F108743BB7}"/>
              </a:ext>
            </a:extLst>
          </p:cNvPr>
          <p:cNvSpPr txBox="1"/>
          <p:nvPr/>
        </p:nvSpPr>
        <p:spPr>
          <a:xfrm>
            <a:off x="8476399" y="5552590"/>
            <a:ext cx="31763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hlinkClick r:id="rId5"/>
            <a:extLst>
              <a:ext uri="{FF2B5EF4-FFF2-40B4-BE49-F238E27FC236}">
                <a16:creationId xmlns:a16="http://schemas.microsoft.com/office/drawing/2014/main" id="{F061BBF8-7024-E6DE-7006-446CFE2FE9A7}"/>
              </a:ext>
            </a:extLst>
          </p:cNvPr>
          <p:cNvSpPr txBox="1"/>
          <p:nvPr/>
        </p:nvSpPr>
        <p:spPr>
          <a:xfrm>
            <a:off x="1485612" y="5533588"/>
            <a:ext cx="28120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>
              <a:solidFill>
                <a:schemeClr val="accent1">
                  <a:lumMod val="20000"/>
                  <a:lumOff val="8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133625"/>
      </p:ext>
    </p:extLst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87F866F-1DB9-5A53-195F-2D0A2EC6A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DDDD631-8F71-B911-03AD-093A7DA214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58F793-4F55-3590-0B66-0233FEE00926}"/>
              </a:ext>
            </a:extLst>
          </p:cNvPr>
          <p:cNvSpPr txBox="1"/>
          <p:nvPr/>
        </p:nvSpPr>
        <p:spPr>
          <a:xfrm>
            <a:off x="3490454" y="4009210"/>
            <a:ext cx="6957690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1765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3B426D-AC66-51B4-D93D-5ACAE764020B}"/>
              </a:ext>
            </a:extLst>
          </p:cNvPr>
          <p:cNvSpPr txBox="1"/>
          <p:nvPr/>
        </p:nvSpPr>
        <p:spPr>
          <a:xfrm>
            <a:off x="902749" y="1965288"/>
            <a:ext cx="7866497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endParaRPr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A860B09-6A2E-CF60-49D6-63A97C90F725}"/>
              </a:ext>
            </a:extLst>
          </p:cNvPr>
          <p:cNvCxnSpPr>
            <a:cxnSpLocks/>
          </p:cNvCxnSpPr>
          <p:nvPr/>
        </p:nvCxnSpPr>
        <p:spPr>
          <a:xfrm>
            <a:off x="321310" y="1043668"/>
            <a:ext cx="11430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Slide Number Placeholder 47">
            <a:extLst>
              <a:ext uri="{FF2B5EF4-FFF2-40B4-BE49-F238E27FC236}">
                <a16:creationId xmlns:a16="http://schemas.microsoft.com/office/drawing/2014/main" id="{C97A60C3-1001-8542-990B-913CE0EBA19F}"/>
              </a:ext>
            </a:extLst>
          </p:cNvPr>
          <p:cNvSpPr txBox="1">
            <a:spLocks/>
          </p:cNvSpPr>
          <p:nvPr/>
        </p:nvSpPr>
        <p:spPr>
          <a:xfrm>
            <a:off x="11801095" y="6500251"/>
            <a:ext cx="439635" cy="421574"/>
          </a:xfrm>
          <a:prstGeom prst="rect">
            <a:avLst/>
          </a:prstGeom>
        </p:spPr>
        <p:txBody>
          <a:bodyPr anchor="ctr"/>
          <a:lstStyle>
            <a:defPPr>
              <a:defRPr lang="en-PT"/>
            </a:defPPr>
            <a:lvl1pPr marL="0" algn="ct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DE8DAA-7DEF-D14D-8FDA-016202E28B81}" type="slidenum">
              <a:rPr lang="en-US" sz="1200" smtClean="0">
                <a:latin typeface="Aptos" panose="020B0004020202020204" pitchFamily="34" charset="0"/>
              </a:rPr>
              <a:pPr/>
              <a:t>3</a:t>
            </a:fld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3" name="Graphic 37">
            <a:extLst>
              <a:ext uri="{FF2B5EF4-FFF2-40B4-BE49-F238E27FC236}">
                <a16:creationId xmlns:a16="http://schemas.microsoft.com/office/drawing/2014/main" id="{638FBCE7-D4CF-508B-6E19-48BD5612705A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664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B3FB6-AB70-6719-0A87-9F3D965B7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A58BE3-8300-1F41-5663-188F05BA88B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79000"/>
                    </a14:imgEffect>
                    <a14:imgEffect>
                      <a14:brightnessContrast contrast="-50000"/>
                    </a14:imgEffect>
                  </a14:imgLayer>
                </a14:imgProps>
              </a:ext>
            </a:extLst>
          </a:blip>
          <a:srcRect t="7812" b="7812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2D9AF84-01BD-B6E4-5924-42C7D801B3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E77838-D260-80D7-CFF4-EF6BA2775D1A}"/>
              </a:ext>
            </a:extLst>
          </p:cNvPr>
          <p:cNvSpPr txBox="1"/>
          <p:nvPr/>
        </p:nvSpPr>
        <p:spPr>
          <a:xfrm>
            <a:off x="667265" y="1810686"/>
            <a:ext cx="50684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endParaRPr/>
          </a:p>
          <a:p>
            <a:pPr marL="285750" indent="-285750">
              <a:buFont typeface="Wingdings" pitchFamily="2" charset="2"/>
              <a:buChar char="§"/>
            </a:pPr>
            <a:endParaRPr/>
          </a:p>
          <a:p>
            <a:pPr marL="285750" indent="-285750">
              <a:buFont typeface="Wingdings" pitchFamily="2" charset="2"/>
              <a:buChar char="§"/>
            </a:pPr>
            <a:endParaRPr/>
          </a:p>
          <a:p>
            <a:pPr marL="285750" indent="-285750">
              <a:buFont typeface="Wingdings" pitchFamily="2" charset="2"/>
              <a:buChar char="§"/>
            </a:pPr>
            <a:endParaRPr/>
          </a:p>
          <a:p>
            <a:pPr marL="285750" indent="-285750">
              <a:buFont typeface="Wingdings" pitchFamily="2" charset="2"/>
              <a:buChar char="§"/>
            </a:pPr>
            <a:endParaRPr/>
          </a:p>
          <a:p>
            <a:pPr marL="285750" indent="-285750">
              <a:buFont typeface="Wingdings" pitchFamily="2" charset="2"/>
              <a:buChar char="§"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400434-9390-F32C-BBA4-30F538274A0F}"/>
              </a:ext>
            </a:extLst>
          </p:cNvPr>
          <p:cNvSpPr txBox="1"/>
          <p:nvPr/>
        </p:nvSpPr>
        <p:spPr>
          <a:xfrm>
            <a:off x="749644" y="348997"/>
            <a:ext cx="5876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b="1" dirty="0">
              <a:latin typeface="Aptos" panose="020B00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F1004B5-711B-7453-9AB0-2BE8A585A370}"/>
              </a:ext>
            </a:extLst>
          </p:cNvPr>
          <p:cNvCxnSpPr>
            <a:cxnSpLocks/>
          </p:cNvCxnSpPr>
          <p:nvPr/>
        </p:nvCxnSpPr>
        <p:spPr>
          <a:xfrm>
            <a:off x="766121" y="1642538"/>
            <a:ext cx="6450228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0FB89E0-0E73-CE59-973E-DB2CFE06087E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449FFE-1AEE-2EC3-3E72-C98C40579288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59FC7F-67DB-8EE5-77A6-FEB0375CC17F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424E81-911B-FB1A-B5E4-EC02E8F316D2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/>
          </a:p>
        </p:txBody>
      </p:sp>
      <p:grpSp>
        <p:nvGrpSpPr>
          <p:cNvPr id="7" name="Graphic 21">
            <a:extLst>
              <a:ext uri="{FF2B5EF4-FFF2-40B4-BE49-F238E27FC236}">
                <a16:creationId xmlns:a16="http://schemas.microsoft.com/office/drawing/2014/main" id="{671C0D3E-404C-83E3-F664-55B562825CBD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64049B2-2960-E238-56B0-33283F88C669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6F8AE0C-881F-0D3B-2966-8A4AB91E3298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FDB46CD-F52D-8C1C-8A3F-3238F8FE0120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8F207BF-0CA6-5505-CA48-C5C5FC1AE489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61C4B9F-1B13-47F8-7911-CCF30E10ED34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B777DE14-593E-772F-7B62-71F99B95F8CB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8144E26-FEF6-F00D-1DFD-0697FBB34055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DDFFDE1-43C5-3115-0D97-C19F85C7A33E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13EC20B-3A3F-85B8-99ED-818692DFE0BE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ECDED92A-1F8D-1B7F-CC0B-9DE825A42F95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FEC5A351-169F-97E5-C8DC-3442EE629E1F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25" name="Slide Number Placeholder 47">
            <a:extLst>
              <a:ext uri="{FF2B5EF4-FFF2-40B4-BE49-F238E27FC236}">
                <a16:creationId xmlns:a16="http://schemas.microsoft.com/office/drawing/2014/main" id="{1307DF8C-FB65-620A-D06F-97D378D28997}"/>
              </a:ext>
            </a:extLst>
          </p:cNvPr>
          <p:cNvSpPr txBox="1">
            <a:spLocks/>
          </p:cNvSpPr>
          <p:nvPr/>
        </p:nvSpPr>
        <p:spPr>
          <a:xfrm>
            <a:off x="11801095" y="6500251"/>
            <a:ext cx="439635" cy="421574"/>
          </a:xfrm>
          <a:prstGeom prst="rect">
            <a:avLst/>
          </a:prstGeom>
        </p:spPr>
        <p:txBody>
          <a:bodyPr anchor="ctr"/>
          <a:lstStyle>
            <a:defPPr>
              <a:defRPr lang="en-PT"/>
            </a:defPPr>
            <a:lvl1pPr marL="0" algn="ct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DE8DAA-7DEF-D14D-8FDA-016202E28B81}" type="slidenum">
              <a:rPr lang="en-US" sz="1200" smtClean="0">
                <a:latin typeface="Aptos" panose="020B0004020202020204" pitchFamily="34" charset="0"/>
              </a:rPr>
              <a:pPr/>
              <a:t>4</a:t>
            </a:fld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6" name="Graphic 37">
            <a:extLst>
              <a:ext uri="{FF2B5EF4-FFF2-40B4-BE49-F238E27FC236}">
                <a16:creationId xmlns:a16="http://schemas.microsoft.com/office/drawing/2014/main" id="{62DE2420-9856-9920-EEC3-B864967FD44B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15CF716-2A94-35F8-F1D6-E1705209F916}"/>
              </a:ext>
            </a:extLst>
          </p:cNvPr>
          <p:cNvGrpSpPr/>
          <p:nvPr/>
        </p:nvGrpSpPr>
        <p:grpSpPr>
          <a:xfrm>
            <a:off x="6214501" y="2499195"/>
            <a:ext cx="5498736" cy="1859610"/>
            <a:chOff x="6148458" y="4185653"/>
            <a:chExt cx="5498736" cy="185961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C131DF7-6B4C-E0C6-9306-4A3511A3C638}"/>
                </a:ext>
              </a:extLst>
            </p:cNvPr>
            <p:cNvGrpSpPr/>
            <p:nvPr/>
          </p:nvGrpSpPr>
          <p:grpSpPr>
            <a:xfrm>
              <a:off x="6148458" y="4185653"/>
              <a:ext cx="5498736" cy="1859610"/>
              <a:chOff x="6275458" y="3982453"/>
              <a:chExt cx="5498736" cy="1859610"/>
            </a:xfrm>
          </p:grpSpPr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BC4F279A-D1FF-488D-E60E-E8CD4796620E}"/>
                  </a:ext>
                </a:extLst>
              </p:cNvPr>
              <p:cNvSpPr/>
              <p:nvPr/>
            </p:nvSpPr>
            <p:spPr>
              <a:xfrm>
                <a:off x="6275458" y="3982453"/>
                <a:ext cx="5498736" cy="1859610"/>
              </a:xfrm>
              <a:prstGeom prst="roundRect">
                <a:avLst>
                  <a:gd name="adj" fmla="val 3148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25400">
                <a:solidFill>
                  <a:schemeClr val="accent3"/>
                </a:solidFill>
              </a:ln>
              <a:effectLst>
                <a:outerShdw blurRad="76200" dir="13500000" sy="23000" kx="1200000" algn="br" rotWithShape="0">
                  <a:prstClr val="black">
                    <a:alpha val="10338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A63077E-66D5-A700-B5EA-6376675F1B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6523" y="3982453"/>
                <a:ext cx="0" cy="1844242"/>
              </a:xfrm>
              <a:prstGeom prst="line">
                <a:avLst/>
              </a:prstGeom>
              <a:ln w="1270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7D41617-098B-C0F6-DBA9-DA432DBAEA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9168" y="3982453"/>
                <a:ext cx="0" cy="1844242"/>
              </a:xfrm>
              <a:prstGeom prst="line">
                <a:avLst/>
              </a:prstGeom>
              <a:ln w="1270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Rounded Rectangle 35">
                <a:extLst>
                  <a:ext uri="{FF2B5EF4-FFF2-40B4-BE49-F238E27FC236}">
                    <a16:creationId xmlns:a16="http://schemas.microsoft.com/office/drawing/2014/main" id="{6A4C1E8E-46DB-1499-A9EC-FF813412BDC4}"/>
                  </a:ext>
                </a:extLst>
              </p:cNvPr>
              <p:cNvSpPr/>
              <p:nvPr/>
            </p:nvSpPr>
            <p:spPr>
              <a:xfrm>
                <a:off x="6275458" y="3991597"/>
                <a:ext cx="5498736" cy="448138"/>
              </a:xfrm>
              <a:prstGeom prst="roundRect">
                <a:avLst>
                  <a:gd name="adj" fmla="val 3148"/>
                </a:avLst>
              </a:prstGeom>
              <a:solidFill>
                <a:schemeClr val="accent3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Orbital" pitchFamily="2" charset="77"/>
                  </a:rPr>
                  <a:t>Title</a:t>
                </a: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F3E718D-4C62-C933-8A42-BB64DF11B12C}"/>
                </a:ext>
              </a:extLst>
            </p:cNvPr>
            <p:cNvSpPr txBox="1"/>
            <p:nvPr/>
          </p:nvSpPr>
          <p:spPr>
            <a:xfrm>
              <a:off x="9850589" y="4728735"/>
              <a:ext cx="179455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4000" b="1" dirty="0">
                <a:solidFill>
                  <a:schemeClr val="accent4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76E0A81-6A08-54B6-6812-25131FC5BA32}"/>
                </a:ext>
              </a:extLst>
            </p:cNvPr>
            <p:cNvSpPr txBox="1"/>
            <p:nvPr/>
          </p:nvSpPr>
          <p:spPr>
            <a:xfrm>
              <a:off x="8045434" y="4728735"/>
              <a:ext cx="179455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4000" b="1" dirty="0">
                <a:solidFill>
                  <a:schemeClr val="accent4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695DF12-04BE-D927-0085-CA16A67969AA}"/>
                </a:ext>
              </a:extLst>
            </p:cNvPr>
            <p:cNvSpPr txBox="1"/>
            <p:nvPr/>
          </p:nvSpPr>
          <p:spPr>
            <a:xfrm>
              <a:off x="6192269" y="4728735"/>
              <a:ext cx="179455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4000" b="1" dirty="0">
                <a:solidFill>
                  <a:schemeClr val="accent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9432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B2A42-ACCB-94E1-CE34-803EFA1D3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8A3ED5-1AFC-A05E-7FFD-9F2BF07DBCB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79000"/>
                    </a14:imgEffect>
                    <a14:imgEffect>
                      <a14:brightnessContrast contrast="-50000"/>
                    </a14:imgEffect>
                  </a14:imgLayer>
                </a14:imgProps>
              </a:ext>
            </a:extLst>
          </a:blip>
          <a:srcRect t="7812" b="7812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2E91C72-5733-5057-0DF2-95DD4BC0BE60}"/>
              </a:ext>
            </a:extLst>
          </p:cNvPr>
          <p:cNvSpPr/>
          <p:nvPr/>
        </p:nvSpPr>
        <p:spPr>
          <a:xfrm>
            <a:off x="21747" y="7671"/>
            <a:ext cx="12192000" cy="6858000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074440-B009-12D5-1687-90028AE5056A}"/>
              </a:ext>
            </a:extLst>
          </p:cNvPr>
          <p:cNvSpPr txBox="1"/>
          <p:nvPr/>
        </p:nvSpPr>
        <p:spPr>
          <a:xfrm>
            <a:off x="667265" y="3266549"/>
            <a:ext cx="68456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endParaRPr/>
          </a:p>
          <a:p>
            <a:pPr marL="285750" indent="-285750">
              <a:buFont typeface="Wingdings" pitchFamily="2" charset="2"/>
              <a:buChar char="§"/>
            </a:pPr>
            <a:endParaRPr/>
          </a:p>
          <a:p>
            <a:pPr marL="285750" indent="-285750">
              <a:buFont typeface="Wingdings" pitchFamily="2" charset="2"/>
              <a:buChar char="§"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8E6699-3445-A02E-C32C-3D80280C4191}"/>
              </a:ext>
            </a:extLst>
          </p:cNvPr>
          <p:cNvSpPr txBox="1"/>
          <p:nvPr/>
        </p:nvSpPr>
        <p:spPr>
          <a:xfrm>
            <a:off x="749644" y="2304872"/>
            <a:ext cx="6053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B65D6B-B135-F8CD-A978-B104902D41B3}"/>
              </a:ext>
            </a:extLst>
          </p:cNvPr>
          <p:cNvCxnSpPr>
            <a:cxnSpLocks/>
          </p:cNvCxnSpPr>
          <p:nvPr/>
        </p:nvCxnSpPr>
        <p:spPr>
          <a:xfrm>
            <a:off x="766121" y="3098401"/>
            <a:ext cx="4350165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4225B58-699D-0CAD-0A17-4946310ED362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0C77D6-A40D-EFE7-2228-BB1E697A494B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A2EA6D-E507-475D-F5A7-E0CAF78198E7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0A7608-B47A-0197-7781-A9B74FE463A4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/>
          </a:p>
        </p:txBody>
      </p:sp>
      <p:grpSp>
        <p:nvGrpSpPr>
          <p:cNvPr id="7" name="Graphic 21">
            <a:extLst>
              <a:ext uri="{FF2B5EF4-FFF2-40B4-BE49-F238E27FC236}">
                <a16:creationId xmlns:a16="http://schemas.microsoft.com/office/drawing/2014/main" id="{F0C6A804-F84C-6BF3-0025-04EE563772DD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B045AB6-47B1-AA9D-4272-B0D82C5D27E7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D17B573A-4B3A-F11E-564B-FAE624174120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B7CB6E1-4FD8-6C58-6C24-B7EA26F85A58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95BB564-2753-5C0D-F005-765FBA2DFDC8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CD22F2D-44C3-BA18-3707-7215DE78691B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506F524-A4B8-5E05-C8AF-EEC624A3F2F6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BF7A2C5-D4C9-64A5-A6FC-86FF64B0EDC2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2A6C3F4-08DC-4FB6-E6DB-5160A3A2A5B3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F385516-E27B-786B-97F1-67DE65391271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49B4990-E2AA-66F9-DCDE-A2800C71EA59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362610D-2CDC-F672-CE5E-F2AEEC759B1F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25" name="Slide Number Placeholder 47">
            <a:extLst>
              <a:ext uri="{FF2B5EF4-FFF2-40B4-BE49-F238E27FC236}">
                <a16:creationId xmlns:a16="http://schemas.microsoft.com/office/drawing/2014/main" id="{0E3AD8F2-6646-32BB-2E86-A34C25BEC223}"/>
              </a:ext>
            </a:extLst>
          </p:cNvPr>
          <p:cNvSpPr txBox="1">
            <a:spLocks/>
          </p:cNvSpPr>
          <p:nvPr/>
        </p:nvSpPr>
        <p:spPr>
          <a:xfrm>
            <a:off x="11801095" y="6500251"/>
            <a:ext cx="439635" cy="421574"/>
          </a:xfrm>
          <a:prstGeom prst="rect">
            <a:avLst/>
          </a:prstGeom>
        </p:spPr>
        <p:txBody>
          <a:bodyPr anchor="ctr"/>
          <a:lstStyle>
            <a:defPPr>
              <a:defRPr lang="en-PT"/>
            </a:defPPr>
            <a:lvl1pPr marL="0" algn="ct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DE8DAA-7DEF-D14D-8FDA-016202E28B81}" type="slidenum">
              <a:rPr lang="en-US" sz="1200" smtClean="0">
                <a:latin typeface="Aptos" panose="020B0004020202020204" pitchFamily="34" charset="0"/>
              </a:rPr>
              <a:pPr/>
              <a:t>5</a:t>
            </a:fld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6" name="Graphic 37">
            <a:extLst>
              <a:ext uri="{FF2B5EF4-FFF2-40B4-BE49-F238E27FC236}">
                <a16:creationId xmlns:a16="http://schemas.microsoft.com/office/drawing/2014/main" id="{DFF8C7B3-D41F-389A-0274-153E1608CE02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5E7A6A-CF49-2FA8-5589-0507FF2B9E67}"/>
              </a:ext>
            </a:extLst>
          </p:cNvPr>
          <p:cNvSpPr txBox="1"/>
          <p:nvPr/>
        </p:nvSpPr>
        <p:spPr>
          <a:xfrm>
            <a:off x="7923152" y="540136"/>
            <a:ext cx="35999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  <a:p>
            <a:pPr marL="285750" indent="-285750">
              <a:buFont typeface="Wingdings" pitchFamily="2" charset="2"/>
              <a:buChar char="§"/>
            </a:pPr>
            <a:br>
              <a:rPr lang="en-US" sz="1000" b="0" i="0" dirty="0">
                <a:solidFill>
                  <a:schemeClr val="tx2"/>
                </a:solidFill>
                <a:effectLst/>
                <a:latin typeface="Aptos" panose="020B0004020202020204" pitchFamily="34" charset="0"/>
                <a:cs typeface="Calibri" panose="020F0502020204030204" pitchFamily="34" charset="0"/>
              </a:rPr>
            </a:br>
            <a:endParaRPr lang="en-US" sz="1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DA508D-2010-7929-DCB9-C3303E92FC37}"/>
              </a:ext>
            </a:extLst>
          </p:cNvPr>
          <p:cNvSpPr txBox="1"/>
          <p:nvPr/>
        </p:nvSpPr>
        <p:spPr>
          <a:xfrm>
            <a:off x="7923152" y="2006244"/>
            <a:ext cx="35999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  <a:p>
            <a:pPr marL="285750" indent="-285750">
              <a:buFont typeface="Wingdings" pitchFamily="2" charset="2"/>
              <a:buChar char="§"/>
            </a:pPr>
            <a:endParaRPr lang="en-US" sz="1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sz="1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endParaRPr lang="en-US" sz="1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sz="1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sz="1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endParaRPr lang="en-US" sz="1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sz="1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72BC0F-827B-EFCC-1923-112897646BDB}"/>
              </a:ext>
            </a:extLst>
          </p:cNvPr>
          <p:cNvSpPr txBox="1"/>
          <p:nvPr/>
        </p:nvSpPr>
        <p:spPr>
          <a:xfrm>
            <a:off x="7923152" y="4844287"/>
            <a:ext cx="359993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  <a:p>
            <a:pPr marL="285750" indent="-285750">
              <a:buFont typeface="Wingdings" pitchFamily="2" charset="2"/>
              <a:buChar char="§"/>
            </a:pPr>
            <a:endParaRPr lang="en-US" sz="1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sz="1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endParaRPr lang="en-US" sz="1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hlinkClick r:id="rId5"/>
            <a:extLst>
              <a:ext uri="{FF2B5EF4-FFF2-40B4-BE49-F238E27FC236}">
                <a16:creationId xmlns:a16="http://schemas.microsoft.com/office/drawing/2014/main" id="{F6BD626A-55A8-EFE4-FB9B-1BBBC0AD5851}"/>
              </a:ext>
            </a:extLst>
          </p:cNvPr>
          <p:cNvSpPr txBox="1"/>
          <p:nvPr/>
        </p:nvSpPr>
        <p:spPr>
          <a:xfrm>
            <a:off x="7923152" y="1625023"/>
            <a:ext cx="35999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105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20DE7-BE54-2851-BCC5-098E6E3BB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F03063-9DC9-406F-4EF6-FF0A8E382BD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79000"/>
                    </a14:imgEffect>
                    <a14:imgEffect>
                      <a14:brightnessContrast contrast="-50000"/>
                    </a14:imgEffect>
                  </a14:imgLayer>
                </a14:imgProps>
              </a:ext>
            </a:extLst>
          </a:blip>
          <a:srcRect t="7812" b="7812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70E5E6B-30FB-AA17-E5BC-E0C249E4057B}"/>
              </a:ext>
            </a:extLst>
          </p:cNvPr>
          <p:cNvSpPr/>
          <p:nvPr/>
        </p:nvSpPr>
        <p:spPr>
          <a:xfrm>
            <a:off x="-7816" y="7671"/>
            <a:ext cx="12192000" cy="6858000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F038AF-0F2B-838C-A9D4-3CB51744E840}"/>
              </a:ext>
            </a:extLst>
          </p:cNvPr>
          <p:cNvSpPr txBox="1"/>
          <p:nvPr/>
        </p:nvSpPr>
        <p:spPr>
          <a:xfrm>
            <a:off x="667265" y="3266549"/>
            <a:ext cx="68456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endParaRPr/>
          </a:p>
          <a:p>
            <a:pPr marL="285750" indent="-285750">
              <a:buFont typeface="Wingdings" pitchFamily="2" charset="2"/>
              <a:buChar char="§"/>
            </a:pPr>
            <a:endParaRPr/>
          </a:p>
          <a:p>
            <a:pPr marL="285750" indent="-285750">
              <a:buFont typeface="Wingdings" pitchFamily="2" charset="2"/>
              <a:buChar char="§"/>
            </a:pPr>
            <a:endParaRPr/>
          </a:p>
          <a:p>
            <a:pPr marL="285750" indent="-285750">
              <a:buFont typeface="Wingdings" pitchFamily="2" charset="2"/>
              <a:buChar char="§"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513403-A117-17B8-2E1D-7AB60094AFD2}"/>
              </a:ext>
            </a:extLst>
          </p:cNvPr>
          <p:cNvSpPr txBox="1"/>
          <p:nvPr/>
        </p:nvSpPr>
        <p:spPr>
          <a:xfrm>
            <a:off x="749644" y="2304872"/>
            <a:ext cx="6053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8EEAE1F-CE78-0F13-593A-949D2EE7FC47}"/>
              </a:ext>
            </a:extLst>
          </p:cNvPr>
          <p:cNvCxnSpPr>
            <a:cxnSpLocks/>
          </p:cNvCxnSpPr>
          <p:nvPr/>
        </p:nvCxnSpPr>
        <p:spPr>
          <a:xfrm>
            <a:off x="766121" y="3098401"/>
            <a:ext cx="6450228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75032F0-F2E2-0033-376C-5452E143CE8A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264545-AA77-DBC4-4C26-4C4FEF9B42E5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81B6BA-277A-7ECE-5A10-4A08E6D2F694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BC8357-0F53-4C7F-5D9A-DFBF130F9D1C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/>
          </a:p>
        </p:txBody>
      </p:sp>
      <p:grpSp>
        <p:nvGrpSpPr>
          <p:cNvPr id="7" name="Graphic 21">
            <a:extLst>
              <a:ext uri="{FF2B5EF4-FFF2-40B4-BE49-F238E27FC236}">
                <a16:creationId xmlns:a16="http://schemas.microsoft.com/office/drawing/2014/main" id="{698A51F6-A733-9255-E3F6-20C43A211CA4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E034B86-D60F-00CC-D149-6B9CB90B24C9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6EEE620-54F9-3103-A534-0F7410EB178E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A502686-F3F8-7261-6332-0ECD7FD7A6D5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9A61C21-CEBA-EA7D-A045-96B83A8B2804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355F1C8-9C80-D7FC-4E38-4E950212E3D4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2DD9634-DB25-2112-5716-EBAAD7EE4152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3D2EA9E-B3AE-E2FB-184D-F58039835FD2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A67A2FB-8E9D-216D-B624-9E98F7243B19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0C1CA5F-5764-4615-3D64-8A908A07948A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CC7B35F-DBA0-77C0-01A0-B31A0B9C2361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305448A-D463-6CD7-5AD3-CED7C73FE638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25" name="Slide Number Placeholder 47">
            <a:extLst>
              <a:ext uri="{FF2B5EF4-FFF2-40B4-BE49-F238E27FC236}">
                <a16:creationId xmlns:a16="http://schemas.microsoft.com/office/drawing/2014/main" id="{B76FC3DE-35C2-7014-85DF-171AE7619246}"/>
              </a:ext>
            </a:extLst>
          </p:cNvPr>
          <p:cNvSpPr txBox="1">
            <a:spLocks/>
          </p:cNvSpPr>
          <p:nvPr/>
        </p:nvSpPr>
        <p:spPr>
          <a:xfrm>
            <a:off x="11801095" y="6500251"/>
            <a:ext cx="439635" cy="421574"/>
          </a:xfrm>
          <a:prstGeom prst="rect">
            <a:avLst/>
          </a:prstGeom>
        </p:spPr>
        <p:txBody>
          <a:bodyPr anchor="ctr"/>
          <a:lstStyle>
            <a:defPPr>
              <a:defRPr lang="en-PT"/>
            </a:defPPr>
            <a:lvl1pPr marL="0" algn="ct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DE8DAA-7DEF-D14D-8FDA-016202E28B81}" type="slidenum">
              <a:rPr lang="en-US" sz="1200" smtClean="0">
                <a:latin typeface="Aptos" panose="020B0004020202020204" pitchFamily="34" charset="0"/>
              </a:rPr>
              <a:pPr/>
              <a:t>6</a:t>
            </a:fld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6" name="Graphic 37">
            <a:extLst>
              <a:ext uri="{FF2B5EF4-FFF2-40B4-BE49-F238E27FC236}">
                <a16:creationId xmlns:a16="http://schemas.microsoft.com/office/drawing/2014/main" id="{E88BE380-A587-EF97-5987-4983FAF65AFE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B73408-B787-8D90-383E-069602CAB971}"/>
              </a:ext>
            </a:extLst>
          </p:cNvPr>
          <p:cNvSpPr txBox="1"/>
          <p:nvPr/>
        </p:nvSpPr>
        <p:spPr>
          <a:xfrm>
            <a:off x="7678859" y="1119671"/>
            <a:ext cx="415510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endParaRPr/>
          </a:p>
          <a:p>
            <a:pPr marL="285750" indent="-285750">
              <a:buFont typeface="Wingdings" pitchFamily="2" charset="2"/>
              <a:buChar char="§"/>
            </a:pPr>
            <a:endParaRPr lang="en-US" sz="2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sz="2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sz="2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sz="2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sz="2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sz="2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sz="2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sz="2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sz="2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sz="2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sz="2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sz="2000" b="0" i="0" dirty="0">
              <a:solidFill>
                <a:schemeClr val="tx2"/>
              </a:solidFill>
              <a:effectLst/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371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8DE4E-D44A-3804-047D-52D363CD0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7D6136-71E5-9CE8-BD88-06A39E733D4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79000"/>
                    </a14:imgEffect>
                    <a14:imgEffect>
                      <a14:brightnessContrast contrast="-50000"/>
                    </a14:imgEffect>
                  </a14:imgLayer>
                </a14:imgProps>
              </a:ext>
            </a:extLst>
          </a:blip>
          <a:srcRect t="7812" b="7812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AA18497-83B5-9788-A451-0548080DEC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621642-D3EA-74D4-3C13-63898E4A242F}"/>
              </a:ext>
            </a:extLst>
          </p:cNvPr>
          <p:cNvSpPr txBox="1"/>
          <p:nvPr/>
        </p:nvSpPr>
        <p:spPr>
          <a:xfrm>
            <a:off x="667265" y="3266549"/>
            <a:ext cx="6845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endParaRPr>
              <a:solidFill>
                <a:schemeClr val="tx2"/>
              </a:solidFill>
            </a:endParaRPr>
          </a:p>
          <a:p>
            <a:pPr marL="285750" indent="-285750">
              <a:buFont typeface="Wingdings" pitchFamily="2" charset="2"/>
              <a:buChar char="§"/>
            </a:pPr>
            <a:endParaRPr>
              <a:solidFill>
                <a:schemeClr val="tx2"/>
              </a:solidFill>
            </a:endParaRPr>
          </a:p>
          <a:p>
            <a:pPr marL="285750" indent="-285750">
              <a:buFont typeface="Wingdings" pitchFamily="2" charset="2"/>
              <a:buChar char="§"/>
            </a:pPr>
            <a:endParaRPr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0F169A-D0FA-FC8B-5E31-F3388A3D1AB1}"/>
              </a:ext>
            </a:extLst>
          </p:cNvPr>
          <p:cNvSpPr txBox="1"/>
          <p:nvPr/>
        </p:nvSpPr>
        <p:spPr>
          <a:xfrm>
            <a:off x="749644" y="1729925"/>
            <a:ext cx="7152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dirty="0">
              <a:solidFill>
                <a:schemeClr val="tx2"/>
              </a:solidFill>
            </a:endParaRPr>
          </a:p>
          <a:p>
            <a:endParaRPr dirty="0">
              <a:solidFill>
                <a:schemeClr val="tx2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770E287-D4DE-71C2-8CF0-7A4F580FEB72}"/>
              </a:ext>
            </a:extLst>
          </p:cNvPr>
          <p:cNvCxnSpPr>
            <a:cxnSpLocks/>
          </p:cNvCxnSpPr>
          <p:nvPr/>
        </p:nvCxnSpPr>
        <p:spPr>
          <a:xfrm>
            <a:off x="766121" y="3098401"/>
            <a:ext cx="6450228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CD05CDB-AEA8-5289-287A-28A7BDE62EA1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4A6734-C08F-4BEC-2B88-1828C0EC5A08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ADDD6A-2883-7BAC-B2AB-4C50DAEE1002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C3A019-2811-A34E-AD7A-0775A563AE2F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/>
          </a:p>
        </p:txBody>
      </p:sp>
      <p:grpSp>
        <p:nvGrpSpPr>
          <p:cNvPr id="7" name="Graphic 21">
            <a:extLst>
              <a:ext uri="{FF2B5EF4-FFF2-40B4-BE49-F238E27FC236}">
                <a16:creationId xmlns:a16="http://schemas.microsoft.com/office/drawing/2014/main" id="{E6106A0B-D1CB-A765-8AD4-FBA9443C15FF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740D771-931E-1BB3-1021-FD09503770BF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DA8CFD0F-AA96-B60C-8DEF-58E0E9FE8AFE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03AFAB73-7973-10F4-4889-E3AADE14201A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6F4FFD1-93B0-1E0B-2E98-924AF6BEB7E6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7E50E56-B6B9-9372-B73C-BD404A9FB27A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81792DA-12A7-161A-FF08-A0FFF59A53FA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673FC866-82AC-1E84-4A0B-9957BAEAD526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BFB29F9-CC05-7AB3-69A5-11E6D26EFE16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A2738A-EB7A-8A2B-E8AA-183D3F349C47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93AFAAA-62BE-52C0-693D-C6BD036BD224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F09F7FCE-68A4-5B84-1D17-C513BC0ED909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25" name="Slide Number Placeholder 47">
            <a:extLst>
              <a:ext uri="{FF2B5EF4-FFF2-40B4-BE49-F238E27FC236}">
                <a16:creationId xmlns:a16="http://schemas.microsoft.com/office/drawing/2014/main" id="{6E19B211-B0E8-F25B-0D3B-9605716E60FF}"/>
              </a:ext>
            </a:extLst>
          </p:cNvPr>
          <p:cNvSpPr txBox="1">
            <a:spLocks/>
          </p:cNvSpPr>
          <p:nvPr/>
        </p:nvSpPr>
        <p:spPr>
          <a:xfrm>
            <a:off x="11801095" y="6500251"/>
            <a:ext cx="439635" cy="421574"/>
          </a:xfrm>
          <a:prstGeom prst="rect">
            <a:avLst/>
          </a:prstGeom>
        </p:spPr>
        <p:txBody>
          <a:bodyPr anchor="ctr"/>
          <a:lstStyle>
            <a:defPPr>
              <a:defRPr lang="en-PT"/>
            </a:defPPr>
            <a:lvl1pPr marL="0" algn="ct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DE8DAA-7DEF-D14D-8FDA-016202E28B81}" type="slidenum">
              <a:rPr lang="en-US" sz="1200" smtClean="0">
                <a:latin typeface="Aptos" panose="020B0004020202020204" pitchFamily="34" charset="0"/>
              </a:rPr>
              <a:pPr/>
              <a:t>7</a:t>
            </a:fld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6" name="Graphic 37">
            <a:extLst>
              <a:ext uri="{FF2B5EF4-FFF2-40B4-BE49-F238E27FC236}">
                <a16:creationId xmlns:a16="http://schemas.microsoft.com/office/drawing/2014/main" id="{87B74A37-1C36-0A54-319A-3BB764EF0929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2997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630B9-3C4E-B44A-C362-EC9013E8C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69C689-6E4B-89B2-BEDD-64778CFC603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79000"/>
                    </a14:imgEffect>
                    <a14:imgEffect>
                      <a14:brightnessContrast contrast="-50000"/>
                    </a14:imgEffect>
                  </a14:imgLayer>
                </a14:imgProps>
              </a:ext>
            </a:extLst>
          </a:blip>
          <a:srcRect t="7812" b="7812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C8E2EAA-E3E1-A2B8-B70D-D2F73BF45E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042830-BA45-5BD2-03DD-E6D9CAE3E263}"/>
              </a:ext>
            </a:extLst>
          </p:cNvPr>
          <p:cNvSpPr txBox="1"/>
          <p:nvPr/>
        </p:nvSpPr>
        <p:spPr>
          <a:xfrm>
            <a:off x="667265" y="3266549"/>
            <a:ext cx="68456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endParaRPr/>
          </a:p>
          <a:p>
            <a:pPr marL="285750" indent="-285750">
              <a:buFont typeface="Wingdings" pitchFamily="2" charset="2"/>
              <a:buChar char="§"/>
            </a:pPr>
            <a:endParaRPr/>
          </a:p>
          <a:p>
            <a:pPr marL="285750" indent="-285750">
              <a:buFont typeface="Wingdings" pitchFamily="2" charset="2"/>
              <a:buChar char="§"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9A464B-D163-9D0F-6A23-D39A84314081}"/>
              </a:ext>
            </a:extLst>
          </p:cNvPr>
          <p:cNvSpPr txBox="1"/>
          <p:nvPr/>
        </p:nvSpPr>
        <p:spPr>
          <a:xfrm>
            <a:off x="749644" y="2304872"/>
            <a:ext cx="6053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EF9356E-26D5-31D5-72AE-AA1121838748}"/>
              </a:ext>
            </a:extLst>
          </p:cNvPr>
          <p:cNvCxnSpPr>
            <a:cxnSpLocks/>
          </p:cNvCxnSpPr>
          <p:nvPr/>
        </p:nvCxnSpPr>
        <p:spPr>
          <a:xfrm>
            <a:off x="766121" y="3098401"/>
            <a:ext cx="6450228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2B781D4-78DE-A6E1-9FCA-A92485A76C9F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041239-AE8B-54CB-1886-70700A3F4ABA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B7D328-A668-F6A2-667B-EBB072819766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964A0C-090A-19A5-B254-C63543BB172A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/>
          </a:p>
        </p:txBody>
      </p:sp>
      <p:grpSp>
        <p:nvGrpSpPr>
          <p:cNvPr id="7" name="Graphic 21">
            <a:extLst>
              <a:ext uri="{FF2B5EF4-FFF2-40B4-BE49-F238E27FC236}">
                <a16:creationId xmlns:a16="http://schemas.microsoft.com/office/drawing/2014/main" id="{8525D522-61A9-2E90-6108-D1936DE86425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09CF770-EA6D-3481-0337-BAFCD1FC68FA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0F1F82A-CBFD-3EA3-9B8E-0A281504FD1A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8502F85-B714-FF05-962F-2DDB80683C94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26F1C41-4EB4-8092-ECD2-1F0086475860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FCC4D4C-A882-E613-3AC8-128F115BCCE5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B968EBD7-EAAA-3574-1D7D-3B9ECD9631F0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6C26826B-08A5-314E-18AF-2BBFCB7A936B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40A0CA9-6DB5-EFEA-7E1B-C0D63A9311E6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5DDC5C4-1CF9-ADF2-0E6C-03AFF7A0E8B4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3D3F93B8-680C-54A7-4C0F-7C6FA8DA5C84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60C854E-EEC4-21ED-C8A3-45080E1B8ECD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25" name="Slide Number Placeholder 47">
            <a:extLst>
              <a:ext uri="{FF2B5EF4-FFF2-40B4-BE49-F238E27FC236}">
                <a16:creationId xmlns:a16="http://schemas.microsoft.com/office/drawing/2014/main" id="{2F04B68F-8584-51C0-EEAF-724DC0C8EC8D}"/>
              </a:ext>
            </a:extLst>
          </p:cNvPr>
          <p:cNvSpPr txBox="1">
            <a:spLocks/>
          </p:cNvSpPr>
          <p:nvPr/>
        </p:nvSpPr>
        <p:spPr>
          <a:xfrm>
            <a:off x="11801095" y="6500251"/>
            <a:ext cx="439635" cy="421574"/>
          </a:xfrm>
          <a:prstGeom prst="rect">
            <a:avLst/>
          </a:prstGeom>
        </p:spPr>
        <p:txBody>
          <a:bodyPr anchor="ctr"/>
          <a:lstStyle>
            <a:defPPr>
              <a:defRPr lang="en-PT"/>
            </a:defPPr>
            <a:lvl1pPr marL="0" algn="ct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DE8DAA-7DEF-D14D-8FDA-016202E28B81}" type="slidenum">
              <a:rPr lang="en-US" sz="1200" smtClean="0">
                <a:latin typeface="Aptos" panose="020B0004020202020204" pitchFamily="34" charset="0"/>
              </a:rPr>
              <a:pPr/>
              <a:t>8</a:t>
            </a:fld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6" name="Graphic 37">
            <a:extLst>
              <a:ext uri="{FF2B5EF4-FFF2-40B4-BE49-F238E27FC236}">
                <a16:creationId xmlns:a16="http://schemas.microsoft.com/office/drawing/2014/main" id="{35F72D73-1F3F-88D9-D494-02D8C8948205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429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1F63F-1A56-8A45-7C86-35CA5CCC1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4C9A4B-2981-4517-FE36-11E3D7B75A8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79000"/>
                    </a14:imgEffect>
                    <a14:imgEffect>
                      <a14:brightnessContrast contrast="-50000"/>
                    </a14:imgEffect>
                  </a14:imgLayer>
                </a14:imgProps>
              </a:ext>
            </a:extLst>
          </a:blip>
          <a:srcRect t="7812" b="7812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7C15104-FF6D-D35C-A8F2-CBDCF6C78F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7B5D64-4D99-087F-4B5D-9343D82C18C0}"/>
              </a:ext>
            </a:extLst>
          </p:cNvPr>
          <p:cNvSpPr txBox="1"/>
          <p:nvPr/>
        </p:nvSpPr>
        <p:spPr>
          <a:xfrm>
            <a:off x="667265" y="3266549"/>
            <a:ext cx="68456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endParaRPr/>
          </a:p>
          <a:p>
            <a:pPr marL="285750" indent="-285750">
              <a:buFont typeface="Wingdings" pitchFamily="2" charset="2"/>
              <a:buChar char="§"/>
            </a:pPr>
            <a:endParaRPr/>
          </a:p>
          <a:p>
            <a:pPr marL="285750" indent="-285750">
              <a:buFont typeface="Wingdings" pitchFamily="2" charset="2"/>
              <a:buChar char="§"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2DC23C-0C0A-F2A5-B508-BF6969E2B626}"/>
              </a:ext>
            </a:extLst>
          </p:cNvPr>
          <p:cNvSpPr txBox="1"/>
          <p:nvPr/>
        </p:nvSpPr>
        <p:spPr>
          <a:xfrm>
            <a:off x="749644" y="1729925"/>
            <a:ext cx="6053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  <a:p>
            <a:endParaRPr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EA713F-0ABB-5539-3D0A-BA4EB6213850}"/>
              </a:ext>
            </a:extLst>
          </p:cNvPr>
          <p:cNvCxnSpPr>
            <a:cxnSpLocks/>
          </p:cNvCxnSpPr>
          <p:nvPr/>
        </p:nvCxnSpPr>
        <p:spPr>
          <a:xfrm>
            <a:off x="766121" y="3098401"/>
            <a:ext cx="6450228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CFE7F2B-DCF3-0E61-E163-88F4E606380A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7DE665-193D-EBB4-9E37-B065DC54284D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B044A1-68FB-F16C-5E7F-448756F0ACF1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C37B73-9DDF-ADE1-52D0-03EA27E86400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/>
          </a:p>
        </p:txBody>
      </p:sp>
      <p:grpSp>
        <p:nvGrpSpPr>
          <p:cNvPr id="7" name="Graphic 21">
            <a:extLst>
              <a:ext uri="{FF2B5EF4-FFF2-40B4-BE49-F238E27FC236}">
                <a16:creationId xmlns:a16="http://schemas.microsoft.com/office/drawing/2014/main" id="{F3ABEB65-A97A-B5F6-1E81-F802FAF0D051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A86DED1-13D4-21CA-31BA-C85B39E4DD3B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720EE284-D3B7-9F77-E41E-E0B0E0C1EF18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B28A059-9126-9EDA-1CF8-F3680C031285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1E5A578-0473-9C3D-6059-A0DFE4A93D93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38EFCDD-9480-7AAB-9C87-65EF6F89FC9F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FA82613-7741-294B-EED8-2CD04B9E8C62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5D899A3-DCF3-3BF1-9E0D-C89ACE42F6F5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402CA52-A979-C8C2-7600-BE42198117A3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86F8AEC-D481-469E-1FFF-C210E1969E0D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CC952F-3E48-A309-93D8-72D618CE3AF0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FACB2CAA-DF12-0A66-0E6F-DE2860085CB6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25" name="Slide Number Placeholder 47">
            <a:extLst>
              <a:ext uri="{FF2B5EF4-FFF2-40B4-BE49-F238E27FC236}">
                <a16:creationId xmlns:a16="http://schemas.microsoft.com/office/drawing/2014/main" id="{8E328BB4-AE96-86E9-C00B-4731D89371C1}"/>
              </a:ext>
            </a:extLst>
          </p:cNvPr>
          <p:cNvSpPr txBox="1">
            <a:spLocks/>
          </p:cNvSpPr>
          <p:nvPr/>
        </p:nvSpPr>
        <p:spPr>
          <a:xfrm>
            <a:off x="11801095" y="6500251"/>
            <a:ext cx="439635" cy="421574"/>
          </a:xfrm>
          <a:prstGeom prst="rect">
            <a:avLst/>
          </a:prstGeom>
        </p:spPr>
        <p:txBody>
          <a:bodyPr anchor="ctr"/>
          <a:lstStyle>
            <a:defPPr>
              <a:defRPr lang="en-PT"/>
            </a:defPPr>
            <a:lvl1pPr marL="0" algn="ct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DE8DAA-7DEF-D14D-8FDA-016202E28B81}" type="slidenum">
              <a:rPr lang="en-US" sz="1200" smtClean="0">
                <a:latin typeface="Aptos" panose="020B0004020202020204" pitchFamily="34" charset="0"/>
              </a:rPr>
              <a:pPr/>
              <a:t>9</a:t>
            </a:fld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6" name="Graphic 37">
            <a:extLst>
              <a:ext uri="{FF2B5EF4-FFF2-40B4-BE49-F238E27FC236}">
                <a16:creationId xmlns:a16="http://schemas.microsoft.com/office/drawing/2014/main" id="{6FD37D5A-1F57-1FA1-EB77-91C0D3792DFE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491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81687-EC74-D111-EA4F-3495B8152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94C137-F779-F904-24F6-A50212A919D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79000"/>
                    </a14:imgEffect>
                    <a14:imgEffect>
                      <a14:brightnessContrast contrast="-50000"/>
                    </a14:imgEffect>
                  </a14:imgLayer>
                </a14:imgProps>
              </a:ext>
            </a:extLst>
          </a:blip>
          <a:srcRect t="7812" b="7812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B7AC45C-4D92-1DED-91CD-92BE6B5617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8404DA-AA4F-26CF-FBB0-5FC58C985FC9}"/>
              </a:ext>
            </a:extLst>
          </p:cNvPr>
          <p:cNvSpPr txBox="1"/>
          <p:nvPr/>
        </p:nvSpPr>
        <p:spPr>
          <a:xfrm>
            <a:off x="667265" y="3266549"/>
            <a:ext cx="68456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endParaRPr/>
          </a:p>
          <a:p>
            <a:pPr marL="285750" indent="-285750">
              <a:buFont typeface="Wingdings" pitchFamily="2" charset="2"/>
              <a:buChar char="§"/>
            </a:pPr>
            <a:endParaRPr/>
          </a:p>
          <a:p>
            <a:pPr marL="285750" indent="-285750">
              <a:buFont typeface="Wingdings" pitchFamily="2" charset="2"/>
              <a:buChar char="§"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668D45-F661-8C84-96F8-C5BCEC8A585C}"/>
              </a:ext>
            </a:extLst>
          </p:cNvPr>
          <p:cNvSpPr txBox="1"/>
          <p:nvPr/>
        </p:nvSpPr>
        <p:spPr>
          <a:xfrm>
            <a:off x="749644" y="2304872"/>
            <a:ext cx="6053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7B9CA6-4608-4EEA-F5A1-2693F25F0802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0DC06E-7336-74C8-28EE-2199097AFE82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66C00-95B7-1E52-33A7-0E78803E23D0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5AD783-3E9F-6F6B-9ACB-5ACEB5B1FA7C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/>
          </a:p>
        </p:txBody>
      </p:sp>
      <p:grpSp>
        <p:nvGrpSpPr>
          <p:cNvPr id="7" name="Graphic 21">
            <a:extLst>
              <a:ext uri="{FF2B5EF4-FFF2-40B4-BE49-F238E27FC236}">
                <a16:creationId xmlns:a16="http://schemas.microsoft.com/office/drawing/2014/main" id="{D1FBAC8B-6832-A4B8-4CEE-5F08588A86FF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7A329A5-BB64-161D-072B-B42C2C0DC359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89241C5-732E-2D2C-6AC5-1F8B8DA02888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FA49366-8DA1-0132-0B9B-FA3723B8CB76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921190F-DA80-9235-7668-3973247D2269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D6ADC60-C48A-5B8D-C5B8-4F012DA5FAC7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BCDA3BF-0A1F-A3F7-BABA-94CBB2FF691B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94BDC55-87B1-ED09-C44C-AF45CB4FB704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86743BB-1596-1345-FAE4-D923079CA8F2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D1349E1E-6CFE-8289-D20D-1CEDC6BD9619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CB46B4D-AF96-90AE-28E3-FFB973852B85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23DA519-FE6C-701E-99A8-DF7D2E0DDF84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25" name="Slide Number Placeholder 47">
            <a:extLst>
              <a:ext uri="{FF2B5EF4-FFF2-40B4-BE49-F238E27FC236}">
                <a16:creationId xmlns:a16="http://schemas.microsoft.com/office/drawing/2014/main" id="{F9987E19-C3AB-C2B3-510E-67B7EB7AC01B}"/>
              </a:ext>
            </a:extLst>
          </p:cNvPr>
          <p:cNvSpPr txBox="1">
            <a:spLocks/>
          </p:cNvSpPr>
          <p:nvPr/>
        </p:nvSpPr>
        <p:spPr>
          <a:xfrm>
            <a:off x="11801095" y="6500251"/>
            <a:ext cx="439635" cy="421574"/>
          </a:xfrm>
          <a:prstGeom prst="rect">
            <a:avLst/>
          </a:prstGeom>
        </p:spPr>
        <p:txBody>
          <a:bodyPr anchor="ctr"/>
          <a:lstStyle>
            <a:defPPr>
              <a:defRPr lang="en-PT"/>
            </a:defPPr>
            <a:lvl1pPr marL="0" algn="ct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DE8DAA-7DEF-D14D-8FDA-016202E28B81}" type="slidenum">
              <a:rPr lang="en-US" sz="1200" smtClean="0">
                <a:latin typeface="Aptos" panose="020B0004020202020204" pitchFamily="34" charset="0"/>
              </a:rPr>
              <a:pPr/>
              <a:t>10</a:t>
            </a:fld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6" name="Graphic 37">
            <a:extLst>
              <a:ext uri="{FF2B5EF4-FFF2-40B4-BE49-F238E27FC236}">
                <a16:creationId xmlns:a16="http://schemas.microsoft.com/office/drawing/2014/main" id="{5CF57C30-B26A-C837-4661-140B448F984D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247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564FC-E509-32ED-7FF7-CDC309281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>
            <a:extLst>
              <a:ext uri="{FF2B5EF4-FFF2-40B4-BE49-F238E27FC236}">
                <a16:creationId xmlns:a16="http://schemas.microsoft.com/office/drawing/2014/main" id="{E66680AD-EF21-930F-4717-922B6A5E6F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99" b="7999"/>
          <a:stretch/>
        </p:blipFill>
        <p:spPr>
          <a:xfrm>
            <a:off x="0" y="0"/>
            <a:ext cx="12203528" cy="6834148"/>
          </a:xfrm>
          <a:prstGeom prst="rect">
            <a:avLst/>
          </a:prstGeom>
        </p:spPr>
      </p:pic>
      <p:sp>
        <p:nvSpPr>
          <p:cNvPr id="47" name="Graphic 37">
            <a:extLst>
              <a:ext uri="{FF2B5EF4-FFF2-40B4-BE49-F238E27FC236}">
                <a16:creationId xmlns:a16="http://schemas.microsoft.com/office/drawing/2014/main" id="{34DB69BA-4539-BE97-FF65-D4A21D513F42}"/>
              </a:ext>
            </a:extLst>
          </p:cNvPr>
          <p:cNvSpPr/>
          <p:nvPr/>
        </p:nvSpPr>
        <p:spPr>
          <a:xfrm>
            <a:off x="11833966" y="130151"/>
            <a:ext cx="242051" cy="234974"/>
          </a:xfrm>
          <a:custGeom>
            <a:avLst/>
            <a:gdLst>
              <a:gd name="connsiteX0" fmla="*/ 0 w 3008190"/>
              <a:gd name="connsiteY0" fmla="*/ 1507217 h 2920238"/>
              <a:gd name="connsiteX1" fmla="*/ 0 w 3008190"/>
              <a:gd name="connsiteY1" fmla="*/ 2920239 h 2920238"/>
              <a:gd name="connsiteX2" fmla="*/ 1504096 w 3008190"/>
              <a:gd name="connsiteY2" fmla="*/ 1413022 h 2920238"/>
              <a:gd name="connsiteX3" fmla="*/ 3008191 w 3008190"/>
              <a:gd name="connsiteY3" fmla="*/ 2920239 h 2920238"/>
              <a:gd name="connsiteX4" fmla="*/ 3008191 w 3008190"/>
              <a:gd name="connsiteY4" fmla="*/ 1507217 h 2920238"/>
              <a:gd name="connsiteX5" fmla="*/ 1504096 w 3008190"/>
              <a:gd name="connsiteY5" fmla="*/ 0 h 2920238"/>
              <a:gd name="connsiteX6" fmla="*/ 0 w 3008190"/>
              <a:gd name="connsiteY6" fmla="*/ 1507217 h 292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8190" h="2920238">
                <a:moveTo>
                  <a:pt x="0" y="1507217"/>
                </a:moveTo>
                <a:lnTo>
                  <a:pt x="0" y="2920239"/>
                </a:lnTo>
                <a:lnTo>
                  <a:pt x="1504096" y="1413022"/>
                </a:lnTo>
                <a:lnTo>
                  <a:pt x="3008191" y="2920239"/>
                </a:lnTo>
                <a:lnTo>
                  <a:pt x="3008191" y="1507217"/>
                </a:lnTo>
                <a:lnTo>
                  <a:pt x="1504096" y="0"/>
                </a:lnTo>
                <a:lnTo>
                  <a:pt x="0" y="1507217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EB01D07-EEDA-30AD-FB48-A1A1EB393010}"/>
              </a:ext>
            </a:extLst>
          </p:cNvPr>
          <p:cNvSpPr/>
          <p:nvPr/>
        </p:nvSpPr>
        <p:spPr>
          <a:xfrm>
            <a:off x="-3908" y="6548737"/>
            <a:ext cx="12192000" cy="324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F85EE1E-039F-207F-8479-BD498791D8F7}"/>
              </a:ext>
            </a:extLst>
          </p:cNvPr>
          <p:cNvSpPr/>
          <p:nvPr/>
        </p:nvSpPr>
        <p:spPr>
          <a:xfrm>
            <a:off x="11833966" y="6547856"/>
            <a:ext cx="369562" cy="32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383309A-4A7E-DB47-3748-DAA542BAF0DF}"/>
              </a:ext>
            </a:extLst>
          </p:cNvPr>
          <p:cNvSpPr txBox="1"/>
          <p:nvPr/>
        </p:nvSpPr>
        <p:spPr>
          <a:xfrm>
            <a:off x="4297680" y="6587928"/>
            <a:ext cx="360426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590FA82-DB1F-9FF7-2FA1-60C2CFDF7426}"/>
              </a:ext>
            </a:extLst>
          </p:cNvPr>
          <p:cNvSpPr txBox="1"/>
          <p:nvPr/>
        </p:nvSpPr>
        <p:spPr>
          <a:xfrm>
            <a:off x="9723120" y="6587928"/>
            <a:ext cx="2052320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/>
          </a:p>
        </p:txBody>
      </p:sp>
      <p:grpSp>
        <p:nvGrpSpPr>
          <p:cNvPr id="52" name="Graphic 21">
            <a:extLst>
              <a:ext uri="{FF2B5EF4-FFF2-40B4-BE49-F238E27FC236}">
                <a16:creationId xmlns:a16="http://schemas.microsoft.com/office/drawing/2014/main" id="{CB772395-CC07-EC4D-23EF-17D3AC0FF1B3}"/>
              </a:ext>
            </a:extLst>
          </p:cNvPr>
          <p:cNvGrpSpPr/>
          <p:nvPr/>
        </p:nvGrpSpPr>
        <p:grpSpPr>
          <a:xfrm>
            <a:off x="89885" y="6647769"/>
            <a:ext cx="1340139" cy="126539"/>
            <a:chOff x="2546350" y="3092450"/>
            <a:chExt cx="7099490" cy="670350"/>
          </a:xfrm>
          <a:solidFill>
            <a:srgbClr val="FFFFFF"/>
          </a:solidFill>
        </p:grpSpPr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547F3E82-CA87-5344-C267-D7CF89F4BD98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F35D1E8D-88FC-46F9-B02B-9013B3EE155D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9C29387A-8768-8867-CF3A-1FCA9DB701BB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3043557B-3B38-56DB-4848-C009F7797590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C08D7CD4-4A9D-7370-DA17-AE54690A556F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5013CB47-F4CB-878D-20A4-BECA1BB03071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7DF7952F-B12A-D6B0-9E28-9FF069A22840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0" name="Freeform 30">
              <a:extLst>
                <a:ext uri="{FF2B5EF4-FFF2-40B4-BE49-F238E27FC236}">
                  <a16:creationId xmlns:a16="http://schemas.microsoft.com/office/drawing/2014/main" id="{5B0190BB-801D-45C6-5B87-923CDA00006E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1" name="Freeform 31">
              <a:extLst>
                <a:ext uri="{FF2B5EF4-FFF2-40B4-BE49-F238E27FC236}">
                  <a16:creationId xmlns:a16="http://schemas.microsoft.com/office/drawing/2014/main" id="{1AA57F65-9157-71AC-73DB-31E5D418BEB7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2" name="Freeform 32">
              <a:extLst>
                <a:ext uri="{FF2B5EF4-FFF2-40B4-BE49-F238E27FC236}">
                  <a16:creationId xmlns:a16="http://schemas.microsoft.com/office/drawing/2014/main" id="{B6166E55-FA3B-0BDC-89B9-957C6B29B1EE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63" name="Freeform 33">
              <a:extLst>
                <a:ext uri="{FF2B5EF4-FFF2-40B4-BE49-F238E27FC236}">
                  <a16:creationId xmlns:a16="http://schemas.microsoft.com/office/drawing/2014/main" id="{27AC14F6-0D8F-C8D0-A1AA-075A6E1C5E07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64" name="Slide Number Placeholder 47">
            <a:extLst>
              <a:ext uri="{FF2B5EF4-FFF2-40B4-BE49-F238E27FC236}">
                <a16:creationId xmlns:a16="http://schemas.microsoft.com/office/drawing/2014/main" id="{9B9CFA5A-B171-21CD-936E-8C0FC63302DE}"/>
              </a:ext>
            </a:extLst>
          </p:cNvPr>
          <p:cNvSpPr txBox="1">
            <a:spLocks/>
          </p:cNvSpPr>
          <p:nvPr/>
        </p:nvSpPr>
        <p:spPr>
          <a:xfrm>
            <a:off x="11801095" y="6500251"/>
            <a:ext cx="439635" cy="421574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46F9DD-CD1C-1941-9766-570E7B02CB06}" type="slidenum">
              <a:rPr lang="en-PT" sz="1200" smtClean="0"/>
              <a:pPr/>
              <a:t>11</a:t>
            </a:fld>
            <a:endParaRPr lang="en-PT" sz="120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2F227DE-7092-13F7-950B-FBF8AA8C041A}"/>
              </a:ext>
            </a:extLst>
          </p:cNvPr>
          <p:cNvCxnSpPr>
            <a:cxnSpLocks/>
          </p:cNvCxnSpPr>
          <p:nvPr/>
        </p:nvCxnSpPr>
        <p:spPr>
          <a:xfrm>
            <a:off x="321310" y="1043668"/>
            <a:ext cx="11430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 Placeholder 12">
            <a:extLst>
              <a:ext uri="{FF2B5EF4-FFF2-40B4-BE49-F238E27FC236}">
                <a16:creationId xmlns:a16="http://schemas.microsoft.com/office/drawing/2014/main" id="{89B00CCA-B7C0-C397-1D5D-02211DA4ACCF}"/>
              </a:ext>
            </a:extLst>
          </p:cNvPr>
          <p:cNvSpPr txBox="1">
            <a:spLocks/>
          </p:cNvSpPr>
          <p:nvPr/>
        </p:nvSpPr>
        <p:spPr>
          <a:xfrm>
            <a:off x="342932" y="680313"/>
            <a:ext cx="11409796" cy="28765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PT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AC9D2D-E3B5-9130-2081-507A83E88036}"/>
              </a:ext>
            </a:extLst>
          </p:cNvPr>
          <p:cNvSpPr txBox="1"/>
          <p:nvPr/>
        </p:nvSpPr>
        <p:spPr>
          <a:xfrm>
            <a:off x="1653449" y="3013501"/>
            <a:ext cx="8892722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endParaRPr/>
          </a:p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63448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8FC9-D8F0-D0D7-39D7-0F6031336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105" y="2839975"/>
            <a:ext cx="5805380" cy="692925"/>
          </a:xfrm>
        </p:spPr>
        <p:txBody>
          <a:bodyPr/>
          <a:lstStyle/>
          <a:p>
            <a:endParaRPr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004D2870-62BA-FA35-C796-EA65AD628BAA}"/>
              </a:ext>
            </a:extLst>
          </p:cNvPr>
          <p:cNvSpPr/>
          <p:nvPr/>
        </p:nvSpPr>
        <p:spPr>
          <a:xfrm>
            <a:off x="3938604" y="1060704"/>
            <a:ext cx="8253397" cy="5797296"/>
          </a:xfrm>
          <a:custGeom>
            <a:avLst/>
            <a:gdLst>
              <a:gd name="connsiteX0" fmla="*/ 6363820 w 8253397"/>
              <a:gd name="connsiteY0" fmla="*/ 0 h 5797296"/>
              <a:gd name="connsiteX1" fmla="*/ 8253397 w 8253397"/>
              <a:gd name="connsiteY1" fmla="*/ 1721363 h 5797296"/>
              <a:gd name="connsiteX2" fmla="*/ 8253397 w 8253397"/>
              <a:gd name="connsiteY2" fmla="*/ 5797296 h 5797296"/>
              <a:gd name="connsiteX3" fmla="*/ 0 w 8253397"/>
              <a:gd name="connsiteY3" fmla="*/ 5797296 h 5797296"/>
              <a:gd name="connsiteX4" fmla="*/ 6363820 w 8253397"/>
              <a:gd name="connsiteY4" fmla="*/ 0 h 5797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53397" h="5797296">
                <a:moveTo>
                  <a:pt x="6363820" y="0"/>
                </a:moveTo>
                <a:lnTo>
                  <a:pt x="8253397" y="1721363"/>
                </a:lnTo>
                <a:lnTo>
                  <a:pt x="8253397" y="5797296"/>
                </a:lnTo>
                <a:lnTo>
                  <a:pt x="0" y="5797296"/>
                </a:lnTo>
                <a:lnTo>
                  <a:pt x="6363820" y="0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PT">
              <a:solidFill>
                <a:schemeClr val="bg2"/>
              </a:solidFill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DB07225B-E079-A28A-5A81-138FFFD329FC}"/>
              </a:ext>
            </a:extLst>
          </p:cNvPr>
          <p:cNvSpPr/>
          <p:nvPr/>
        </p:nvSpPr>
        <p:spPr>
          <a:xfrm>
            <a:off x="7005616" y="3854683"/>
            <a:ext cx="5186385" cy="3003318"/>
          </a:xfrm>
          <a:custGeom>
            <a:avLst/>
            <a:gdLst>
              <a:gd name="connsiteX0" fmla="*/ 3296808 w 5186385"/>
              <a:gd name="connsiteY0" fmla="*/ 0 h 3003318"/>
              <a:gd name="connsiteX1" fmla="*/ 5186385 w 5186385"/>
              <a:gd name="connsiteY1" fmla="*/ 1721363 h 3003318"/>
              <a:gd name="connsiteX2" fmla="*/ 5186385 w 5186385"/>
              <a:gd name="connsiteY2" fmla="*/ 3003318 h 3003318"/>
              <a:gd name="connsiteX3" fmla="*/ 0 w 5186385"/>
              <a:gd name="connsiteY3" fmla="*/ 3003318 h 3003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86385" h="3003318">
                <a:moveTo>
                  <a:pt x="3296808" y="0"/>
                </a:moveTo>
                <a:lnTo>
                  <a:pt x="5186385" y="1721363"/>
                </a:lnTo>
                <a:lnTo>
                  <a:pt x="5186385" y="3003318"/>
                </a:lnTo>
                <a:lnTo>
                  <a:pt x="0" y="300331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43AE49-5FF5-D9C0-6878-FDD7A9A24A8E}"/>
              </a:ext>
            </a:extLst>
          </p:cNvPr>
          <p:cNvSpPr/>
          <p:nvPr/>
        </p:nvSpPr>
        <p:spPr>
          <a:xfrm>
            <a:off x="653142" y="3811967"/>
            <a:ext cx="5593277" cy="950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aphic 21">
            <a:extLst>
              <a:ext uri="{FF2B5EF4-FFF2-40B4-BE49-F238E27FC236}">
                <a16:creationId xmlns:a16="http://schemas.microsoft.com/office/drawing/2014/main" id="{626D727E-D9E6-B9BE-A356-92107276BAA4}"/>
              </a:ext>
            </a:extLst>
          </p:cNvPr>
          <p:cNvGrpSpPr/>
          <p:nvPr/>
        </p:nvGrpSpPr>
        <p:grpSpPr>
          <a:xfrm>
            <a:off x="653142" y="567318"/>
            <a:ext cx="4162136" cy="392998"/>
            <a:chOff x="2546350" y="3092450"/>
            <a:chExt cx="7099490" cy="670350"/>
          </a:xfrm>
          <a:solidFill>
            <a:schemeClr val="tx2"/>
          </a:solidFill>
        </p:grpSpPr>
        <p:sp>
          <p:nvSpPr>
            <p:cNvPr id="35" name="Freeform 23">
              <a:extLst>
                <a:ext uri="{FF2B5EF4-FFF2-40B4-BE49-F238E27FC236}">
                  <a16:creationId xmlns:a16="http://schemas.microsoft.com/office/drawing/2014/main" id="{98A49548-1E71-5328-4DCE-6706D41AF83C}"/>
                </a:ext>
              </a:extLst>
            </p:cNvPr>
            <p:cNvSpPr/>
            <p:nvPr/>
          </p:nvSpPr>
          <p:spPr>
            <a:xfrm>
              <a:off x="2546350" y="3092450"/>
              <a:ext cx="694703" cy="670350"/>
            </a:xfrm>
            <a:custGeom>
              <a:avLst/>
              <a:gdLst>
                <a:gd name="connsiteX0" fmla="*/ 0 w 694703"/>
                <a:gd name="connsiteY0" fmla="*/ 346030 h 670350"/>
                <a:gd name="connsiteX1" fmla="*/ 0 w 694703"/>
                <a:gd name="connsiteY1" fmla="*/ 670351 h 670350"/>
                <a:gd name="connsiteX2" fmla="*/ 347352 w 694703"/>
                <a:gd name="connsiteY2" fmla="*/ 324415 h 670350"/>
                <a:gd name="connsiteX3" fmla="*/ 694704 w 694703"/>
                <a:gd name="connsiteY3" fmla="*/ 670351 h 670350"/>
                <a:gd name="connsiteX4" fmla="*/ 694704 w 694703"/>
                <a:gd name="connsiteY4" fmla="*/ 346030 h 670350"/>
                <a:gd name="connsiteX5" fmla="*/ 347352 w 694703"/>
                <a:gd name="connsiteY5" fmla="*/ 0 h 670350"/>
                <a:gd name="connsiteX6" fmla="*/ 0 w 694703"/>
                <a:gd name="connsiteY6" fmla="*/ 346030 h 67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703" h="670350">
                  <a:moveTo>
                    <a:pt x="0" y="346030"/>
                  </a:moveTo>
                  <a:lnTo>
                    <a:pt x="0" y="670351"/>
                  </a:lnTo>
                  <a:lnTo>
                    <a:pt x="347352" y="324415"/>
                  </a:lnTo>
                  <a:lnTo>
                    <a:pt x="694704" y="670351"/>
                  </a:lnTo>
                  <a:lnTo>
                    <a:pt x="694704" y="346030"/>
                  </a:lnTo>
                  <a:lnTo>
                    <a:pt x="347352" y="0"/>
                  </a:lnTo>
                  <a:lnTo>
                    <a:pt x="0" y="34603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6" name="Freeform 24">
              <a:extLst>
                <a:ext uri="{FF2B5EF4-FFF2-40B4-BE49-F238E27FC236}">
                  <a16:creationId xmlns:a16="http://schemas.microsoft.com/office/drawing/2014/main" id="{EC6D02CC-91DB-B826-6BF7-0A490F1692CE}"/>
                </a:ext>
              </a:extLst>
            </p:cNvPr>
            <p:cNvSpPr/>
            <p:nvPr/>
          </p:nvSpPr>
          <p:spPr>
            <a:xfrm>
              <a:off x="3588310" y="3150090"/>
              <a:ext cx="492954" cy="576685"/>
            </a:xfrm>
            <a:custGeom>
              <a:avLst/>
              <a:gdLst>
                <a:gd name="connsiteX0" fmla="*/ 370858 w 492954"/>
                <a:gd name="connsiteY0" fmla="*/ 237955 h 576685"/>
                <a:gd name="connsiteX1" fmla="*/ 122382 w 492954"/>
                <a:gd name="connsiteY1" fmla="*/ 237955 h 576685"/>
                <a:gd name="connsiteX2" fmla="*/ 122382 w 492954"/>
                <a:gd name="connsiteY2" fmla="*/ 0 h 576685"/>
                <a:gd name="connsiteX3" fmla="*/ 0 w 492954"/>
                <a:gd name="connsiteY3" fmla="*/ 0 h 576685"/>
                <a:gd name="connsiteX4" fmla="*/ 0 w 492954"/>
                <a:gd name="connsiteY4" fmla="*/ 576686 h 576685"/>
                <a:gd name="connsiteX5" fmla="*/ 122382 w 492954"/>
                <a:gd name="connsiteY5" fmla="*/ 576686 h 576685"/>
                <a:gd name="connsiteX6" fmla="*/ 122382 w 492954"/>
                <a:gd name="connsiteY6" fmla="*/ 338541 h 576685"/>
                <a:gd name="connsiteX7" fmla="*/ 370858 w 492954"/>
                <a:gd name="connsiteY7" fmla="*/ 338541 h 576685"/>
                <a:gd name="connsiteX8" fmla="*/ 370858 w 492954"/>
                <a:gd name="connsiteY8" fmla="*/ 576686 h 576685"/>
                <a:gd name="connsiteX9" fmla="*/ 492954 w 492954"/>
                <a:gd name="connsiteY9" fmla="*/ 576686 h 576685"/>
                <a:gd name="connsiteX10" fmla="*/ 492954 w 492954"/>
                <a:gd name="connsiteY10" fmla="*/ 0 h 576685"/>
                <a:gd name="connsiteX11" fmla="*/ 370858 w 492954"/>
                <a:gd name="connsiteY11" fmla="*/ 0 h 576685"/>
                <a:gd name="connsiteX12" fmla="*/ 370858 w 492954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4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7" name="Freeform 25">
              <a:extLst>
                <a:ext uri="{FF2B5EF4-FFF2-40B4-BE49-F238E27FC236}">
                  <a16:creationId xmlns:a16="http://schemas.microsoft.com/office/drawing/2014/main" id="{0B6F58A6-AEFC-B625-5FE5-E9663A8922F7}"/>
                </a:ext>
              </a:extLst>
            </p:cNvPr>
            <p:cNvSpPr/>
            <p:nvPr/>
          </p:nvSpPr>
          <p:spPr>
            <a:xfrm>
              <a:off x="4317463" y="3150090"/>
              <a:ext cx="391222" cy="576685"/>
            </a:xfrm>
            <a:custGeom>
              <a:avLst/>
              <a:gdLst>
                <a:gd name="connsiteX0" fmla="*/ 122382 w 391222"/>
                <a:gd name="connsiteY0" fmla="*/ 338541 h 576685"/>
                <a:gd name="connsiteX1" fmla="*/ 370001 w 391222"/>
                <a:gd name="connsiteY1" fmla="*/ 338541 h 576685"/>
                <a:gd name="connsiteX2" fmla="*/ 370001 w 391222"/>
                <a:gd name="connsiteY2" fmla="*/ 237955 h 576685"/>
                <a:gd name="connsiteX3" fmla="*/ 122382 w 391222"/>
                <a:gd name="connsiteY3" fmla="*/ 237955 h 576685"/>
                <a:gd name="connsiteX4" fmla="*/ 122382 w 391222"/>
                <a:gd name="connsiteY4" fmla="*/ 100586 h 576685"/>
                <a:gd name="connsiteX5" fmla="*/ 390081 w 391222"/>
                <a:gd name="connsiteY5" fmla="*/ 100586 h 576685"/>
                <a:gd name="connsiteX6" fmla="*/ 390081 w 391222"/>
                <a:gd name="connsiteY6" fmla="*/ 0 h 576685"/>
                <a:gd name="connsiteX7" fmla="*/ 0 w 391222"/>
                <a:gd name="connsiteY7" fmla="*/ 0 h 576685"/>
                <a:gd name="connsiteX8" fmla="*/ 0 w 391222"/>
                <a:gd name="connsiteY8" fmla="*/ 576686 h 576685"/>
                <a:gd name="connsiteX9" fmla="*/ 391223 w 391222"/>
                <a:gd name="connsiteY9" fmla="*/ 576686 h 576685"/>
                <a:gd name="connsiteX10" fmla="*/ 391223 w 391222"/>
                <a:gd name="connsiteY10" fmla="*/ 476195 h 576685"/>
                <a:gd name="connsiteX11" fmla="*/ 122382 w 391222"/>
                <a:gd name="connsiteY11" fmla="*/ 476195 h 576685"/>
                <a:gd name="connsiteX12" fmla="*/ 122382 w 391222"/>
                <a:gd name="connsiteY12" fmla="*/ 338541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2" h="576685">
                  <a:moveTo>
                    <a:pt x="122382" y="338541"/>
                  </a:moveTo>
                  <a:lnTo>
                    <a:pt x="370001" y="338541"/>
                  </a:lnTo>
                  <a:lnTo>
                    <a:pt x="370001" y="237955"/>
                  </a:lnTo>
                  <a:lnTo>
                    <a:pt x="122382" y="237955"/>
                  </a:lnTo>
                  <a:lnTo>
                    <a:pt x="122382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382" y="476195"/>
                  </a:lnTo>
                  <a:lnTo>
                    <a:pt x="122382" y="3385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8" name="Freeform 26">
              <a:extLst>
                <a:ext uri="{FF2B5EF4-FFF2-40B4-BE49-F238E27FC236}">
                  <a16:creationId xmlns:a16="http://schemas.microsoft.com/office/drawing/2014/main" id="{02E4757C-4A27-99C1-F71C-8FEC5CAC3E3E}"/>
                </a:ext>
              </a:extLst>
            </p:cNvPr>
            <p:cNvSpPr/>
            <p:nvPr/>
          </p:nvSpPr>
          <p:spPr>
            <a:xfrm>
              <a:off x="4908723" y="3150090"/>
              <a:ext cx="556999" cy="576685"/>
            </a:xfrm>
            <a:custGeom>
              <a:avLst/>
              <a:gdLst>
                <a:gd name="connsiteX0" fmla="*/ 199846 w 556999"/>
                <a:gd name="connsiteY0" fmla="*/ 0 h 576685"/>
                <a:gd name="connsiteX1" fmla="*/ 0 w 556999"/>
                <a:gd name="connsiteY1" fmla="*/ 576686 h 576685"/>
                <a:gd name="connsiteX2" fmla="*/ 131137 w 556999"/>
                <a:gd name="connsiteY2" fmla="*/ 576686 h 576685"/>
                <a:gd name="connsiteX3" fmla="*/ 174057 w 556999"/>
                <a:gd name="connsiteY3" fmla="*/ 445194 h 576685"/>
                <a:gd name="connsiteX4" fmla="*/ 383039 w 556999"/>
                <a:gd name="connsiteY4" fmla="*/ 445194 h 576685"/>
                <a:gd name="connsiteX5" fmla="*/ 425863 w 556999"/>
                <a:gd name="connsiteY5" fmla="*/ 576686 h 576685"/>
                <a:gd name="connsiteX6" fmla="*/ 557000 w 556999"/>
                <a:gd name="connsiteY6" fmla="*/ 576686 h 576685"/>
                <a:gd name="connsiteX7" fmla="*/ 357439 w 556999"/>
                <a:gd name="connsiteY7" fmla="*/ 0 h 576685"/>
                <a:gd name="connsiteX8" fmla="*/ 199751 w 556999"/>
                <a:gd name="connsiteY8" fmla="*/ 0 h 576685"/>
                <a:gd name="connsiteX9" fmla="*/ 205271 w 556999"/>
                <a:gd name="connsiteY9" fmla="*/ 350012 h 576685"/>
                <a:gd name="connsiteX10" fmla="*/ 276549 w 556999"/>
                <a:gd name="connsiteY10" fmla="*/ 131776 h 576685"/>
                <a:gd name="connsiteX11" fmla="*/ 281117 w 556999"/>
                <a:gd name="connsiteY11" fmla="*/ 131776 h 576685"/>
                <a:gd name="connsiteX12" fmla="*/ 352205 w 556999"/>
                <a:gd name="connsiteY12" fmla="*/ 350012 h 576685"/>
                <a:gd name="connsiteX13" fmla="*/ 205271 w 556999"/>
                <a:gd name="connsiteY13" fmla="*/ 350012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999" h="576685">
                  <a:moveTo>
                    <a:pt x="199846" y="0"/>
                  </a:moveTo>
                  <a:lnTo>
                    <a:pt x="0" y="576686"/>
                  </a:lnTo>
                  <a:lnTo>
                    <a:pt x="131137" y="576686"/>
                  </a:lnTo>
                  <a:lnTo>
                    <a:pt x="174057" y="445194"/>
                  </a:lnTo>
                  <a:lnTo>
                    <a:pt x="383039" y="445194"/>
                  </a:lnTo>
                  <a:lnTo>
                    <a:pt x="425863" y="576686"/>
                  </a:lnTo>
                  <a:lnTo>
                    <a:pt x="557000" y="576686"/>
                  </a:lnTo>
                  <a:lnTo>
                    <a:pt x="357439" y="0"/>
                  </a:lnTo>
                  <a:lnTo>
                    <a:pt x="199751" y="0"/>
                  </a:lnTo>
                  <a:close/>
                  <a:moveTo>
                    <a:pt x="205271" y="350012"/>
                  </a:moveTo>
                  <a:lnTo>
                    <a:pt x="276549" y="131776"/>
                  </a:lnTo>
                  <a:lnTo>
                    <a:pt x="281117" y="131776"/>
                  </a:lnTo>
                  <a:lnTo>
                    <a:pt x="352205" y="350012"/>
                  </a:lnTo>
                  <a:lnTo>
                    <a:pt x="205271" y="35001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39" name="Freeform 27">
              <a:extLst>
                <a:ext uri="{FF2B5EF4-FFF2-40B4-BE49-F238E27FC236}">
                  <a16:creationId xmlns:a16="http://schemas.microsoft.com/office/drawing/2014/main" id="{68301143-22DF-1724-F8A3-C61FEE40C1B9}"/>
                </a:ext>
              </a:extLst>
            </p:cNvPr>
            <p:cNvSpPr/>
            <p:nvPr/>
          </p:nvSpPr>
          <p:spPr>
            <a:xfrm>
              <a:off x="5670898" y="3150090"/>
              <a:ext cx="370572" cy="576685"/>
            </a:xfrm>
            <a:custGeom>
              <a:avLst/>
              <a:gdLst>
                <a:gd name="connsiteX0" fmla="*/ 122382 w 370572"/>
                <a:gd name="connsiteY0" fmla="*/ 0 h 576685"/>
                <a:gd name="connsiteX1" fmla="*/ 0 w 370572"/>
                <a:gd name="connsiteY1" fmla="*/ 0 h 576685"/>
                <a:gd name="connsiteX2" fmla="*/ 0 w 370572"/>
                <a:gd name="connsiteY2" fmla="*/ 576686 h 576685"/>
                <a:gd name="connsiteX3" fmla="*/ 370572 w 370572"/>
                <a:gd name="connsiteY3" fmla="*/ 576686 h 576685"/>
                <a:gd name="connsiteX4" fmla="*/ 370572 w 370572"/>
                <a:gd name="connsiteY4" fmla="*/ 476195 h 576685"/>
                <a:gd name="connsiteX5" fmla="*/ 122382 w 370572"/>
                <a:gd name="connsiteY5" fmla="*/ 476195 h 576685"/>
                <a:gd name="connsiteX6" fmla="*/ 122382 w 370572"/>
                <a:gd name="connsiteY6" fmla="*/ 0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572" h="576685">
                  <a:moveTo>
                    <a:pt x="122382" y="0"/>
                  </a:moveTo>
                  <a:lnTo>
                    <a:pt x="0" y="0"/>
                  </a:lnTo>
                  <a:lnTo>
                    <a:pt x="0" y="576686"/>
                  </a:lnTo>
                  <a:lnTo>
                    <a:pt x="370572" y="576686"/>
                  </a:lnTo>
                  <a:lnTo>
                    <a:pt x="370572" y="476195"/>
                  </a:lnTo>
                  <a:lnTo>
                    <a:pt x="122382" y="476195"/>
                  </a:lnTo>
                  <a:lnTo>
                    <a:pt x="122382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0" name="Freeform 28">
              <a:extLst>
                <a:ext uri="{FF2B5EF4-FFF2-40B4-BE49-F238E27FC236}">
                  <a16:creationId xmlns:a16="http://schemas.microsoft.com/office/drawing/2014/main" id="{D1DA506D-BEF0-E669-3885-DE0EA188A517}"/>
                </a:ext>
              </a:extLst>
            </p:cNvPr>
            <p:cNvSpPr/>
            <p:nvPr/>
          </p:nvSpPr>
          <p:spPr>
            <a:xfrm>
              <a:off x="6163471" y="3150090"/>
              <a:ext cx="475443" cy="576685"/>
            </a:xfrm>
            <a:custGeom>
              <a:avLst/>
              <a:gdLst>
                <a:gd name="connsiteX0" fmla="*/ 0 w 475443"/>
                <a:gd name="connsiteY0" fmla="*/ 100586 h 576685"/>
                <a:gd name="connsiteX1" fmla="*/ 177197 w 475443"/>
                <a:gd name="connsiteY1" fmla="*/ 100586 h 576685"/>
                <a:gd name="connsiteX2" fmla="*/ 177197 w 475443"/>
                <a:gd name="connsiteY2" fmla="*/ 576686 h 576685"/>
                <a:gd name="connsiteX3" fmla="*/ 298247 w 475443"/>
                <a:gd name="connsiteY3" fmla="*/ 576686 h 576685"/>
                <a:gd name="connsiteX4" fmla="*/ 298247 w 475443"/>
                <a:gd name="connsiteY4" fmla="*/ 100586 h 576685"/>
                <a:gd name="connsiteX5" fmla="*/ 475444 w 475443"/>
                <a:gd name="connsiteY5" fmla="*/ 100586 h 576685"/>
                <a:gd name="connsiteX6" fmla="*/ 475444 w 475443"/>
                <a:gd name="connsiteY6" fmla="*/ 0 h 576685"/>
                <a:gd name="connsiteX7" fmla="*/ 0 w 475443"/>
                <a:gd name="connsiteY7" fmla="*/ 0 h 576685"/>
                <a:gd name="connsiteX8" fmla="*/ 0 w 475443"/>
                <a:gd name="connsiteY8" fmla="*/ 1005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5443" h="576685">
                  <a:moveTo>
                    <a:pt x="0" y="100586"/>
                  </a:moveTo>
                  <a:lnTo>
                    <a:pt x="177197" y="100586"/>
                  </a:lnTo>
                  <a:lnTo>
                    <a:pt x="177197" y="576686"/>
                  </a:lnTo>
                  <a:lnTo>
                    <a:pt x="298247" y="576686"/>
                  </a:lnTo>
                  <a:lnTo>
                    <a:pt x="298247" y="100586"/>
                  </a:lnTo>
                  <a:lnTo>
                    <a:pt x="475444" y="100586"/>
                  </a:lnTo>
                  <a:lnTo>
                    <a:pt x="475444" y="0"/>
                  </a:lnTo>
                  <a:lnTo>
                    <a:pt x="0" y="0"/>
                  </a:lnTo>
                  <a:lnTo>
                    <a:pt x="0" y="1005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1" name="Freeform 29">
              <a:extLst>
                <a:ext uri="{FF2B5EF4-FFF2-40B4-BE49-F238E27FC236}">
                  <a16:creationId xmlns:a16="http://schemas.microsoft.com/office/drawing/2014/main" id="{B6E2ED26-9BC4-CA43-ABE4-E163C2098FE9}"/>
                </a:ext>
              </a:extLst>
            </p:cNvPr>
            <p:cNvSpPr/>
            <p:nvPr/>
          </p:nvSpPr>
          <p:spPr>
            <a:xfrm>
              <a:off x="6852560" y="3150090"/>
              <a:ext cx="492953" cy="576685"/>
            </a:xfrm>
            <a:custGeom>
              <a:avLst/>
              <a:gdLst>
                <a:gd name="connsiteX0" fmla="*/ 370858 w 492953"/>
                <a:gd name="connsiteY0" fmla="*/ 237955 h 576685"/>
                <a:gd name="connsiteX1" fmla="*/ 122382 w 492953"/>
                <a:gd name="connsiteY1" fmla="*/ 237955 h 576685"/>
                <a:gd name="connsiteX2" fmla="*/ 122382 w 492953"/>
                <a:gd name="connsiteY2" fmla="*/ 0 h 576685"/>
                <a:gd name="connsiteX3" fmla="*/ 0 w 492953"/>
                <a:gd name="connsiteY3" fmla="*/ 0 h 576685"/>
                <a:gd name="connsiteX4" fmla="*/ 0 w 492953"/>
                <a:gd name="connsiteY4" fmla="*/ 576686 h 576685"/>
                <a:gd name="connsiteX5" fmla="*/ 122382 w 492953"/>
                <a:gd name="connsiteY5" fmla="*/ 576686 h 576685"/>
                <a:gd name="connsiteX6" fmla="*/ 122382 w 492953"/>
                <a:gd name="connsiteY6" fmla="*/ 338541 h 576685"/>
                <a:gd name="connsiteX7" fmla="*/ 370858 w 492953"/>
                <a:gd name="connsiteY7" fmla="*/ 338541 h 576685"/>
                <a:gd name="connsiteX8" fmla="*/ 370858 w 492953"/>
                <a:gd name="connsiteY8" fmla="*/ 576686 h 576685"/>
                <a:gd name="connsiteX9" fmla="*/ 492954 w 492953"/>
                <a:gd name="connsiteY9" fmla="*/ 576686 h 576685"/>
                <a:gd name="connsiteX10" fmla="*/ 492954 w 492953"/>
                <a:gd name="connsiteY10" fmla="*/ 0 h 576685"/>
                <a:gd name="connsiteX11" fmla="*/ 370858 w 492953"/>
                <a:gd name="connsiteY11" fmla="*/ 0 h 576685"/>
                <a:gd name="connsiteX12" fmla="*/ 370858 w 492953"/>
                <a:gd name="connsiteY12" fmla="*/ 23795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953" h="576685">
                  <a:moveTo>
                    <a:pt x="370858" y="237955"/>
                  </a:moveTo>
                  <a:lnTo>
                    <a:pt x="122382" y="237955"/>
                  </a:lnTo>
                  <a:lnTo>
                    <a:pt x="122382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38541"/>
                  </a:lnTo>
                  <a:lnTo>
                    <a:pt x="370858" y="338541"/>
                  </a:lnTo>
                  <a:lnTo>
                    <a:pt x="370858" y="576686"/>
                  </a:lnTo>
                  <a:lnTo>
                    <a:pt x="492954" y="576686"/>
                  </a:lnTo>
                  <a:lnTo>
                    <a:pt x="492954" y="0"/>
                  </a:lnTo>
                  <a:lnTo>
                    <a:pt x="370858" y="0"/>
                  </a:lnTo>
                  <a:lnTo>
                    <a:pt x="370858" y="2379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2" name="Freeform 30">
              <a:extLst>
                <a:ext uri="{FF2B5EF4-FFF2-40B4-BE49-F238E27FC236}">
                  <a16:creationId xmlns:a16="http://schemas.microsoft.com/office/drawing/2014/main" id="{08D9CDCD-902B-2093-B44C-C9BFADE5D19C}"/>
                </a:ext>
              </a:extLst>
            </p:cNvPr>
            <p:cNvSpPr/>
            <p:nvPr/>
          </p:nvSpPr>
          <p:spPr>
            <a:xfrm>
              <a:off x="7581714" y="3150090"/>
              <a:ext cx="456506" cy="576685"/>
            </a:xfrm>
            <a:custGeom>
              <a:avLst/>
              <a:gdLst>
                <a:gd name="connsiteX0" fmla="*/ 338882 w 456506"/>
                <a:gd name="connsiteY0" fmla="*/ 350296 h 576685"/>
                <a:gd name="connsiteX1" fmla="*/ 410922 w 456506"/>
                <a:gd name="connsiteY1" fmla="*/ 287253 h 576685"/>
                <a:gd name="connsiteX2" fmla="*/ 435760 w 456506"/>
                <a:gd name="connsiteY2" fmla="*/ 188373 h 576685"/>
                <a:gd name="connsiteX3" fmla="*/ 411208 w 456506"/>
                <a:gd name="connsiteY3" fmla="*/ 89020 h 576685"/>
                <a:gd name="connsiteX4" fmla="*/ 340310 w 456506"/>
                <a:gd name="connsiteY4" fmla="*/ 23416 h 576685"/>
                <a:gd name="connsiteX5" fmla="*/ 228396 w 456506"/>
                <a:gd name="connsiteY5" fmla="*/ 0 h 576685"/>
                <a:gd name="connsiteX6" fmla="*/ 0 w 456506"/>
                <a:gd name="connsiteY6" fmla="*/ 0 h 576685"/>
                <a:gd name="connsiteX7" fmla="*/ 0 w 456506"/>
                <a:gd name="connsiteY7" fmla="*/ 576686 h 576685"/>
                <a:gd name="connsiteX8" fmla="*/ 122382 w 456506"/>
                <a:gd name="connsiteY8" fmla="*/ 576686 h 576685"/>
                <a:gd name="connsiteX9" fmla="*/ 122382 w 456506"/>
                <a:gd name="connsiteY9" fmla="*/ 372291 h 576685"/>
                <a:gd name="connsiteX10" fmla="*/ 211742 w 456506"/>
                <a:gd name="connsiteY10" fmla="*/ 372291 h 576685"/>
                <a:gd name="connsiteX11" fmla="*/ 321372 w 456506"/>
                <a:gd name="connsiteY11" fmla="*/ 576686 h 576685"/>
                <a:gd name="connsiteX12" fmla="*/ 456506 w 456506"/>
                <a:gd name="connsiteY12" fmla="*/ 576686 h 576685"/>
                <a:gd name="connsiteX13" fmla="*/ 333648 w 456506"/>
                <a:gd name="connsiteY13" fmla="*/ 352572 h 576685"/>
                <a:gd name="connsiteX14" fmla="*/ 338977 w 456506"/>
                <a:gd name="connsiteY14" fmla="*/ 350296 h 576685"/>
                <a:gd name="connsiteX15" fmla="*/ 122382 w 456506"/>
                <a:gd name="connsiteY15" fmla="*/ 99733 h 576685"/>
                <a:gd name="connsiteX16" fmla="*/ 204890 w 456506"/>
                <a:gd name="connsiteY16" fmla="*/ 99733 h 576685"/>
                <a:gd name="connsiteX17" fmla="*/ 263416 w 456506"/>
                <a:gd name="connsiteY17" fmla="*/ 110161 h 576685"/>
                <a:gd name="connsiteX18" fmla="*/ 298152 w 456506"/>
                <a:gd name="connsiteY18" fmla="*/ 140024 h 576685"/>
                <a:gd name="connsiteX19" fmla="*/ 309762 w 456506"/>
                <a:gd name="connsiteY19" fmla="*/ 188468 h 576685"/>
                <a:gd name="connsiteX20" fmla="*/ 298152 w 456506"/>
                <a:gd name="connsiteY20" fmla="*/ 236059 h 576685"/>
                <a:gd name="connsiteX21" fmla="*/ 263702 w 456506"/>
                <a:gd name="connsiteY21" fmla="*/ 264784 h 576685"/>
                <a:gd name="connsiteX22" fmla="*/ 205461 w 456506"/>
                <a:gd name="connsiteY22" fmla="*/ 274359 h 576685"/>
                <a:gd name="connsiteX23" fmla="*/ 122382 w 456506"/>
                <a:gd name="connsiteY23" fmla="*/ 274359 h 576685"/>
                <a:gd name="connsiteX24" fmla="*/ 122382 w 456506"/>
                <a:gd name="connsiteY24" fmla="*/ 99827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506" h="576685">
                  <a:moveTo>
                    <a:pt x="338882" y="350296"/>
                  </a:moveTo>
                  <a:cubicBezTo>
                    <a:pt x="370382" y="335697"/>
                    <a:pt x="394363" y="314651"/>
                    <a:pt x="410922" y="287253"/>
                  </a:cubicBezTo>
                  <a:cubicBezTo>
                    <a:pt x="427480" y="259665"/>
                    <a:pt x="435760" y="226674"/>
                    <a:pt x="435760" y="188373"/>
                  </a:cubicBezTo>
                  <a:cubicBezTo>
                    <a:pt x="435760" y="150073"/>
                    <a:pt x="427576" y="117176"/>
                    <a:pt x="411208" y="89020"/>
                  </a:cubicBezTo>
                  <a:cubicBezTo>
                    <a:pt x="395030" y="60674"/>
                    <a:pt x="371334" y="38774"/>
                    <a:pt x="340310" y="23416"/>
                  </a:cubicBezTo>
                  <a:cubicBezTo>
                    <a:pt x="309381" y="7869"/>
                    <a:pt x="272077" y="0"/>
                    <a:pt x="228396" y="0"/>
                  </a:cubicBezTo>
                  <a:lnTo>
                    <a:pt x="0" y="0"/>
                  </a:lnTo>
                  <a:lnTo>
                    <a:pt x="0" y="576686"/>
                  </a:lnTo>
                  <a:lnTo>
                    <a:pt x="122382" y="576686"/>
                  </a:lnTo>
                  <a:lnTo>
                    <a:pt x="122382" y="372291"/>
                  </a:lnTo>
                  <a:lnTo>
                    <a:pt x="211742" y="372291"/>
                  </a:lnTo>
                  <a:lnTo>
                    <a:pt x="321372" y="576686"/>
                  </a:lnTo>
                  <a:lnTo>
                    <a:pt x="456506" y="576686"/>
                  </a:lnTo>
                  <a:lnTo>
                    <a:pt x="333648" y="352572"/>
                  </a:lnTo>
                  <a:cubicBezTo>
                    <a:pt x="335361" y="351813"/>
                    <a:pt x="337169" y="351150"/>
                    <a:pt x="338977" y="350296"/>
                  </a:cubicBezTo>
                  <a:close/>
                  <a:moveTo>
                    <a:pt x="122382" y="99733"/>
                  </a:moveTo>
                  <a:lnTo>
                    <a:pt x="204890" y="99733"/>
                  </a:lnTo>
                  <a:cubicBezTo>
                    <a:pt x="228491" y="99733"/>
                    <a:pt x="247904" y="103240"/>
                    <a:pt x="263416" y="110161"/>
                  </a:cubicBezTo>
                  <a:cubicBezTo>
                    <a:pt x="279024" y="116892"/>
                    <a:pt x="290633" y="126846"/>
                    <a:pt x="298152" y="140024"/>
                  </a:cubicBezTo>
                  <a:cubicBezTo>
                    <a:pt x="305860" y="153201"/>
                    <a:pt x="309762" y="169318"/>
                    <a:pt x="309762" y="188468"/>
                  </a:cubicBezTo>
                  <a:cubicBezTo>
                    <a:pt x="309762" y="207618"/>
                    <a:pt x="305860" y="223261"/>
                    <a:pt x="298152" y="236059"/>
                  </a:cubicBezTo>
                  <a:cubicBezTo>
                    <a:pt x="290633" y="248857"/>
                    <a:pt x="279119" y="258432"/>
                    <a:pt x="263702" y="264784"/>
                  </a:cubicBezTo>
                  <a:cubicBezTo>
                    <a:pt x="248285" y="271136"/>
                    <a:pt x="228871" y="274359"/>
                    <a:pt x="205461" y="274359"/>
                  </a:cubicBezTo>
                  <a:lnTo>
                    <a:pt x="122382" y="274359"/>
                  </a:lnTo>
                  <a:lnTo>
                    <a:pt x="122382" y="9982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3" name="Freeform 31">
              <a:extLst>
                <a:ext uri="{FF2B5EF4-FFF2-40B4-BE49-F238E27FC236}">
                  <a16:creationId xmlns:a16="http://schemas.microsoft.com/office/drawing/2014/main" id="{5E4820F4-836C-F0F9-4943-FAD5539E74BF}"/>
                </a:ext>
              </a:extLst>
            </p:cNvPr>
            <p:cNvSpPr/>
            <p:nvPr/>
          </p:nvSpPr>
          <p:spPr>
            <a:xfrm>
              <a:off x="8239398" y="3150090"/>
              <a:ext cx="122382" cy="576685"/>
            </a:xfrm>
            <a:custGeom>
              <a:avLst/>
              <a:gdLst>
                <a:gd name="connsiteX0" fmla="*/ 0 w 122382"/>
                <a:gd name="connsiteY0" fmla="*/ 0 h 576685"/>
                <a:gd name="connsiteX1" fmla="*/ 122382 w 122382"/>
                <a:gd name="connsiteY1" fmla="*/ 0 h 576685"/>
                <a:gd name="connsiteX2" fmla="*/ 122382 w 122382"/>
                <a:gd name="connsiteY2" fmla="*/ 576686 h 576685"/>
                <a:gd name="connsiteX3" fmla="*/ 0 w 122382"/>
                <a:gd name="connsiteY3" fmla="*/ 576686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82" h="576685">
                  <a:moveTo>
                    <a:pt x="0" y="0"/>
                  </a:moveTo>
                  <a:lnTo>
                    <a:pt x="122382" y="0"/>
                  </a:lnTo>
                  <a:lnTo>
                    <a:pt x="122382" y="576686"/>
                  </a:lnTo>
                  <a:lnTo>
                    <a:pt x="0" y="57668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4" name="Freeform 32">
              <a:extLst>
                <a:ext uri="{FF2B5EF4-FFF2-40B4-BE49-F238E27FC236}">
                  <a16:creationId xmlns:a16="http://schemas.microsoft.com/office/drawing/2014/main" id="{F5D04B3E-7391-1FF1-9C4D-C32A0D45C94E}"/>
                </a:ext>
              </a:extLst>
            </p:cNvPr>
            <p:cNvSpPr/>
            <p:nvPr/>
          </p:nvSpPr>
          <p:spPr>
            <a:xfrm>
              <a:off x="8579327" y="3142221"/>
              <a:ext cx="457838" cy="592612"/>
            </a:xfrm>
            <a:custGeom>
              <a:avLst/>
              <a:gdLst>
                <a:gd name="connsiteX0" fmla="*/ 408543 w 457838"/>
                <a:gd name="connsiteY0" fmla="*/ 307540 h 592612"/>
                <a:gd name="connsiteX1" fmla="*/ 353728 w 457838"/>
                <a:gd name="connsiteY1" fmla="*/ 272937 h 592612"/>
                <a:gd name="connsiteX2" fmla="*/ 284162 w 457838"/>
                <a:gd name="connsiteY2" fmla="*/ 250374 h 592612"/>
                <a:gd name="connsiteX3" fmla="*/ 232107 w 457838"/>
                <a:gd name="connsiteY3" fmla="*/ 237955 h 592612"/>
                <a:gd name="connsiteX4" fmla="*/ 196515 w 457838"/>
                <a:gd name="connsiteY4" fmla="*/ 227811 h 592612"/>
                <a:gd name="connsiteX5" fmla="*/ 167110 w 457838"/>
                <a:gd name="connsiteY5" fmla="*/ 213496 h 592612"/>
                <a:gd name="connsiteX6" fmla="*/ 147030 w 457838"/>
                <a:gd name="connsiteY6" fmla="*/ 193493 h 592612"/>
                <a:gd name="connsiteX7" fmla="*/ 140558 w 457838"/>
                <a:gd name="connsiteY7" fmla="*/ 166474 h 592612"/>
                <a:gd name="connsiteX8" fmla="*/ 151312 w 457838"/>
                <a:gd name="connsiteY8" fmla="*/ 133198 h 592612"/>
                <a:gd name="connsiteX9" fmla="*/ 183002 w 457838"/>
                <a:gd name="connsiteY9" fmla="*/ 110350 h 592612"/>
                <a:gd name="connsiteX10" fmla="*/ 233630 w 457838"/>
                <a:gd name="connsiteY10" fmla="*/ 101913 h 592612"/>
                <a:gd name="connsiteX11" fmla="*/ 303481 w 457838"/>
                <a:gd name="connsiteY11" fmla="*/ 120779 h 592612"/>
                <a:gd name="connsiteX12" fmla="*/ 332601 w 457838"/>
                <a:gd name="connsiteY12" fmla="*/ 173679 h 592612"/>
                <a:gd name="connsiteX13" fmla="*/ 449939 w 457838"/>
                <a:gd name="connsiteY13" fmla="*/ 173679 h 592612"/>
                <a:gd name="connsiteX14" fmla="*/ 422247 w 457838"/>
                <a:gd name="connsiteY14" fmla="*/ 83047 h 592612"/>
                <a:gd name="connsiteX15" fmla="*/ 347066 w 457838"/>
                <a:gd name="connsiteY15" fmla="*/ 21994 h 592612"/>
                <a:gd name="connsiteX16" fmla="*/ 234581 w 457838"/>
                <a:gd name="connsiteY16" fmla="*/ 0 h 592612"/>
                <a:gd name="connsiteX17" fmla="*/ 121525 w 457838"/>
                <a:gd name="connsiteY17" fmla="*/ 21994 h 592612"/>
                <a:gd name="connsiteX18" fmla="*/ 43205 w 457838"/>
                <a:gd name="connsiteY18" fmla="*/ 83047 h 592612"/>
                <a:gd name="connsiteX19" fmla="*/ 15226 w 457838"/>
                <a:gd name="connsiteY19" fmla="*/ 174532 h 592612"/>
                <a:gd name="connsiteX20" fmla="*/ 57384 w 457838"/>
                <a:gd name="connsiteY20" fmla="*/ 276161 h 592612"/>
                <a:gd name="connsiteX21" fmla="*/ 173010 w 457838"/>
                <a:gd name="connsiteY21" fmla="*/ 331620 h 592612"/>
                <a:gd name="connsiteX22" fmla="*/ 236009 w 457838"/>
                <a:gd name="connsiteY22" fmla="*/ 347358 h 592612"/>
                <a:gd name="connsiteX23" fmla="*/ 289396 w 457838"/>
                <a:gd name="connsiteY23" fmla="*/ 364232 h 592612"/>
                <a:gd name="connsiteX24" fmla="*/ 322704 w 457838"/>
                <a:gd name="connsiteY24" fmla="*/ 386796 h 592612"/>
                <a:gd name="connsiteX25" fmla="*/ 334314 w 457838"/>
                <a:gd name="connsiteY25" fmla="*/ 419502 h 592612"/>
                <a:gd name="connsiteX26" fmla="*/ 321562 w 457838"/>
                <a:gd name="connsiteY26" fmla="*/ 456381 h 592612"/>
                <a:gd name="connsiteX27" fmla="*/ 285685 w 457838"/>
                <a:gd name="connsiteY27" fmla="*/ 481409 h 592612"/>
                <a:gd name="connsiteX28" fmla="*/ 231726 w 457838"/>
                <a:gd name="connsiteY28" fmla="*/ 490415 h 592612"/>
                <a:gd name="connsiteX29" fmla="*/ 174913 w 457838"/>
                <a:gd name="connsiteY29" fmla="*/ 480840 h 592612"/>
                <a:gd name="connsiteX30" fmla="*/ 135039 w 457838"/>
                <a:gd name="connsiteY30" fmla="*/ 451830 h 592612"/>
                <a:gd name="connsiteX31" fmla="*/ 118385 w 457838"/>
                <a:gd name="connsiteY31" fmla="*/ 403386 h 592612"/>
                <a:gd name="connsiteX32" fmla="*/ 0 w 457838"/>
                <a:gd name="connsiteY32" fmla="*/ 403386 h 592612"/>
                <a:gd name="connsiteX33" fmla="*/ 30262 w 457838"/>
                <a:gd name="connsiteY33" fmla="*/ 507859 h 592612"/>
                <a:gd name="connsiteX34" fmla="*/ 111057 w 457838"/>
                <a:gd name="connsiteY34" fmla="*/ 571187 h 592612"/>
                <a:gd name="connsiteX35" fmla="*/ 233154 w 457838"/>
                <a:gd name="connsiteY35" fmla="*/ 592612 h 592612"/>
                <a:gd name="connsiteX36" fmla="*/ 353823 w 457838"/>
                <a:gd name="connsiteY36" fmla="*/ 571471 h 592612"/>
                <a:gd name="connsiteX37" fmla="*/ 430716 w 457838"/>
                <a:gd name="connsiteY37" fmla="*/ 511461 h 592612"/>
                <a:gd name="connsiteX38" fmla="*/ 457838 w 457838"/>
                <a:gd name="connsiteY38" fmla="*/ 419692 h 592612"/>
                <a:gd name="connsiteX39" fmla="*/ 444515 w 457838"/>
                <a:gd name="connsiteY39" fmla="*/ 355795 h 592612"/>
                <a:gd name="connsiteX40" fmla="*/ 408638 w 457838"/>
                <a:gd name="connsiteY40" fmla="*/ 307351 h 59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57838" h="592612">
                  <a:moveTo>
                    <a:pt x="408543" y="307540"/>
                  </a:moveTo>
                  <a:cubicBezTo>
                    <a:pt x="393126" y="293889"/>
                    <a:pt x="374759" y="282323"/>
                    <a:pt x="353728" y="272937"/>
                  </a:cubicBezTo>
                  <a:cubicBezTo>
                    <a:pt x="332601" y="263552"/>
                    <a:pt x="309476" y="256062"/>
                    <a:pt x="284162" y="250374"/>
                  </a:cubicBezTo>
                  <a:lnTo>
                    <a:pt x="232107" y="237955"/>
                  </a:lnTo>
                  <a:cubicBezTo>
                    <a:pt x="219450" y="235111"/>
                    <a:pt x="207650" y="231793"/>
                    <a:pt x="196515" y="227811"/>
                  </a:cubicBezTo>
                  <a:cubicBezTo>
                    <a:pt x="185381" y="223735"/>
                    <a:pt x="175579" y="218900"/>
                    <a:pt x="167110" y="213496"/>
                  </a:cubicBezTo>
                  <a:cubicBezTo>
                    <a:pt x="158640" y="207903"/>
                    <a:pt x="151978" y="201172"/>
                    <a:pt x="147030" y="193493"/>
                  </a:cubicBezTo>
                  <a:cubicBezTo>
                    <a:pt x="142366" y="185814"/>
                    <a:pt x="140178" y="176807"/>
                    <a:pt x="140558" y="166474"/>
                  </a:cubicBezTo>
                  <a:cubicBezTo>
                    <a:pt x="140558" y="154055"/>
                    <a:pt x="144174" y="143057"/>
                    <a:pt x="151312" y="133198"/>
                  </a:cubicBezTo>
                  <a:cubicBezTo>
                    <a:pt x="158640" y="123433"/>
                    <a:pt x="169203" y="115849"/>
                    <a:pt x="183002" y="110350"/>
                  </a:cubicBezTo>
                  <a:cubicBezTo>
                    <a:pt x="196706" y="104757"/>
                    <a:pt x="213645" y="101913"/>
                    <a:pt x="233630" y="101913"/>
                  </a:cubicBezTo>
                  <a:cubicBezTo>
                    <a:pt x="263036" y="101913"/>
                    <a:pt x="286256" y="108170"/>
                    <a:pt x="303481" y="120779"/>
                  </a:cubicBezTo>
                  <a:cubicBezTo>
                    <a:pt x="320611" y="133388"/>
                    <a:pt x="330317" y="151021"/>
                    <a:pt x="332601" y="173679"/>
                  </a:cubicBezTo>
                  <a:lnTo>
                    <a:pt x="449939" y="173679"/>
                  </a:lnTo>
                  <a:cubicBezTo>
                    <a:pt x="449368" y="139360"/>
                    <a:pt x="440138" y="109118"/>
                    <a:pt x="422247" y="83047"/>
                  </a:cubicBezTo>
                  <a:cubicBezTo>
                    <a:pt x="404355" y="56976"/>
                    <a:pt x="379327" y="36594"/>
                    <a:pt x="347066" y="21994"/>
                  </a:cubicBezTo>
                  <a:cubicBezTo>
                    <a:pt x="314996" y="7300"/>
                    <a:pt x="277501" y="0"/>
                    <a:pt x="234581" y="0"/>
                  </a:cubicBezTo>
                  <a:cubicBezTo>
                    <a:pt x="191662" y="0"/>
                    <a:pt x="154643" y="7300"/>
                    <a:pt x="121525" y="21994"/>
                  </a:cubicBezTo>
                  <a:cubicBezTo>
                    <a:pt x="88313" y="36594"/>
                    <a:pt x="62238" y="56976"/>
                    <a:pt x="43205" y="83047"/>
                  </a:cubicBezTo>
                  <a:cubicBezTo>
                    <a:pt x="24362" y="109118"/>
                    <a:pt x="15036" y="139645"/>
                    <a:pt x="15226" y="174532"/>
                  </a:cubicBezTo>
                  <a:cubicBezTo>
                    <a:pt x="15036" y="217098"/>
                    <a:pt x="29120" y="251038"/>
                    <a:pt x="57384" y="276161"/>
                  </a:cubicBezTo>
                  <a:cubicBezTo>
                    <a:pt x="85648" y="301283"/>
                    <a:pt x="124190" y="319770"/>
                    <a:pt x="173010" y="331620"/>
                  </a:cubicBezTo>
                  <a:lnTo>
                    <a:pt x="236009" y="347358"/>
                  </a:lnTo>
                  <a:cubicBezTo>
                    <a:pt x="257135" y="352382"/>
                    <a:pt x="274931" y="358070"/>
                    <a:pt x="289396" y="364232"/>
                  </a:cubicBezTo>
                  <a:cubicBezTo>
                    <a:pt x="304052" y="370395"/>
                    <a:pt x="315186" y="377884"/>
                    <a:pt x="322704" y="386796"/>
                  </a:cubicBezTo>
                  <a:cubicBezTo>
                    <a:pt x="330412" y="395612"/>
                    <a:pt x="334314" y="406515"/>
                    <a:pt x="334314" y="419502"/>
                  </a:cubicBezTo>
                  <a:cubicBezTo>
                    <a:pt x="334314" y="433344"/>
                    <a:pt x="330032" y="445668"/>
                    <a:pt x="321562" y="456381"/>
                  </a:cubicBezTo>
                  <a:cubicBezTo>
                    <a:pt x="313092" y="467093"/>
                    <a:pt x="301102" y="475436"/>
                    <a:pt x="285685" y="481409"/>
                  </a:cubicBezTo>
                  <a:cubicBezTo>
                    <a:pt x="270458" y="487381"/>
                    <a:pt x="252472" y="490415"/>
                    <a:pt x="231726" y="490415"/>
                  </a:cubicBezTo>
                  <a:cubicBezTo>
                    <a:pt x="210980" y="490415"/>
                    <a:pt x="191662" y="487192"/>
                    <a:pt x="174913" y="480840"/>
                  </a:cubicBezTo>
                  <a:cubicBezTo>
                    <a:pt x="158355" y="474298"/>
                    <a:pt x="145031" y="464629"/>
                    <a:pt x="135039" y="451830"/>
                  </a:cubicBezTo>
                  <a:cubicBezTo>
                    <a:pt x="125237" y="438842"/>
                    <a:pt x="119622" y="422726"/>
                    <a:pt x="118385" y="403386"/>
                  </a:cubicBezTo>
                  <a:lnTo>
                    <a:pt x="0" y="403386"/>
                  </a:lnTo>
                  <a:cubicBezTo>
                    <a:pt x="951" y="444910"/>
                    <a:pt x="11039" y="479702"/>
                    <a:pt x="30262" y="507859"/>
                  </a:cubicBezTo>
                  <a:cubicBezTo>
                    <a:pt x="49676" y="535826"/>
                    <a:pt x="76608" y="556967"/>
                    <a:pt x="111057" y="571187"/>
                  </a:cubicBezTo>
                  <a:cubicBezTo>
                    <a:pt x="145697" y="585502"/>
                    <a:pt x="186428" y="592612"/>
                    <a:pt x="233154" y="592612"/>
                  </a:cubicBezTo>
                  <a:cubicBezTo>
                    <a:pt x="279880" y="592612"/>
                    <a:pt x="320515" y="585597"/>
                    <a:pt x="353823" y="571471"/>
                  </a:cubicBezTo>
                  <a:cubicBezTo>
                    <a:pt x="387321" y="557156"/>
                    <a:pt x="413015" y="537248"/>
                    <a:pt x="430716" y="511461"/>
                  </a:cubicBezTo>
                  <a:cubicBezTo>
                    <a:pt x="448607" y="485580"/>
                    <a:pt x="457648" y="454959"/>
                    <a:pt x="457838" y="419692"/>
                  </a:cubicBezTo>
                  <a:cubicBezTo>
                    <a:pt x="457648" y="395707"/>
                    <a:pt x="453270" y="374376"/>
                    <a:pt x="444515" y="355795"/>
                  </a:cubicBezTo>
                  <a:cubicBezTo>
                    <a:pt x="436046" y="337214"/>
                    <a:pt x="424055" y="321097"/>
                    <a:pt x="408638" y="30735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  <p:sp>
          <p:nvSpPr>
            <p:cNvPr id="45" name="Freeform 33">
              <a:extLst>
                <a:ext uri="{FF2B5EF4-FFF2-40B4-BE49-F238E27FC236}">
                  <a16:creationId xmlns:a16="http://schemas.microsoft.com/office/drawing/2014/main" id="{5131A71E-0E80-BD24-4074-F029156D25F5}"/>
                </a:ext>
              </a:extLst>
            </p:cNvPr>
            <p:cNvSpPr/>
            <p:nvPr/>
          </p:nvSpPr>
          <p:spPr>
            <a:xfrm>
              <a:off x="9254617" y="3150090"/>
              <a:ext cx="391223" cy="576685"/>
            </a:xfrm>
            <a:custGeom>
              <a:avLst/>
              <a:gdLst>
                <a:gd name="connsiteX0" fmla="*/ 122478 w 391223"/>
                <a:gd name="connsiteY0" fmla="*/ 476195 h 576685"/>
                <a:gd name="connsiteX1" fmla="*/ 122478 w 391223"/>
                <a:gd name="connsiteY1" fmla="*/ 338541 h 576685"/>
                <a:gd name="connsiteX2" fmla="*/ 370001 w 391223"/>
                <a:gd name="connsiteY2" fmla="*/ 338541 h 576685"/>
                <a:gd name="connsiteX3" fmla="*/ 370001 w 391223"/>
                <a:gd name="connsiteY3" fmla="*/ 237955 h 576685"/>
                <a:gd name="connsiteX4" fmla="*/ 122478 w 391223"/>
                <a:gd name="connsiteY4" fmla="*/ 237955 h 576685"/>
                <a:gd name="connsiteX5" fmla="*/ 122478 w 391223"/>
                <a:gd name="connsiteY5" fmla="*/ 100586 h 576685"/>
                <a:gd name="connsiteX6" fmla="*/ 390081 w 391223"/>
                <a:gd name="connsiteY6" fmla="*/ 100586 h 576685"/>
                <a:gd name="connsiteX7" fmla="*/ 390081 w 391223"/>
                <a:gd name="connsiteY7" fmla="*/ 0 h 576685"/>
                <a:gd name="connsiteX8" fmla="*/ 0 w 391223"/>
                <a:gd name="connsiteY8" fmla="*/ 0 h 576685"/>
                <a:gd name="connsiteX9" fmla="*/ 0 w 391223"/>
                <a:gd name="connsiteY9" fmla="*/ 576686 h 576685"/>
                <a:gd name="connsiteX10" fmla="*/ 391223 w 391223"/>
                <a:gd name="connsiteY10" fmla="*/ 576686 h 576685"/>
                <a:gd name="connsiteX11" fmla="*/ 391223 w 391223"/>
                <a:gd name="connsiteY11" fmla="*/ 476195 h 576685"/>
                <a:gd name="connsiteX12" fmla="*/ 122478 w 391223"/>
                <a:gd name="connsiteY12" fmla="*/ 476195 h 57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1223" h="576685">
                  <a:moveTo>
                    <a:pt x="122478" y="476195"/>
                  </a:moveTo>
                  <a:lnTo>
                    <a:pt x="122478" y="338541"/>
                  </a:lnTo>
                  <a:lnTo>
                    <a:pt x="370001" y="338541"/>
                  </a:lnTo>
                  <a:lnTo>
                    <a:pt x="370001" y="237955"/>
                  </a:lnTo>
                  <a:lnTo>
                    <a:pt x="122478" y="237955"/>
                  </a:lnTo>
                  <a:lnTo>
                    <a:pt x="122478" y="100586"/>
                  </a:lnTo>
                  <a:lnTo>
                    <a:pt x="390081" y="100586"/>
                  </a:lnTo>
                  <a:lnTo>
                    <a:pt x="390081" y="0"/>
                  </a:lnTo>
                  <a:lnTo>
                    <a:pt x="0" y="0"/>
                  </a:lnTo>
                  <a:lnTo>
                    <a:pt x="0" y="576686"/>
                  </a:lnTo>
                  <a:lnTo>
                    <a:pt x="391223" y="576686"/>
                  </a:lnTo>
                  <a:lnTo>
                    <a:pt x="391223" y="476195"/>
                  </a:lnTo>
                  <a:lnTo>
                    <a:pt x="122478" y="4761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T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6F809F1A-08B0-6CD3-6AB4-AD60FEC0AD45}"/>
              </a:ext>
            </a:extLst>
          </p:cNvPr>
          <p:cNvSpPr txBox="1"/>
          <p:nvPr/>
        </p:nvSpPr>
        <p:spPr>
          <a:xfrm>
            <a:off x="567917" y="4186041"/>
            <a:ext cx="5186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tx2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544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AEF45-048A-95D4-F7B6-000C82CC1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5189BA-549C-1D05-1F4C-483289A55A9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79000"/>
                    </a14:imgEffect>
                    <a14:imgEffect>
                      <a14:brightnessContrast contrast="-50000"/>
                    </a14:imgEffect>
                  </a14:imgLayer>
                </a14:imgProps>
              </a:ext>
            </a:extLst>
          </a:blip>
          <a:srcRect t="7812" b="7812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D9B085A-90A9-B402-1DFC-DD992DDC33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7FFE35-F993-F1AC-0549-69D98EE074A7}"/>
              </a:ext>
            </a:extLst>
          </p:cNvPr>
          <p:cNvSpPr txBox="1"/>
          <p:nvPr/>
        </p:nvSpPr>
        <p:spPr>
          <a:xfrm>
            <a:off x="5004487" y="2769308"/>
            <a:ext cx="6845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77262D-D545-F4F3-2FA6-913DF1594232}"/>
              </a:ext>
            </a:extLst>
          </p:cNvPr>
          <p:cNvSpPr txBox="1"/>
          <p:nvPr/>
        </p:nvSpPr>
        <p:spPr>
          <a:xfrm>
            <a:off x="5086865" y="1253920"/>
            <a:ext cx="71051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dirty="0">
              <a:solidFill>
                <a:schemeClr val="accent3"/>
              </a:solidFill>
              <a:latin typeface="Orbital" pitchFamily="2" charset="77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23F6601-DB5B-7669-6640-3ED2CDF1C399}"/>
              </a:ext>
            </a:extLst>
          </p:cNvPr>
          <p:cNvCxnSpPr>
            <a:cxnSpLocks/>
          </p:cNvCxnSpPr>
          <p:nvPr/>
        </p:nvCxnSpPr>
        <p:spPr>
          <a:xfrm>
            <a:off x="5103343" y="2601160"/>
            <a:ext cx="6450228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61A89E7-BB88-8348-CA10-D08377103B72}"/>
              </a:ext>
            </a:extLst>
          </p:cNvPr>
          <p:cNvGrpSpPr/>
          <p:nvPr/>
        </p:nvGrpSpPr>
        <p:grpSpPr>
          <a:xfrm>
            <a:off x="4792627" y="3982453"/>
            <a:ext cx="6981567" cy="1859610"/>
            <a:chOff x="4819131" y="4003379"/>
            <a:chExt cx="6981567" cy="1859610"/>
          </a:xfrm>
        </p:grpSpPr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0EFE0068-7C8A-2D41-0E39-E6A3E8F48F9F}"/>
                </a:ext>
              </a:extLst>
            </p:cNvPr>
            <p:cNvSpPr/>
            <p:nvPr/>
          </p:nvSpPr>
          <p:spPr>
            <a:xfrm>
              <a:off x="4819131" y="4003379"/>
              <a:ext cx="6981567" cy="1859610"/>
            </a:xfrm>
            <a:prstGeom prst="roundRect">
              <a:avLst>
                <a:gd name="adj" fmla="val 3148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accent6">
                  <a:lumMod val="50000"/>
                </a:schemeClr>
              </a:solidFill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EC5F4E1-9E1B-92D8-FE3D-7B71E270F7A8}"/>
                </a:ext>
              </a:extLst>
            </p:cNvPr>
            <p:cNvCxnSpPr>
              <a:cxnSpLocks/>
            </p:cNvCxnSpPr>
            <p:nvPr/>
          </p:nvCxnSpPr>
          <p:spPr>
            <a:xfrm>
              <a:off x="7146320" y="4003379"/>
              <a:ext cx="0" cy="1844242"/>
            </a:xfrm>
            <a:prstGeom prst="line">
              <a:avLst/>
            </a:prstGeom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93BF69A-CB47-EF1E-8B9E-BD9D1C9ABAF0}"/>
                </a:ext>
              </a:extLst>
            </p:cNvPr>
            <p:cNvCxnSpPr>
              <a:cxnSpLocks/>
            </p:cNvCxnSpPr>
            <p:nvPr/>
          </p:nvCxnSpPr>
          <p:spPr>
            <a:xfrm>
              <a:off x="9473509" y="4003379"/>
              <a:ext cx="0" cy="1844242"/>
            </a:xfrm>
            <a:prstGeom prst="line">
              <a:avLst/>
            </a:prstGeom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8A6584C-268A-A1B4-A1E3-5D27B3418E69}"/>
                </a:ext>
              </a:extLst>
            </p:cNvPr>
            <p:cNvGrpSpPr/>
            <p:nvPr/>
          </p:nvGrpSpPr>
          <p:grpSpPr>
            <a:xfrm>
              <a:off x="9527178" y="4474569"/>
              <a:ext cx="2195379" cy="971669"/>
              <a:chOff x="4880915" y="4474569"/>
              <a:chExt cx="2195379" cy="971669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7311D98-9332-0039-9E5D-CE26CC26C7A7}"/>
                  </a:ext>
                </a:extLst>
              </p:cNvPr>
              <p:cNvSpPr txBox="1"/>
              <p:nvPr/>
            </p:nvSpPr>
            <p:spPr>
              <a:xfrm>
                <a:off x="4880915" y="4474569"/>
                <a:ext cx="218302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accent4"/>
                    </a:solidFill>
                  </a:rPr>
                  <a:t>##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DACAAD8-B0D4-BCA5-F991-CB753FDA9436}"/>
                  </a:ext>
                </a:extLst>
              </p:cNvPr>
              <p:cNvSpPr txBox="1"/>
              <p:nvPr/>
            </p:nvSpPr>
            <p:spPr>
              <a:xfrm>
                <a:off x="4893272" y="5076906"/>
                <a:ext cx="21830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b="1" dirty="0">
                  <a:solidFill>
                    <a:schemeClr val="accent4"/>
                  </a:solidFill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F73CB34-4571-0C3C-293C-E6767B1FDE46}"/>
                </a:ext>
              </a:extLst>
            </p:cNvPr>
            <p:cNvGrpSpPr/>
            <p:nvPr/>
          </p:nvGrpSpPr>
          <p:grpSpPr>
            <a:xfrm>
              <a:off x="7201924" y="4474569"/>
              <a:ext cx="2201565" cy="971669"/>
              <a:chOff x="7201924" y="4474569"/>
              <a:chExt cx="2201565" cy="971669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CD0AF4-9D32-030F-D022-DA15FA4D1B24}"/>
                  </a:ext>
                </a:extLst>
              </p:cNvPr>
              <p:cNvSpPr txBox="1"/>
              <p:nvPr/>
            </p:nvSpPr>
            <p:spPr>
              <a:xfrm>
                <a:off x="7216343" y="4474569"/>
                <a:ext cx="218302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accent4"/>
                    </a:solidFill>
                  </a:rPr>
                  <a:t>##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B61747D-D68E-8AD0-5F49-382BB0BAE80F}"/>
                  </a:ext>
                </a:extLst>
              </p:cNvPr>
              <p:cNvSpPr txBox="1"/>
              <p:nvPr/>
            </p:nvSpPr>
            <p:spPr>
              <a:xfrm>
                <a:off x="7201924" y="5076906"/>
                <a:ext cx="22015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dirty="0">
                  <a:solidFill>
                    <a:schemeClr val="accent4"/>
                  </a:solidFill>
                </a:endParaRP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34B8DAE-AEDA-5843-F76A-9AA2800E7061}"/>
                </a:ext>
              </a:extLst>
            </p:cNvPr>
            <p:cNvGrpSpPr/>
            <p:nvPr/>
          </p:nvGrpSpPr>
          <p:grpSpPr>
            <a:xfrm>
              <a:off x="4879377" y="4474569"/>
              <a:ext cx="2201565" cy="971669"/>
              <a:chOff x="9524994" y="4474569"/>
              <a:chExt cx="2201565" cy="971669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2C76E35-5CC4-4799-4271-E91477766706}"/>
                  </a:ext>
                </a:extLst>
              </p:cNvPr>
              <p:cNvSpPr txBox="1"/>
              <p:nvPr/>
            </p:nvSpPr>
            <p:spPr>
              <a:xfrm>
                <a:off x="9539414" y="4474569"/>
                <a:ext cx="218302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accent4"/>
                    </a:solidFill>
                  </a:rPr>
                  <a:t>##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7E9D826-8009-3A7D-B2A9-58032E138AC3}"/>
                  </a:ext>
                </a:extLst>
              </p:cNvPr>
              <p:cNvSpPr txBox="1"/>
              <p:nvPr/>
            </p:nvSpPr>
            <p:spPr>
              <a:xfrm>
                <a:off x="9524994" y="5076906"/>
                <a:ext cx="22015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dirty="0">
                  <a:solidFill>
                    <a:schemeClr val="accent4"/>
                  </a:solidFill>
                </a:endParaRPr>
              </a:p>
            </p:txBody>
          </p:sp>
        </p:grp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EA94C838-E6A4-CEFB-6731-1BF9425214F0}"/>
                </a:ext>
              </a:extLst>
            </p:cNvPr>
            <p:cNvSpPr/>
            <p:nvPr/>
          </p:nvSpPr>
          <p:spPr>
            <a:xfrm>
              <a:off x="4819131" y="4026431"/>
              <a:ext cx="6951587" cy="448138"/>
            </a:xfrm>
            <a:prstGeom prst="roundRect">
              <a:avLst>
                <a:gd name="adj" fmla="val 3148"/>
              </a:avLst>
            </a:prstGeom>
            <a:solidFill>
              <a:schemeClr val="accent6">
                <a:lumMod val="50000"/>
              </a:schemeClr>
            </a:solidFill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Orbital" pitchFamily="2" charset="77"/>
                </a:rPr>
                <a:t>Table Title</a:t>
              </a:r>
            </a:p>
          </p:txBody>
        </p:sp>
      </p:grpSp>
      <p:sp>
        <p:nvSpPr>
          <p:cNvPr id="46" name="TextBox 45">
            <a:hlinkClick r:id="rId5"/>
            <a:extLst>
              <a:ext uri="{FF2B5EF4-FFF2-40B4-BE49-F238E27FC236}">
                <a16:creationId xmlns:a16="http://schemas.microsoft.com/office/drawing/2014/main" id="{56FF2E4F-3424-D596-076D-0B9D78768FA9}"/>
              </a:ext>
            </a:extLst>
          </p:cNvPr>
          <p:cNvSpPr txBox="1"/>
          <p:nvPr/>
        </p:nvSpPr>
        <p:spPr>
          <a:xfrm>
            <a:off x="4549732" y="5881206"/>
            <a:ext cx="28120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Box 46">
            <a:hlinkClick r:id="rId6"/>
            <a:extLst>
              <a:ext uri="{FF2B5EF4-FFF2-40B4-BE49-F238E27FC236}">
                <a16:creationId xmlns:a16="http://schemas.microsoft.com/office/drawing/2014/main" id="{AFCDB57E-D556-BF07-DD37-B0760FBAEB25}"/>
              </a:ext>
            </a:extLst>
          </p:cNvPr>
          <p:cNvSpPr txBox="1"/>
          <p:nvPr/>
        </p:nvSpPr>
        <p:spPr>
          <a:xfrm>
            <a:off x="6868863" y="5881206"/>
            <a:ext cx="28120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>
              <a:solidFill>
                <a:schemeClr val="accent2"/>
              </a:solidFill>
            </a:endParaRPr>
          </a:p>
        </p:txBody>
      </p:sp>
      <p:sp>
        <p:nvSpPr>
          <p:cNvPr id="48" name="TextBox 47">
            <a:hlinkClick r:id="rId7"/>
            <a:extLst>
              <a:ext uri="{FF2B5EF4-FFF2-40B4-BE49-F238E27FC236}">
                <a16:creationId xmlns:a16="http://schemas.microsoft.com/office/drawing/2014/main" id="{C0B1CA63-C3BB-C82A-335B-BA9CE2D1161A}"/>
              </a:ext>
            </a:extLst>
          </p:cNvPr>
          <p:cNvSpPr txBox="1"/>
          <p:nvPr/>
        </p:nvSpPr>
        <p:spPr>
          <a:xfrm>
            <a:off x="9187994" y="5881206"/>
            <a:ext cx="28120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4EF0EB-DF65-D552-8519-AA46B394E42D}"/>
              </a:ext>
            </a:extLst>
          </p:cNvPr>
          <p:cNvSpPr txBox="1"/>
          <p:nvPr/>
        </p:nvSpPr>
        <p:spPr>
          <a:xfrm>
            <a:off x="2575796" y="534133"/>
            <a:ext cx="7105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dirty="0">
              <a:solidFill>
                <a:schemeClr val="bg1"/>
              </a:solidFill>
              <a:highlight>
                <a:srgbClr val="FF0000"/>
              </a:highligh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324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D49F6-F4DD-F764-65CA-856D94626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8F7A35-E29D-DA0B-C1B0-858C994C5DA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79000"/>
                    </a14:imgEffect>
                    <a14:imgEffect>
                      <a14:brightnessContrast contrast="-50000"/>
                    </a14:imgEffect>
                  </a14:imgLayer>
                </a14:imgProps>
              </a:ext>
            </a:extLst>
          </a:blip>
          <a:srcRect t="7812" b="7812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2DF1354-15F1-F11B-8AC7-F7F1444E3F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5F6485-BB62-9269-47FB-5004C91E8CAD}"/>
              </a:ext>
            </a:extLst>
          </p:cNvPr>
          <p:cNvSpPr txBox="1"/>
          <p:nvPr/>
        </p:nvSpPr>
        <p:spPr>
          <a:xfrm>
            <a:off x="525252" y="1492456"/>
            <a:ext cx="71051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dirty="0">
              <a:solidFill>
                <a:schemeClr val="accent5">
                  <a:lumMod val="50000"/>
                </a:schemeClr>
              </a:solidFill>
              <a:latin typeface="Orbital" pitchFamily="2" charset="77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91220E-AF70-B535-B08B-0702CEDCD282}"/>
              </a:ext>
            </a:extLst>
          </p:cNvPr>
          <p:cNvCxnSpPr>
            <a:cxnSpLocks/>
          </p:cNvCxnSpPr>
          <p:nvPr/>
        </p:nvCxnSpPr>
        <p:spPr>
          <a:xfrm>
            <a:off x="624108" y="2852948"/>
            <a:ext cx="6450228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ACABF85-DEF0-511D-5CBF-6572961F44DD}"/>
              </a:ext>
            </a:extLst>
          </p:cNvPr>
          <p:cNvSpPr txBox="1"/>
          <p:nvPr/>
        </p:nvSpPr>
        <p:spPr>
          <a:xfrm>
            <a:off x="525252" y="3029846"/>
            <a:ext cx="6845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  <a:p>
            <a:endParaRPr lang="en-US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1D5628E-6D27-BE7E-B586-F5A5FD5F8CAF}"/>
              </a:ext>
            </a:extLst>
          </p:cNvPr>
          <p:cNvSpPr/>
          <p:nvPr/>
        </p:nvSpPr>
        <p:spPr>
          <a:xfrm>
            <a:off x="508324" y="4300548"/>
            <a:ext cx="6734238" cy="1859610"/>
          </a:xfrm>
          <a:prstGeom prst="roundRect">
            <a:avLst>
              <a:gd name="adj" fmla="val 3148"/>
            </a:avLst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6">
                <a:lumMod val="50000"/>
              </a:schemeClr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A6D9A0C-0C1C-1B1B-40AA-681ECB612AF1}"/>
              </a:ext>
            </a:extLst>
          </p:cNvPr>
          <p:cNvSpPr/>
          <p:nvPr/>
        </p:nvSpPr>
        <p:spPr>
          <a:xfrm>
            <a:off x="660724" y="4452948"/>
            <a:ext cx="2120631" cy="1578884"/>
          </a:xfrm>
          <a:prstGeom prst="roundRect">
            <a:avLst>
              <a:gd name="adj" fmla="val 3148"/>
            </a:avLst>
          </a:prstGeom>
          <a:solidFill>
            <a:schemeClr val="accent3"/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8D7485-E50C-58DB-A64A-D0A87D5599A9}"/>
              </a:ext>
            </a:extLst>
          </p:cNvPr>
          <p:cNvSpPr txBox="1"/>
          <p:nvPr/>
        </p:nvSpPr>
        <p:spPr>
          <a:xfrm>
            <a:off x="3051435" y="4577932"/>
            <a:ext cx="41269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  <a:p>
            <a:endParaRPr/>
          </a:p>
          <a:p>
            <a:endParaRPr lang="en-US" sz="16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1C4056-2DFE-7F50-37CA-65A4EC0029D3}"/>
              </a:ext>
            </a:extLst>
          </p:cNvPr>
          <p:cNvSpPr txBox="1"/>
          <p:nvPr/>
        </p:nvSpPr>
        <p:spPr>
          <a:xfrm>
            <a:off x="5906825" y="534133"/>
            <a:ext cx="7105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dirty="0">
              <a:solidFill>
                <a:schemeClr val="bg1"/>
              </a:solidFill>
              <a:highlight>
                <a:srgbClr val="FF0000"/>
              </a:highligh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16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95CF3-6291-7465-C26C-20AF9B932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78FA99-B12E-3A0D-2381-91CE5628666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79000"/>
                    </a14:imgEffect>
                    <a14:imgEffect>
                      <a14:brightnessContrast contrast="-50000"/>
                    </a14:imgEffect>
                  </a14:imgLayer>
                </a14:imgProps>
              </a:ext>
            </a:extLst>
          </a:blip>
          <a:srcRect t="7812" b="7812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210DC5F-C15E-0DDC-A6C8-A389525FDC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3C810B-353F-2B16-7C70-6ADE1B9EA8B2}"/>
              </a:ext>
            </a:extLst>
          </p:cNvPr>
          <p:cNvSpPr txBox="1"/>
          <p:nvPr/>
        </p:nvSpPr>
        <p:spPr>
          <a:xfrm>
            <a:off x="5068380" y="3631943"/>
            <a:ext cx="7105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chemeClr val="accent3"/>
              </a:solidFill>
              <a:latin typeface="Orbital" pitchFamily="2" charset="77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7902598-68E8-012B-E2D7-8E10C1CD66AD}"/>
              </a:ext>
            </a:extLst>
          </p:cNvPr>
          <p:cNvSpPr txBox="1">
            <a:spLocks/>
          </p:cNvSpPr>
          <p:nvPr/>
        </p:nvSpPr>
        <p:spPr>
          <a:xfrm>
            <a:off x="5068380" y="1652540"/>
            <a:ext cx="6481936" cy="50857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 fontAlgn="base">
              <a:buNone/>
            </a:pPr>
            <a:endParaRPr/>
          </a:p>
          <a:p>
            <a:pPr marL="0" indent="0" algn="l" rtl="0" fontAlgn="base">
              <a:buNone/>
            </a:pPr>
            <a:endParaRPr lang="en-US" sz="2000" b="0" i="0" dirty="0">
              <a:solidFill>
                <a:schemeClr val="tx2"/>
              </a:solidFill>
              <a:effectLst>
                <a:glow rad="494853">
                  <a:schemeClr val="bg1">
                    <a:alpha val="12000"/>
                  </a:schemeClr>
                </a:glow>
              </a:effectLst>
              <a:latin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B74DBA-83CA-74BA-F985-3333063A6E19}"/>
              </a:ext>
            </a:extLst>
          </p:cNvPr>
          <p:cNvSpPr txBox="1"/>
          <p:nvPr/>
        </p:nvSpPr>
        <p:spPr>
          <a:xfrm>
            <a:off x="2575796" y="534133"/>
            <a:ext cx="7105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dirty="0">
              <a:solidFill>
                <a:schemeClr val="bg1"/>
              </a:solidFill>
              <a:highlight>
                <a:srgbClr val="FF0000"/>
              </a:highligh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935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6030F4-1AC5-BA0A-CC5B-2256E2C8D8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42E77B-F9FF-B78E-3E25-B246CD4ED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3F4811-6466-39A1-D957-4E0D7DDF7C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13994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HEALTHRISE 1">
      <a:dk1>
        <a:srgbClr val="000000"/>
      </a:dk1>
      <a:lt1>
        <a:srgbClr val="FFFFFF"/>
      </a:lt1>
      <a:dk2>
        <a:srgbClr val="101D41"/>
      </a:dk2>
      <a:lt2>
        <a:srgbClr val="FFFFFF"/>
      </a:lt2>
      <a:accent1>
        <a:srgbClr val="FBB03B"/>
      </a:accent1>
      <a:accent2>
        <a:srgbClr val="92B2BB"/>
      </a:accent2>
      <a:accent3>
        <a:srgbClr val="101D41"/>
      </a:accent3>
      <a:accent4>
        <a:srgbClr val="205956"/>
      </a:accent4>
      <a:accent5>
        <a:srgbClr val="CDEAE3"/>
      </a:accent5>
      <a:accent6>
        <a:srgbClr val="E7F0F1"/>
      </a:accent6>
      <a:hlink>
        <a:srgbClr val="0085FF"/>
      </a:hlink>
      <a:folHlink>
        <a:srgbClr val="0085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DB2AC99-3902-CB46-997C-288276F38954}" vid="{EB2CAA62-8C5D-2043-9FF7-6855CA7CE3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69316</TotalTime>
  <Words>32</Words>
  <Application>Microsoft Office PowerPoint</Application>
  <PresentationFormat>Widescreen</PresentationFormat>
  <Paragraphs>63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-apple-system</vt:lpstr>
      <vt:lpstr>Aptos</vt:lpstr>
      <vt:lpstr>Arial</vt:lpstr>
      <vt:lpstr>Calibri</vt:lpstr>
      <vt:lpstr>Orbital</vt:lpstr>
      <vt:lpstr>Segoe UI</vt:lpstr>
      <vt:lpstr>Wingdings</vt:lpstr>
      <vt:lpstr>Theme1</vt:lpstr>
      <vt:lpstr>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Weber</dc:creator>
  <cp:lastModifiedBy>Hello Allen</cp:lastModifiedBy>
  <cp:revision>19</cp:revision>
  <cp:lastPrinted>2025-02-28T19:40:19Z</cp:lastPrinted>
  <dcterms:created xsi:type="dcterms:W3CDTF">2024-12-23T14:51:02Z</dcterms:created>
  <dcterms:modified xsi:type="dcterms:W3CDTF">2025-10-16T07:21:41Z</dcterms:modified>
</cp:coreProperties>
</file>