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notesMasterIdLst>
    <p:notesMasterId r:id="rId18"/>
  </p:notesMasterIdLst>
  <p:sldIdLst>
    <p:sldId id="293" r:id="rId2"/>
    <p:sldId id="258" r:id="rId23"/>
    <p:sldId id="259" r:id="rId24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2164F58-8C51-B04D-B275-02E4B1883363}">
          <p14:sldIdLst>
            <p14:sldId id="293"/>
            <p14:sldId id="310"/>
            <p14:sldId id="311"/>
            <p14:sldId id="301"/>
            <p14:sldId id="302"/>
            <p14:sldId id="303"/>
            <p14:sldId id="305"/>
            <p14:sldId id="304"/>
            <p14:sldId id="306"/>
            <p14:sldId id="307"/>
            <p14:sldId id="297"/>
          </p14:sldIdLst>
        </p14:section>
        <p14:section name="Reference Slides" id="{2B5D772E-52FA-B84A-A360-E0E8AE70DB42}">
          <p14:sldIdLst>
            <p14:sldId id="291"/>
            <p14:sldId id="288"/>
            <p14:sldId id="289"/>
            <p14:sldId id="290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D5EA"/>
    <a:srgbClr val="61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36"/>
    <p:restoredTop sz="90680"/>
  </p:normalViewPr>
  <p:slideViewPr>
    <p:cSldViewPr snapToGrid="0">
      <p:cViewPr varScale="1">
        <p:scale>
          <a:sx n="132" d="100"/>
          <a:sy n="132" d="100"/>
        </p:scale>
        <p:origin x="150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8" Type="http://schemas.openxmlformats.org/officeDocument/2006/relationships/notesMaster" Target="notesMasters/notesMaster1.xml"/>
  <Relationship Id="rId21" Type="http://schemas.openxmlformats.org/officeDocument/2006/relationships/theme" Target="theme/theme1.xml"/>
  <Relationship Id="rId2" Type="http://schemas.openxmlformats.org/officeDocument/2006/relationships/slide" Target="slides/slide1.xml"/>
  <Relationship Id="rId20" Type="http://schemas.openxmlformats.org/officeDocument/2006/relationships/viewProps" Target="viewProps.xml"/>
  <Relationship Id="rId1" Type="http://schemas.openxmlformats.org/officeDocument/2006/relationships/slideMaster" Target="slideMasters/slideMaster1.xml"/>
  <Relationship Id="rId19" Type="http://schemas.openxmlformats.org/officeDocument/2006/relationships/presProps" Target="presProps.xml"/>
  <Relationship Id="rId22" Type="http://schemas.openxmlformats.org/officeDocument/2006/relationships/tableStyles" Target="tableStyles.xml"/>
  <Relationship Id="rId23" Type="http://schemas.openxmlformats.org/officeDocument/2006/relationships/slide" Target="slides/slide2.xml"/>
  <Relationship Id="rId24" Type="http://schemas.openxmlformats.org/officeDocument/2006/relationships/slide" Target="slides/slide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EE3BC-5CD7-084C-84D3-CC65FCD4410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FAD61-C886-3C49-906E-07E3C8871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78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5488C-8DCD-0ECE-7DB3-A08E696B6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15DD6-3E1B-F053-9101-7AE6CFB69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86B72-68AF-B192-818B-32CCB8E66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  <a:latin typeface="-apple-system"/>
              </a:rPr>
              <a:t>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23663-EAF1-A05E-8A18-7BF223AEE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FAD61-C886-3C49-906E-07E3C8871F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23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 userDrawn="1"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105" y="3125182"/>
            <a:ext cx="5805380" cy="692925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GB"/>
              <a:t>Title</a:t>
            </a:r>
            <a:endParaRPr lang="en-PT"/>
          </a:p>
        </p:txBody>
      </p:sp>
      <p:grpSp>
        <p:nvGrpSpPr>
          <p:cNvPr id="23" name="Graphic 21">
            <a:extLst>
              <a:ext uri="{FF2B5EF4-FFF2-40B4-BE49-F238E27FC236}">
                <a16:creationId xmlns:a16="http://schemas.microsoft.com/office/drawing/2014/main" id="{487D8F7B-0FF4-CC4A-A22A-E4E9E9413919}"/>
              </a:ext>
            </a:extLst>
          </p:cNvPr>
          <p:cNvGrpSpPr/>
          <p:nvPr/>
        </p:nvGrpSpPr>
        <p:grpSpPr>
          <a:xfrm>
            <a:off x="595699" y="659932"/>
            <a:ext cx="2522064" cy="238139"/>
            <a:chOff x="2546350" y="3092450"/>
            <a:chExt cx="7099490" cy="670350"/>
          </a:xfrm>
          <a:solidFill>
            <a:schemeClr val="tx2"/>
          </a:solidFill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0369393-1E25-D04E-B9DA-2128FDA9EEC3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A3AE8470-C774-0C4F-8874-F3791D780D31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D092881-4137-6B48-B96F-563478F72757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E7D7EF5-2EC3-254D-A6C9-20EFE588EEF2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CC316F4-D406-2B47-89D4-7C69A4040F6E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EF5A415-272C-654A-8889-E676FCEE8DA8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88C2D3D-D1E0-6042-8F4A-53F96422C92D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22A9198-00BA-7246-869D-DE2B1BC6FC19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D26BA2D-E758-DD46-AD06-891BB1DD5C4C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786D7EB-26FC-9D46-A847-F5D0DFBD1856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BED5034-7066-F649-8004-6C6C260F950F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</p:grpSp>
      <p:grpSp>
        <p:nvGrpSpPr>
          <p:cNvPr id="7" name="Graphic 5">
            <a:extLst>
              <a:ext uri="{FF2B5EF4-FFF2-40B4-BE49-F238E27FC236}">
                <a16:creationId xmlns:a16="http://schemas.microsoft.com/office/drawing/2014/main" id="{0F2F2C72-4B8E-2842-A4F9-EF0287F8E01E}"/>
              </a:ext>
            </a:extLst>
          </p:cNvPr>
          <p:cNvGrpSpPr/>
          <p:nvPr/>
        </p:nvGrpSpPr>
        <p:grpSpPr>
          <a:xfrm>
            <a:off x="3117763" y="-9625"/>
            <a:ext cx="8909532" cy="6888435"/>
            <a:chOff x="2749550" y="838200"/>
            <a:chExt cx="6697469" cy="5178171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31A998E-F47C-804A-94E4-9A0F99E857D4}"/>
                </a:ext>
              </a:extLst>
            </p:cNvPr>
            <p:cNvSpPr/>
            <p:nvPr/>
          </p:nvSpPr>
          <p:spPr>
            <a:xfrm>
              <a:off x="2749550" y="838200"/>
              <a:ext cx="6697469" cy="5178171"/>
            </a:xfrm>
            <a:custGeom>
              <a:avLst/>
              <a:gdLst>
                <a:gd name="connsiteX0" fmla="*/ 4117038 w 6697469"/>
                <a:gd name="connsiteY0" fmla="*/ 0 h 5178171"/>
                <a:gd name="connsiteX1" fmla="*/ 0 w 6697469"/>
                <a:gd name="connsiteY1" fmla="*/ 0 h 5178171"/>
                <a:gd name="connsiteX2" fmla="*/ 4025451 w 6697469"/>
                <a:gd name="connsiteY2" fmla="*/ 2215325 h 5178171"/>
                <a:gd name="connsiteX3" fmla="*/ 2411824 w 6697469"/>
                <a:gd name="connsiteY3" fmla="*/ 5178171 h 5178171"/>
                <a:gd name="connsiteX4" fmla="*/ 4660658 w 6697469"/>
                <a:gd name="connsiteY4" fmla="*/ 5178171 h 5178171"/>
                <a:gd name="connsiteX5" fmla="*/ 6697470 w 6697469"/>
                <a:gd name="connsiteY5" fmla="*/ 1423511 h 5178171"/>
                <a:gd name="connsiteX6" fmla="*/ 4117038 w 6697469"/>
                <a:gd name="connsiteY6" fmla="*/ 0 h 51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97469" h="5178171">
                  <a:moveTo>
                    <a:pt x="4117038" y="0"/>
                  </a:moveTo>
                  <a:lnTo>
                    <a:pt x="0" y="0"/>
                  </a:lnTo>
                  <a:lnTo>
                    <a:pt x="4025451" y="2215325"/>
                  </a:lnTo>
                  <a:lnTo>
                    <a:pt x="2411824" y="5178171"/>
                  </a:lnTo>
                  <a:lnTo>
                    <a:pt x="4660658" y="5178171"/>
                  </a:lnTo>
                  <a:lnTo>
                    <a:pt x="6697470" y="1423511"/>
                  </a:lnTo>
                  <a:lnTo>
                    <a:pt x="4117038" y="0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33C16789-2F6C-9642-B3F0-CECE37EF6D00}"/>
                </a:ext>
              </a:extLst>
            </p:cNvPr>
            <p:cNvSpPr/>
            <p:nvPr/>
          </p:nvSpPr>
          <p:spPr>
            <a:xfrm>
              <a:off x="3431597" y="838200"/>
              <a:ext cx="5641933" cy="5178171"/>
            </a:xfrm>
            <a:custGeom>
              <a:avLst/>
              <a:gdLst>
                <a:gd name="connsiteX0" fmla="*/ 2836723 w 5641933"/>
                <a:gd name="connsiteY0" fmla="*/ 0 h 5178171"/>
                <a:gd name="connsiteX1" fmla="*/ 0 w 5641933"/>
                <a:gd name="connsiteY1" fmla="*/ 0 h 5178171"/>
                <a:gd name="connsiteX2" fmla="*/ 3761353 w 5641933"/>
                <a:gd name="connsiteY2" fmla="*/ 2088642 h 5178171"/>
                <a:gd name="connsiteX3" fmla="*/ 2074799 w 5641933"/>
                <a:gd name="connsiteY3" fmla="*/ 5178171 h 5178171"/>
                <a:gd name="connsiteX4" fmla="*/ 3651582 w 5641933"/>
                <a:gd name="connsiteY4" fmla="*/ 5178171 h 5178171"/>
                <a:gd name="connsiteX5" fmla="*/ 5641934 w 5641933"/>
                <a:gd name="connsiteY5" fmla="*/ 1537526 h 5178171"/>
                <a:gd name="connsiteX6" fmla="*/ 2836723 w 5641933"/>
                <a:gd name="connsiteY6" fmla="*/ 0 h 51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41933" h="5178171">
                  <a:moveTo>
                    <a:pt x="2836723" y="0"/>
                  </a:moveTo>
                  <a:lnTo>
                    <a:pt x="0" y="0"/>
                  </a:lnTo>
                  <a:lnTo>
                    <a:pt x="3761353" y="2088642"/>
                  </a:lnTo>
                  <a:lnTo>
                    <a:pt x="2074799" y="5178171"/>
                  </a:lnTo>
                  <a:lnTo>
                    <a:pt x="3651582" y="5178171"/>
                  </a:lnTo>
                  <a:lnTo>
                    <a:pt x="5641934" y="1537526"/>
                  </a:lnTo>
                  <a:cubicBezTo>
                    <a:pt x="5641934" y="1537526"/>
                    <a:pt x="3589223" y="410813"/>
                    <a:pt x="2836723" y="0"/>
                  </a:cubicBezTo>
                  <a:close/>
                </a:path>
              </a:pathLst>
            </a:custGeom>
            <a:solidFill>
              <a:srgbClr val="27335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</p:spTree>
    <p:extLst>
      <p:ext uri="{BB962C8B-B14F-4D97-AF65-F5344CB8AC3E}">
        <p14:creationId xmlns:p14="http://schemas.microsoft.com/office/powerpoint/2010/main" val="660999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105" y="3125182"/>
            <a:ext cx="5805380" cy="692925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GB"/>
              <a:t>Title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918525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9DC7BDF-FE7F-8B46-917E-2C2720765EB9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AE6FB4-0AB3-3145-8F2F-D489C44A33CA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232132"/>
            <a:ext cx="5775960" cy="4307838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EB536F-D908-FB4B-BD38-F02047A835A6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F0A5EE-8B6E-3441-80BB-35339164B42B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23" name="Graphic 21">
            <a:extLst>
              <a:ext uri="{FF2B5EF4-FFF2-40B4-BE49-F238E27FC236}">
                <a16:creationId xmlns:a16="http://schemas.microsoft.com/office/drawing/2014/main" id="{487D8F7B-0FF4-CC4A-A22A-E4E9E9413919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0369393-1E25-D04E-B9DA-2128FDA9EEC3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A3AE8470-C774-0C4F-8874-F3791D780D31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D092881-4137-6B48-B96F-563478F72757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E7D7EF5-2EC3-254D-A6C9-20EFE588EEF2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CC316F4-D406-2B47-89D4-7C69A4040F6E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EF5A415-272C-654A-8889-E676FCEE8DA8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88C2D3D-D1E0-6042-8F4A-53F96422C92D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22A9198-00BA-7246-869D-DE2B1BC6FC19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D26BA2D-E758-DD46-AD06-891BB1DD5C4C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786D7EB-26FC-9D46-A847-F5D0DFBD1856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BED5034-7066-F649-8004-6C6C260F950F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5ADA9196-0D37-574D-A4B2-FBF22276B9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F35A5543-EC15-9824-F3E0-51E883455ECB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D1427A-D9E6-B0D0-4434-2D73A2AB479B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C9DCE77C-1E4E-91DE-B31F-9443A6CD7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FAB05FB8-936D-79A1-3CDF-813DB884FA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 dirty="0"/>
              <a:t>Sub-Title / Tag-Line</a:t>
            </a:r>
            <a:endParaRPr lang="en-PT" dirty="0"/>
          </a:p>
        </p:txBody>
      </p:sp>
      <p:grpSp>
        <p:nvGrpSpPr>
          <p:cNvPr id="2" name="Graphic 5">
            <a:extLst>
              <a:ext uri="{FF2B5EF4-FFF2-40B4-BE49-F238E27FC236}">
                <a16:creationId xmlns:a16="http://schemas.microsoft.com/office/drawing/2014/main" id="{C6BDB0C4-1712-F9A4-09DF-C466D6D7A180}"/>
              </a:ext>
            </a:extLst>
          </p:cNvPr>
          <p:cNvGrpSpPr/>
          <p:nvPr/>
        </p:nvGrpSpPr>
        <p:grpSpPr>
          <a:xfrm>
            <a:off x="3117763" y="-9625"/>
            <a:ext cx="8909532" cy="6888435"/>
            <a:chOff x="2749550" y="838200"/>
            <a:chExt cx="6697469" cy="5178171"/>
          </a:xfrm>
          <a:solidFill>
            <a:srgbClr val="000000">
              <a:alpha val="3137"/>
            </a:srgbClr>
          </a:solidFill>
        </p:grpSpPr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8CA951DE-D29E-DD57-0D33-030F41583EEC}"/>
                </a:ext>
              </a:extLst>
            </p:cNvPr>
            <p:cNvSpPr/>
            <p:nvPr/>
          </p:nvSpPr>
          <p:spPr>
            <a:xfrm>
              <a:off x="2749550" y="838200"/>
              <a:ext cx="6697469" cy="5178171"/>
            </a:xfrm>
            <a:custGeom>
              <a:avLst/>
              <a:gdLst>
                <a:gd name="connsiteX0" fmla="*/ 4117038 w 6697469"/>
                <a:gd name="connsiteY0" fmla="*/ 0 h 5178171"/>
                <a:gd name="connsiteX1" fmla="*/ 0 w 6697469"/>
                <a:gd name="connsiteY1" fmla="*/ 0 h 5178171"/>
                <a:gd name="connsiteX2" fmla="*/ 4025451 w 6697469"/>
                <a:gd name="connsiteY2" fmla="*/ 2215325 h 5178171"/>
                <a:gd name="connsiteX3" fmla="*/ 2411824 w 6697469"/>
                <a:gd name="connsiteY3" fmla="*/ 5178171 h 5178171"/>
                <a:gd name="connsiteX4" fmla="*/ 4660658 w 6697469"/>
                <a:gd name="connsiteY4" fmla="*/ 5178171 h 5178171"/>
                <a:gd name="connsiteX5" fmla="*/ 6697470 w 6697469"/>
                <a:gd name="connsiteY5" fmla="*/ 1423511 h 5178171"/>
                <a:gd name="connsiteX6" fmla="*/ 4117038 w 6697469"/>
                <a:gd name="connsiteY6" fmla="*/ 0 h 51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97469" h="5178171">
                  <a:moveTo>
                    <a:pt x="4117038" y="0"/>
                  </a:moveTo>
                  <a:lnTo>
                    <a:pt x="0" y="0"/>
                  </a:lnTo>
                  <a:lnTo>
                    <a:pt x="4025451" y="2215325"/>
                  </a:lnTo>
                  <a:lnTo>
                    <a:pt x="2411824" y="5178171"/>
                  </a:lnTo>
                  <a:lnTo>
                    <a:pt x="4660658" y="5178171"/>
                  </a:lnTo>
                  <a:lnTo>
                    <a:pt x="6697470" y="1423511"/>
                  </a:lnTo>
                  <a:lnTo>
                    <a:pt x="411703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1C8A3850-8F8B-DFCD-44BD-248D63412C62}"/>
                </a:ext>
              </a:extLst>
            </p:cNvPr>
            <p:cNvSpPr/>
            <p:nvPr/>
          </p:nvSpPr>
          <p:spPr>
            <a:xfrm>
              <a:off x="3431597" y="838200"/>
              <a:ext cx="5641933" cy="5178171"/>
            </a:xfrm>
            <a:custGeom>
              <a:avLst/>
              <a:gdLst>
                <a:gd name="connsiteX0" fmla="*/ 2836723 w 5641933"/>
                <a:gd name="connsiteY0" fmla="*/ 0 h 5178171"/>
                <a:gd name="connsiteX1" fmla="*/ 0 w 5641933"/>
                <a:gd name="connsiteY1" fmla="*/ 0 h 5178171"/>
                <a:gd name="connsiteX2" fmla="*/ 3761353 w 5641933"/>
                <a:gd name="connsiteY2" fmla="*/ 2088642 h 5178171"/>
                <a:gd name="connsiteX3" fmla="*/ 2074799 w 5641933"/>
                <a:gd name="connsiteY3" fmla="*/ 5178171 h 5178171"/>
                <a:gd name="connsiteX4" fmla="*/ 3651582 w 5641933"/>
                <a:gd name="connsiteY4" fmla="*/ 5178171 h 5178171"/>
                <a:gd name="connsiteX5" fmla="*/ 5641934 w 5641933"/>
                <a:gd name="connsiteY5" fmla="*/ 1537526 h 5178171"/>
                <a:gd name="connsiteX6" fmla="*/ 2836723 w 5641933"/>
                <a:gd name="connsiteY6" fmla="*/ 0 h 51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41933" h="5178171">
                  <a:moveTo>
                    <a:pt x="2836723" y="0"/>
                  </a:moveTo>
                  <a:lnTo>
                    <a:pt x="0" y="0"/>
                  </a:lnTo>
                  <a:lnTo>
                    <a:pt x="3761353" y="2088642"/>
                  </a:lnTo>
                  <a:lnTo>
                    <a:pt x="2074799" y="5178171"/>
                  </a:lnTo>
                  <a:lnTo>
                    <a:pt x="3651582" y="5178171"/>
                  </a:lnTo>
                  <a:lnTo>
                    <a:pt x="5641934" y="1537526"/>
                  </a:lnTo>
                  <a:cubicBezTo>
                    <a:pt x="5641934" y="1537526"/>
                    <a:pt x="3589223" y="410813"/>
                    <a:pt x="2836723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</p:spTree>
    <p:extLst>
      <p:ext uri="{BB962C8B-B14F-4D97-AF65-F5344CB8AC3E}">
        <p14:creationId xmlns:p14="http://schemas.microsoft.com/office/powerpoint/2010/main" val="395195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232132"/>
            <a:ext cx="5775960" cy="4307838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F35A5543-EC15-9824-F3E0-51E883455ECB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6F0CCC-9ED0-ACC9-CF16-B062FB4D2FE2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689B7D-EEAA-2F40-46FA-EE509BC3329A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D7F7F6-2433-5736-C8E5-60AEBECCFBC8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D9671-0ACC-DC29-C8DD-D868C672C5C6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1" name="Graphic 21">
            <a:extLst>
              <a:ext uri="{FF2B5EF4-FFF2-40B4-BE49-F238E27FC236}">
                <a16:creationId xmlns:a16="http://schemas.microsoft.com/office/drawing/2014/main" id="{9A0C7B92-AD02-0E2E-9DC9-6FE7E0BAB2CC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6ABB3A38-D389-9AC8-81BE-AE4B48DCD5AB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392FC71A-4458-FB4F-B01C-2E32CD932BDA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DE078B75-C425-4D91-FAF1-6EBF861C9F99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E9E883A0-2728-1733-C465-8EBCBE66F281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60CCE9D3-B200-A206-B73C-8BF4DFC7C892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971FE7A2-DE69-7614-1419-3AD5CF8147A2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E7504DE1-47BD-ABC8-09DD-1A16FA6C8FBA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AAB63CB7-DF5E-8F66-13F1-7261D8C199C0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CC753D78-9472-CFAD-7BD2-D189BA3B66EA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CCDB26E9-9192-2401-1E99-CAE16E98CD4C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427B85C7-F674-08C4-F6AB-6E49D837B865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3" name="Slide Number Placeholder 47">
            <a:extLst>
              <a:ext uri="{FF2B5EF4-FFF2-40B4-BE49-F238E27FC236}">
                <a16:creationId xmlns:a16="http://schemas.microsoft.com/office/drawing/2014/main" id="{2893DCB6-D086-51FA-E555-DD608CDBEFD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A846F9DD-CD1C-1941-9766-570E7B02CB06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509A806-2EDD-8E5E-9DBD-5E5B1E9148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EECD649-7202-6855-B9D4-D9C815B033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  <p:sp>
        <p:nvSpPr>
          <p:cNvPr id="2" name="Graphic 37">
            <a:extLst>
              <a:ext uri="{FF2B5EF4-FFF2-40B4-BE49-F238E27FC236}">
                <a16:creationId xmlns:a16="http://schemas.microsoft.com/office/drawing/2014/main" id="{411C0B48-1C7C-C3EC-2B3A-37F61FB5C76B}"/>
              </a:ext>
            </a:extLst>
          </p:cNvPr>
          <p:cNvSpPr/>
          <p:nvPr userDrawn="1"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229729-E7F2-A9A6-A834-B2E4B603FB3A}"/>
              </a:ext>
            </a:extLst>
          </p:cNvPr>
          <p:cNvSpPr/>
          <p:nvPr userDrawn="1"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154D3-03B7-6E7F-1529-139B9138C23B}"/>
              </a:ext>
            </a:extLst>
          </p:cNvPr>
          <p:cNvSpPr/>
          <p:nvPr userDrawn="1"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05182B-DE54-5860-E205-F347654E3037}"/>
              </a:ext>
            </a:extLst>
          </p:cNvPr>
          <p:cNvSpPr txBox="1"/>
          <p:nvPr userDrawn="1"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2A587B-F988-B468-EBB1-A21BE1D50533}"/>
              </a:ext>
            </a:extLst>
          </p:cNvPr>
          <p:cNvSpPr txBox="1"/>
          <p:nvPr userDrawn="1"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25" name="Graphic 21">
            <a:extLst>
              <a:ext uri="{FF2B5EF4-FFF2-40B4-BE49-F238E27FC236}">
                <a16:creationId xmlns:a16="http://schemas.microsoft.com/office/drawing/2014/main" id="{DA32F64B-9983-775B-2D4E-C15EB1E37DA1}"/>
              </a:ext>
            </a:extLst>
          </p:cNvPr>
          <p:cNvGrpSpPr/>
          <p:nvPr userDrawn="1"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07EB0BBA-63BB-DD6D-D9D6-F013731BF401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2344AD2C-2D7B-7B06-DCF4-2888D41B01C1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CA4AE4D7-B00B-C3EB-35B6-5D9796B0F85D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5D6FC0C4-5855-B2FC-BAF4-FC7DAE09E240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D03E4A7D-6DA0-ED10-761C-00BB4DD857F7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682D80E3-DF11-9F86-AEF8-3B44DA674C0E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BC23877F-24C9-B1BE-F4EE-C9840754BA71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C234F7FB-23ED-1CCD-067B-155529DC8788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14AD7D3B-503F-70C7-8A51-35EAB234CB6A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6D1A3ED5-0836-3CFA-5785-D25823C97249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C4078187-5A1C-D8F3-CB7F-7EA9016523A9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</p:spTree>
    <p:extLst>
      <p:ext uri="{BB962C8B-B14F-4D97-AF65-F5344CB8AC3E}">
        <p14:creationId xmlns:p14="http://schemas.microsoft.com/office/powerpoint/2010/main" val="267885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1" name="Graphic 37">
            <a:extLst>
              <a:ext uri="{FF2B5EF4-FFF2-40B4-BE49-F238E27FC236}">
                <a16:creationId xmlns:a16="http://schemas.microsoft.com/office/drawing/2014/main" id="{23123C39-AC7B-AA43-B1A1-16774F1CC11E}"/>
              </a:ext>
            </a:extLst>
          </p:cNvPr>
          <p:cNvSpPr/>
          <p:nvPr/>
        </p:nvSpPr>
        <p:spPr>
          <a:xfrm>
            <a:off x="5102880" y="0"/>
            <a:ext cx="1927769" cy="1871405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232132"/>
            <a:ext cx="5775960" cy="4307838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EE7FB1DC-91E0-4A44-923D-34FFDBDBAF2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032601" y="331079"/>
            <a:ext cx="5170927" cy="5959384"/>
          </a:xfrm>
          <a:custGeom>
            <a:avLst/>
            <a:gdLst>
              <a:gd name="connsiteX0" fmla="*/ 3069436 w 5170927"/>
              <a:gd name="connsiteY0" fmla="*/ 0 h 5959384"/>
              <a:gd name="connsiteX1" fmla="*/ 5170927 w 5170927"/>
              <a:gd name="connsiteY1" fmla="*/ 2105854 h 5959384"/>
              <a:gd name="connsiteX2" fmla="*/ 5170927 w 5170927"/>
              <a:gd name="connsiteY2" fmla="*/ 4989433 h 5959384"/>
              <a:gd name="connsiteX3" fmla="*/ 3069436 w 5170927"/>
              <a:gd name="connsiteY3" fmla="*/ 2883579 h 5959384"/>
              <a:gd name="connsiteX4" fmla="*/ 0 w 5170927"/>
              <a:gd name="connsiteY4" fmla="*/ 5959384 h 5959384"/>
              <a:gd name="connsiteX5" fmla="*/ 0 w 5170927"/>
              <a:gd name="connsiteY5" fmla="*/ 3075805 h 595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70927" h="5959384">
                <a:moveTo>
                  <a:pt x="3069436" y="0"/>
                </a:moveTo>
                <a:lnTo>
                  <a:pt x="5170927" y="2105854"/>
                </a:lnTo>
                <a:lnTo>
                  <a:pt x="5170927" y="4989433"/>
                </a:lnTo>
                <a:lnTo>
                  <a:pt x="3069436" y="2883579"/>
                </a:lnTo>
                <a:lnTo>
                  <a:pt x="0" y="5959384"/>
                </a:lnTo>
                <a:lnTo>
                  <a:pt x="0" y="307580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 tIns="0" bIns="827999" anchor="ctr">
            <a:noAutofit/>
          </a:bodyPr>
          <a:lstStyle>
            <a:lvl1pPr algn="ctr"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insert a picture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7C478B30-C3D9-132D-1908-F99E93363148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93619F-2E58-E057-6B06-4F3F4844CE6D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798CE8-F2AF-4DE6-1812-814DCD5E2068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2743F-4F16-6022-B63C-7177E900462C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2F78F6-7209-6839-AC86-76EF3D88A3F6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1" name="Graphic 21">
            <a:extLst>
              <a:ext uri="{FF2B5EF4-FFF2-40B4-BE49-F238E27FC236}">
                <a16:creationId xmlns:a16="http://schemas.microsoft.com/office/drawing/2014/main" id="{9EE12E2F-4DFC-E139-0CA1-54ECFB9733FD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F43308A3-95EB-B341-A79A-95CB2B4F81ED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9986A0EB-1587-CD71-C090-424426774319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0E35B9CF-22E9-3358-06B8-F060CC882F11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8386E760-D06B-F0C2-8BE1-73202A98EF04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79EB52AD-CE24-B80E-4792-CE70F2D20DAC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3D8BEC8D-E662-A8E7-03F1-CA395479AA4D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8B7492F5-F9AA-8665-A77B-3237D1C75448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D9E25E50-88E9-560B-E973-95088BA29E44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EDBAB391-5173-3298-4C1A-C79EF68FA2FC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23439AC4-9FFD-47E4-73CC-C311913BA3DE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3">
              <a:extLst>
                <a:ext uri="{FF2B5EF4-FFF2-40B4-BE49-F238E27FC236}">
                  <a16:creationId xmlns:a16="http://schemas.microsoft.com/office/drawing/2014/main" id="{10B67AD9-B4AD-DF5C-DB87-99160D61B905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0" name="Slide Number Placeholder 47">
            <a:extLst>
              <a:ext uri="{FF2B5EF4-FFF2-40B4-BE49-F238E27FC236}">
                <a16:creationId xmlns:a16="http://schemas.microsoft.com/office/drawing/2014/main" id="{7C27E613-1AEC-56A0-4A69-0CC1FC092D0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0ED253-5F6F-047E-5692-AF95176A9BA8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4ADA7510-0AEB-5B64-F0CC-90CF9DCA3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8FA8D13A-51FF-8B32-7A65-8F3ABE937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625420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A24A3BD8-CA05-E943-980D-8711B19D1857}"/>
              </a:ext>
            </a:extLst>
          </p:cNvPr>
          <p:cNvSpPr/>
          <p:nvPr/>
        </p:nvSpPr>
        <p:spPr>
          <a:xfrm>
            <a:off x="8717281" y="6031319"/>
            <a:ext cx="2039362" cy="698698"/>
          </a:xfrm>
          <a:custGeom>
            <a:avLst/>
            <a:gdLst>
              <a:gd name="connsiteX0" fmla="*/ 1019638 w 2039362"/>
              <a:gd name="connsiteY0" fmla="*/ 0 h 698698"/>
              <a:gd name="connsiteX1" fmla="*/ 2039362 w 2039362"/>
              <a:gd name="connsiteY1" fmla="*/ 589743 h 698698"/>
              <a:gd name="connsiteX2" fmla="*/ 2039362 w 2039362"/>
              <a:gd name="connsiteY2" fmla="*/ 698698 h 698698"/>
              <a:gd name="connsiteX3" fmla="*/ 0 w 2039362"/>
              <a:gd name="connsiteY3" fmla="*/ 698698 h 698698"/>
              <a:gd name="connsiteX4" fmla="*/ 0 w 2039362"/>
              <a:gd name="connsiteY4" fmla="*/ 589743 h 698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9362" h="698698">
                <a:moveTo>
                  <a:pt x="1019638" y="0"/>
                </a:moveTo>
                <a:lnTo>
                  <a:pt x="2039362" y="589743"/>
                </a:lnTo>
                <a:lnTo>
                  <a:pt x="2039362" y="698698"/>
                </a:lnTo>
                <a:lnTo>
                  <a:pt x="0" y="698698"/>
                </a:lnTo>
                <a:lnTo>
                  <a:pt x="0" y="589743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/>
          </a:p>
        </p:txBody>
      </p:sp>
      <p:sp>
        <p:nvSpPr>
          <p:cNvPr id="37" name="Graphic 7">
            <a:extLst>
              <a:ext uri="{FF2B5EF4-FFF2-40B4-BE49-F238E27FC236}">
                <a16:creationId xmlns:a16="http://schemas.microsoft.com/office/drawing/2014/main" id="{C8237693-D258-FA47-85D6-47F97002A7D4}"/>
              </a:ext>
            </a:extLst>
          </p:cNvPr>
          <p:cNvSpPr/>
          <p:nvPr/>
        </p:nvSpPr>
        <p:spPr>
          <a:xfrm>
            <a:off x="5204461" y="-30560"/>
            <a:ext cx="2039362" cy="2359055"/>
          </a:xfrm>
          <a:custGeom>
            <a:avLst/>
            <a:gdLst>
              <a:gd name="connsiteX0" fmla="*/ 2247805 w 2247805"/>
              <a:gd name="connsiteY0" fmla="*/ 1950155 h 2600174"/>
              <a:gd name="connsiteX1" fmla="*/ 2247805 w 2247805"/>
              <a:gd name="connsiteY1" fmla="*/ 650020 h 2600174"/>
              <a:gd name="connsiteX2" fmla="*/ 1123855 w 2247805"/>
              <a:gd name="connsiteY2" fmla="*/ 0 h 2600174"/>
              <a:gd name="connsiteX3" fmla="*/ 0 w 2247805"/>
              <a:gd name="connsiteY3" fmla="*/ 650020 h 2600174"/>
              <a:gd name="connsiteX4" fmla="*/ 0 w 2247805"/>
              <a:gd name="connsiteY4" fmla="*/ 1950155 h 2600174"/>
              <a:gd name="connsiteX5" fmla="*/ 1123855 w 2247805"/>
              <a:gd name="connsiteY5" fmla="*/ 2600174 h 2600174"/>
              <a:gd name="connsiteX6" fmla="*/ 2247805 w 2247805"/>
              <a:gd name="connsiteY6" fmla="*/ 1950155 h 2600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47805" h="2600174">
                <a:moveTo>
                  <a:pt x="2247805" y="1950155"/>
                </a:moveTo>
                <a:lnTo>
                  <a:pt x="2247805" y="650020"/>
                </a:lnTo>
                <a:lnTo>
                  <a:pt x="1123855" y="0"/>
                </a:lnTo>
                <a:lnTo>
                  <a:pt x="0" y="650020"/>
                </a:lnTo>
                <a:lnTo>
                  <a:pt x="0" y="1950155"/>
                </a:lnTo>
                <a:lnTo>
                  <a:pt x="1123855" y="2600174"/>
                </a:lnTo>
                <a:lnTo>
                  <a:pt x="2247805" y="1950155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/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B36A9513-2986-8443-83A7-792F437EE822}"/>
              </a:ext>
            </a:extLst>
          </p:cNvPr>
          <p:cNvSpPr/>
          <p:nvPr/>
        </p:nvSpPr>
        <p:spPr>
          <a:xfrm>
            <a:off x="9141878" y="-19651"/>
            <a:ext cx="1174893" cy="339755"/>
          </a:xfrm>
          <a:custGeom>
            <a:avLst/>
            <a:gdLst>
              <a:gd name="connsiteX0" fmla="*/ 0 w 1174893"/>
              <a:gd name="connsiteY0" fmla="*/ 0 h 339755"/>
              <a:gd name="connsiteX1" fmla="*/ 1174893 w 1174893"/>
              <a:gd name="connsiteY1" fmla="*/ 0 h 339755"/>
              <a:gd name="connsiteX2" fmla="*/ 587422 w 1174893"/>
              <a:gd name="connsiteY2" fmla="*/ 339755 h 339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74893" h="339755">
                <a:moveTo>
                  <a:pt x="0" y="0"/>
                </a:moveTo>
                <a:lnTo>
                  <a:pt x="1174893" y="0"/>
                </a:lnTo>
                <a:lnTo>
                  <a:pt x="587422" y="339755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232132"/>
            <a:ext cx="5775960" cy="4307838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5AA4C693-D196-CC43-9A09-715CE77974E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252056" y="306070"/>
            <a:ext cx="4959182" cy="5736590"/>
          </a:xfrm>
          <a:custGeom>
            <a:avLst/>
            <a:gdLst>
              <a:gd name="connsiteX0" fmla="*/ 2479486 w 4959182"/>
              <a:gd name="connsiteY0" fmla="*/ 0 h 5736590"/>
              <a:gd name="connsiteX1" fmla="*/ 4959182 w 4959182"/>
              <a:gd name="connsiteY1" fmla="*/ 1434096 h 5736590"/>
              <a:gd name="connsiteX2" fmla="*/ 4959182 w 4959182"/>
              <a:gd name="connsiteY2" fmla="*/ 4302497 h 5736590"/>
              <a:gd name="connsiteX3" fmla="*/ 2479486 w 4959182"/>
              <a:gd name="connsiteY3" fmla="*/ 5736590 h 5736590"/>
              <a:gd name="connsiteX4" fmla="*/ 0 w 4959182"/>
              <a:gd name="connsiteY4" fmla="*/ 4302497 h 5736590"/>
              <a:gd name="connsiteX5" fmla="*/ 0 w 4959182"/>
              <a:gd name="connsiteY5" fmla="*/ 1434096 h 573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59182" h="5736590">
                <a:moveTo>
                  <a:pt x="2479486" y="0"/>
                </a:moveTo>
                <a:lnTo>
                  <a:pt x="4959182" y="1434096"/>
                </a:lnTo>
                <a:lnTo>
                  <a:pt x="4959182" y="4302497"/>
                </a:lnTo>
                <a:lnTo>
                  <a:pt x="2479486" y="5736590"/>
                </a:lnTo>
                <a:lnTo>
                  <a:pt x="0" y="4302497"/>
                </a:lnTo>
                <a:lnTo>
                  <a:pt x="0" y="14340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0" bIns="576000" anchor="ctr">
            <a:noAutofit/>
          </a:bodyPr>
          <a:lstStyle>
            <a:lvl1pPr algn="ctr"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insert a picture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AFE8BF41-F2CA-EAEE-77B9-E3FB494B6A84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217793-F382-274F-BA05-363D3C8E11E8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25B93C-BA81-4FFB-EE5C-945975FCB346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357745-6949-DA82-5C82-E0D5719ACAF2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C07940-111D-6C32-DEE4-25262865EA9A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8" name="Graphic 21">
            <a:extLst>
              <a:ext uri="{FF2B5EF4-FFF2-40B4-BE49-F238E27FC236}">
                <a16:creationId xmlns:a16="http://schemas.microsoft.com/office/drawing/2014/main" id="{93064AA6-EFA7-68B7-9671-10A263C84BC6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995A0BFF-89B9-199B-B8BF-1161F824E589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D9191AB1-65F8-801F-77D6-796B5E3C10F2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9D1D1670-9A93-D21B-327E-45ABDDE82235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3DC3C738-024D-E6F8-CFAD-BB2F0893A6B1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0EACA776-FB25-6D0F-5252-0B53336A3984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0AC7548B-4B06-51A7-DB58-B8BC56BE1434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BE42BB05-03A3-1BDF-055E-CA0322E92D9C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DA3F0C9D-97C5-B36E-6E94-8B45BFEDFEF7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D82F40C9-E886-3CAD-551C-D5FAF3AEBDC7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FDF5469B-F024-89E2-69DE-493E8C32658B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3">
              <a:extLst>
                <a:ext uri="{FF2B5EF4-FFF2-40B4-BE49-F238E27FC236}">
                  <a16:creationId xmlns:a16="http://schemas.microsoft.com/office/drawing/2014/main" id="{1F40DCE9-AEE2-29E8-59BA-238F65404650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0" name="Slide Number Placeholder 47">
            <a:extLst>
              <a:ext uri="{FF2B5EF4-FFF2-40B4-BE49-F238E27FC236}">
                <a16:creationId xmlns:a16="http://schemas.microsoft.com/office/drawing/2014/main" id="{4A2C866B-A6E5-AEAF-A72F-5D7D8118E3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010A60-ABBD-5BBA-31DE-B2298CF28B53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1AB23640-9D7E-AA19-CE4F-CBBBC761CE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B0EB139-4E36-8425-6EB2-BF90D1B147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375361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5" name="Triangle 34">
            <a:extLst>
              <a:ext uri="{FF2B5EF4-FFF2-40B4-BE49-F238E27FC236}">
                <a16:creationId xmlns:a16="http://schemas.microsoft.com/office/drawing/2014/main" id="{17791201-ECA2-B14B-8D0F-35313C9124DD}"/>
              </a:ext>
            </a:extLst>
          </p:cNvPr>
          <p:cNvSpPr/>
          <p:nvPr/>
        </p:nvSpPr>
        <p:spPr>
          <a:xfrm>
            <a:off x="6263640" y="-26726"/>
            <a:ext cx="2422588" cy="204165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8" name="Triangle 37">
            <a:extLst>
              <a:ext uri="{FF2B5EF4-FFF2-40B4-BE49-F238E27FC236}">
                <a16:creationId xmlns:a16="http://schemas.microsoft.com/office/drawing/2014/main" id="{F80C44AB-110D-824E-BC76-515B6E48F9EB}"/>
              </a:ext>
            </a:extLst>
          </p:cNvPr>
          <p:cNvSpPr/>
          <p:nvPr/>
        </p:nvSpPr>
        <p:spPr>
          <a:xfrm>
            <a:off x="10814544" y="-11894"/>
            <a:ext cx="1377455" cy="116086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9" name="Triangle 38">
            <a:extLst>
              <a:ext uri="{FF2B5EF4-FFF2-40B4-BE49-F238E27FC236}">
                <a16:creationId xmlns:a16="http://schemas.microsoft.com/office/drawing/2014/main" id="{BBAFA462-6BD5-0143-AEF5-797858BF60D1}"/>
              </a:ext>
            </a:extLst>
          </p:cNvPr>
          <p:cNvSpPr/>
          <p:nvPr/>
        </p:nvSpPr>
        <p:spPr>
          <a:xfrm>
            <a:off x="11247120" y="1160383"/>
            <a:ext cx="944879" cy="79630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A24A3BD8-CA05-E943-980D-8711B19D1857}"/>
              </a:ext>
            </a:extLst>
          </p:cNvPr>
          <p:cNvSpPr/>
          <p:nvPr/>
        </p:nvSpPr>
        <p:spPr>
          <a:xfrm>
            <a:off x="8717281" y="6031319"/>
            <a:ext cx="2039362" cy="698698"/>
          </a:xfrm>
          <a:custGeom>
            <a:avLst/>
            <a:gdLst>
              <a:gd name="connsiteX0" fmla="*/ 1019638 w 2039362"/>
              <a:gd name="connsiteY0" fmla="*/ 0 h 698698"/>
              <a:gd name="connsiteX1" fmla="*/ 2039362 w 2039362"/>
              <a:gd name="connsiteY1" fmla="*/ 589743 h 698698"/>
              <a:gd name="connsiteX2" fmla="*/ 2039362 w 2039362"/>
              <a:gd name="connsiteY2" fmla="*/ 698698 h 698698"/>
              <a:gd name="connsiteX3" fmla="*/ 0 w 2039362"/>
              <a:gd name="connsiteY3" fmla="*/ 698698 h 698698"/>
              <a:gd name="connsiteX4" fmla="*/ 0 w 2039362"/>
              <a:gd name="connsiteY4" fmla="*/ 589743 h 698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9362" h="698698">
                <a:moveTo>
                  <a:pt x="1019638" y="0"/>
                </a:moveTo>
                <a:lnTo>
                  <a:pt x="2039362" y="589743"/>
                </a:lnTo>
                <a:lnTo>
                  <a:pt x="2039362" y="698698"/>
                </a:lnTo>
                <a:lnTo>
                  <a:pt x="0" y="698698"/>
                </a:lnTo>
                <a:lnTo>
                  <a:pt x="0" y="589743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232132"/>
            <a:ext cx="5775960" cy="4307838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1E01A87B-1D48-DC4C-A545-B91780ABB29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8904" y="-21412"/>
            <a:ext cx="6010569" cy="6506476"/>
          </a:xfrm>
          <a:custGeom>
            <a:avLst/>
            <a:gdLst>
              <a:gd name="connsiteX0" fmla="*/ 3860229 w 6010569"/>
              <a:gd name="connsiteY0" fmla="*/ 0 h 6506476"/>
              <a:gd name="connsiteX1" fmla="*/ 6010569 w 6010569"/>
              <a:gd name="connsiteY1" fmla="*/ 3624431 h 6506476"/>
              <a:gd name="connsiteX2" fmla="*/ 6010569 w 6010569"/>
              <a:gd name="connsiteY2" fmla="*/ 6506476 h 6506476"/>
              <a:gd name="connsiteX3" fmla="*/ 0 w 6010569"/>
              <a:gd name="connsiteY3" fmla="*/ 6506476 h 6506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10569" h="6506476">
                <a:moveTo>
                  <a:pt x="3860229" y="0"/>
                </a:moveTo>
                <a:lnTo>
                  <a:pt x="6010569" y="3624431"/>
                </a:lnTo>
                <a:lnTo>
                  <a:pt x="6010569" y="6506476"/>
                </a:lnTo>
                <a:lnTo>
                  <a:pt x="0" y="650647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 lIns="1152000" bIns="792000" anchor="ctr">
            <a:noAutofit/>
          </a:bodyPr>
          <a:lstStyle>
            <a:lvl1pPr algn="ctr"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insert a picture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BA820961-F7A2-3A33-B852-170123CBFB7B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F5CA6E2-DE32-8398-14F3-99210A573429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7C00365-B262-5A1D-D587-8A048098FE4B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9BA432-9118-B0E6-8916-3AD4136A0B47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070D0D-81F1-469B-D9BF-B9E0C6D85838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51" name="Graphic 21">
            <a:extLst>
              <a:ext uri="{FF2B5EF4-FFF2-40B4-BE49-F238E27FC236}">
                <a16:creationId xmlns:a16="http://schemas.microsoft.com/office/drawing/2014/main" id="{59C2C0DD-B770-453C-9E8F-A8662D6EE066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A010E38F-3736-F83C-C03F-6665097C74F3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3A6DE703-1491-7324-2B6C-7107C1BE11CC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C8928278-ACD9-3F00-BF89-BDDBC813786E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C8A82572-E56A-90BE-2924-01AD0173B5A8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082277A0-70EA-EDE3-F253-CC476A0B087D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A7FEE202-5D06-9433-4A3D-EC68FE65BAB7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2AF72884-F5C1-8351-8E4C-2BE3F031024F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9" name="Freeform 30">
              <a:extLst>
                <a:ext uri="{FF2B5EF4-FFF2-40B4-BE49-F238E27FC236}">
                  <a16:creationId xmlns:a16="http://schemas.microsoft.com/office/drawing/2014/main" id="{FCF44AC2-8D72-3EBE-7A92-DA5514985D63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1" name="Freeform 31">
              <a:extLst>
                <a:ext uri="{FF2B5EF4-FFF2-40B4-BE49-F238E27FC236}">
                  <a16:creationId xmlns:a16="http://schemas.microsoft.com/office/drawing/2014/main" id="{8736AD36-39A9-9B77-8EA9-179458739A9F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2" name="Freeform 32">
              <a:extLst>
                <a:ext uri="{FF2B5EF4-FFF2-40B4-BE49-F238E27FC236}">
                  <a16:creationId xmlns:a16="http://schemas.microsoft.com/office/drawing/2014/main" id="{AD4CAB65-EFDB-2D58-144A-C13347FCDE57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3" name="Freeform 33">
              <a:extLst>
                <a:ext uri="{FF2B5EF4-FFF2-40B4-BE49-F238E27FC236}">
                  <a16:creationId xmlns:a16="http://schemas.microsoft.com/office/drawing/2014/main" id="{749FF0BA-2CAA-6328-DC62-1F7163C7B857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64" name="Slide Number Placeholder 47">
            <a:extLst>
              <a:ext uri="{FF2B5EF4-FFF2-40B4-BE49-F238E27FC236}">
                <a16:creationId xmlns:a16="http://schemas.microsoft.com/office/drawing/2014/main" id="{1A621A47-17DF-B6F2-19CB-361262C2C89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4D0976-5587-CCD6-FAAE-109B1B5A7253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FD53DE4-5603-9F62-8746-1EDBAB7551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2B0D1A8-D56E-9334-64CF-E6FBAA77F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742622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390725"/>
            <a:ext cx="5632139" cy="368656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GB"/>
              <a:t>Click to insert a Headline</a:t>
            </a:r>
            <a:endParaRPr lang="en-PT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73F46BB-2334-8248-9E94-742CB1B522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040" y="2824739"/>
            <a:ext cx="5632138" cy="469657"/>
          </a:xfrm>
        </p:spPr>
        <p:txBody>
          <a:bodyPr anchor="t">
            <a:noAutofit/>
          </a:bodyPr>
          <a:lstStyle>
            <a:lvl1pPr>
              <a:defRPr sz="1800" b="1"/>
            </a:lvl1pPr>
          </a:lstStyle>
          <a:p>
            <a:pPr lvl="0"/>
            <a:r>
              <a:rPr lang="en-GB"/>
              <a:t>Click to insert a Tagline in one or two rows</a:t>
            </a:r>
            <a:endParaRPr lang="en-PT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0" y="3359754"/>
            <a:ext cx="5632139" cy="1857134"/>
          </a:xfrm>
        </p:spPr>
        <p:txBody>
          <a:bodyPr anchor="t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0" name="Graphic 37">
            <a:extLst>
              <a:ext uri="{FF2B5EF4-FFF2-40B4-BE49-F238E27FC236}">
                <a16:creationId xmlns:a16="http://schemas.microsoft.com/office/drawing/2014/main" id="{85A394F1-76F7-F244-9F40-E46405D94531}"/>
              </a:ext>
            </a:extLst>
          </p:cNvPr>
          <p:cNvSpPr/>
          <p:nvPr/>
        </p:nvSpPr>
        <p:spPr>
          <a:xfrm>
            <a:off x="11526508" y="420995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C9F70B-E437-2349-B44A-84D575AEB735}"/>
              </a:ext>
            </a:extLst>
          </p:cNvPr>
          <p:cNvSpPr/>
          <p:nvPr/>
        </p:nvSpPr>
        <p:spPr>
          <a:xfrm>
            <a:off x="6371924" y="-19651"/>
            <a:ext cx="5831604" cy="1342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6EF2FC8-5B5A-8E47-9EFB-26C095A7D7A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72125" y="115372"/>
            <a:ext cx="5815967" cy="6434194"/>
          </a:xfrm>
          <a:solidFill>
            <a:schemeClr val="accent2"/>
          </a:solidFill>
          <a:ln>
            <a:noFill/>
          </a:ln>
        </p:spPr>
        <p:txBody>
          <a:bodyPr bIns="827999" anchor="ctr">
            <a:normAutofit/>
          </a:bodyPr>
          <a:lstStyle>
            <a:lvl1pPr algn="ctr">
              <a:defRPr sz="1400"/>
            </a:lvl1pPr>
          </a:lstStyle>
          <a:p>
            <a:r>
              <a:rPr lang="en-PT"/>
              <a:t>Click to insert a picture</a:t>
            </a:r>
          </a:p>
        </p:txBody>
      </p:sp>
      <p:sp>
        <p:nvSpPr>
          <p:cNvPr id="37" name="Graphic 37">
            <a:extLst>
              <a:ext uri="{FF2B5EF4-FFF2-40B4-BE49-F238E27FC236}">
                <a16:creationId xmlns:a16="http://schemas.microsoft.com/office/drawing/2014/main" id="{096293AA-6C48-DF41-8092-55F5497C0DA3}"/>
              </a:ext>
            </a:extLst>
          </p:cNvPr>
          <p:cNvSpPr/>
          <p:nvPr/>
        </p:nvSpPr>
        <p:spPr>
          <a:xfrm>
            <a:off x="413333" y="332398"/>
            <a:ext cx="666632" cy="647141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5CE56B-EC02-9614-1B06-ED59D8B5CAC8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1B5145-5E0B-DD6F-12F7-C699DA70457C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6EC5C-267E-DCD8-B67E-13CFAE92D422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592044-27AA-6EF2-59D1-CE81063E37B5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8" name="Graphic 21">
            <a:extLst>
              <a:ext uri="{FF2B5EF4-FFF2-40B4-BE49-F238E27FC236}">
                <a16:creationId xmlns:a16="http://schemas.microsoft.com/office/drawing/2014/main" id="{A35C3849-7E69-7AA5-70B2-8D932BAC8202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2FCB0A84-11B5-02F4-D7E1-3024BB9F8CF5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20150162-BDE7-7BB1-3E90-A27182EA686F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8A4F5EED-7A5C-59D8-2AC1-E96F6EC70C82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6">
              <a:extLst>
                <a:ext uri="{FF2B5EF4-FFF2-40B4-BE49-F238E27FC236}">
                  <a16:creationId xmlns:a16="http://schemas.microsoft.com/office/drawing/2014/main" id="{9887BE33-9549-1B41-E90F-38851319D8CA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7">
              <a:extLst>
                <a:ext uri="{FF2B5EF4-FFF2-40B4-BE49-F238E27FC236}">
                  <a16:creationId xmlns:a16="http://schemas.microsoft.com/office/drawing/2014/main" id="{75219E56-BBD6-0D52-07C5-472D6B8C4F44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8">
              <a:extLst>
                <a:ext uri="{FF2B5EF4-FFF2-40B4-BE49-F238E27FC236}">
                  <a16:creationId xmlns:a16="http://schemas.microsoft.com/office/drawing/2014/main" id="{6F814EE7-4F13-FF68-4E68-3D654F3AF590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9">
              <a:extLst>
                <a:ext uri="{FF2B5EF4-FFF2-40B4-BE49-F238E27FC236}">
                  <a16:creationId xmlns:a16="http://schemas.microsoft.com/office/drawing/2014/main" id="{CCD4417F-3C7B-768F-1D3B-911F9A4A1579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F12239FC-5E4F-1ADA-4CB7-DF5619153874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09F0A7EC-7F74-B72F-8FB6-2D968927A06B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0ECA2D60-6B36-75EE-87CD-3CA728C24BA0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B940DBE7-0660-5D6D-4D53-BA54D1F16AB0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39" name="Slide Number Placeholder 47">
            <a:extLst>
              <a:ext uri="{FF2B5EF4-FFF2-40B4-BE49-F238E27FC236}">
                <a16:creationId xmlns:a16="http://schemas.microsoft.com/office/drawing/2014/main" id="{85D212B7-2586-4594-8BD9-78E94E702E8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20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491612E6-6694-2246-9947-9BE2F58F95D7}"/>
              </a:ext>
            </a:extLst>
          </p:cNvPr>
          <p:cNvSpPr/>
          <p:nvPr/>
        </p:nvSpPr>
        <p:spPr>
          <a:xfrm>
            <a:off x="1151244" y="-10379"/>
            <a:ext cx="9663960" cy="6673300"/>
          </a:xfrm>
          <a:custGeom>
            <a:avLst/>
            <a:gdLst>
              <a:gd name="connsiteX0" fmla="*/ 4831982 w 9663960"/>
              <a:gd name="connsiteY0" fmla="*/ 0 h 6673300"/>
              <a:gd name="connsiteX1" fmla="*/ 9663960 w 9663960"/>
              <a:gd name="connsiteY1" fmla="*/ 4842008 h 6673300"/>
              <a:gd name="connsiteX2" fmla="*/ 9663960 w 9663960"/>
              <a:gd name="connsiteY2" fmla="*/ 6673300 h 6673300"/>
              <a:gd name="connsiteX3" fmla="*/ 6961460 w 9663960"/>
              <a:gd name="connsiteY3" fmla="*/ 6673300 h 6673300"/>
              <a:gd name="connsiteX4" fmla="*/ 4831982 w 9663960"/>
              <a:gd name="connsiteY4" fmla="*/ 4539402 h 6673300"/>
              <a:gd name="connsiteX5" fmla="*/ 2702502 w 9663960"/>
              <a:gd name="connsiteY5" fmla="*/ 6673300 h 6673300"/>
              <a:gd name="connsiteX6" fmla="*/ 0 w 9663960"/>
              <a:gd name="connsiteY6" fmla="*/ 6673300 h 6673300"/>
              <a:gd name="connsiteX7" fmla="*/ 0 w 9663960"/>
              <a:gd name="connsiteY7" fmla="*/ 4842008 h 667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63960" h="6673300">
                <a:moveTo>
                  <a:pt x="4831982" y="0"/>
                </a:moveTo>
                <a:lnTo>
                  <a:pt x="9663960" y="4842008"/>
                </a:lnTo>
                <a:lnTo>
                  <a:pt x="9663960" y="6673300"/>
                </a:lnTo>
                <a:lnTo>
                  <a:pt x="6961460" y="6673300"/>
                </a:lnTo>
                <a:lnTo>
                  <a:pt x="4831982" y="4539402"/>
                </a:lnTo>
                <a:lnTo>
                  <a:pt x="2702502" y="6673300"/>
                </a:lnTo>
                <a:lnTo>
                  <a:pt x="0" y="6673300"/>
                </a:lnTo>
                <a:lnTo>
                  <a:pt x="0" y="4842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DA6446-E70A-D54F-A05D-9216A3BF4C71}"/>
              </a:ext>
            </a:extLst>
          </p:cNvPr>
          <p:cNvSpPr/>
          <p:nvPr/>
        </p:nvSpPr>
        <p:spPr>
          <a:xfrm>
            <a:off x="772673" y="878541"/>
            <a:ext cx="10657327" cy="1075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84203C5-48F0-2248-BA37-4A6CA9DA9969}"/>
              </a:ext>
            </a:extLst>
          </p:cNvPr>
          <p:cNvSpPr/>
          <p:nvPr/>
        </p:nvSpPr>
        <p:spPr>
          <a:xfrm>
            <a:off x="772673" y="987532"/>
            <a:ext cx="10657327" cy="49560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A96C5CA-4A9F-D044-AB0C-C7A2B97A975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970588" y="994736"/>
            <a:ext cx="5459412" cy="4956068"/>
          </a:xfr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PT"/>
              <a:t>Click to insert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7638" y="1548466"/>
            <a:ext cx="4513914" cy="396875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GB"/>
              <a:t>Click to insert a Headline</a:t>
            </a:r>
            <a:endParaRPr lang="en-PT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73F46BB-2334-8248-9E94-742CB1B522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87639" y="2020458"/>
            <a:ext cx="4513914" cy="543448"/>
          </a:xfrm>
        </p:spPr>
        <p:txBody>
          <a:bodyPr anchor="t">
            <a:noAutofit/>
          </a:bodyPr>
          <a:lstStyle>
            <a:lvl1pPr>
              <a:defRPr sz="1800" b="1"/>
            </a:lvl1pPr>
          </a:lstStyle>
          <a:p>
            <a:pPr lvl="0"/>
            <a:r>
              <a:rPr lang="en-GB"/>
              <a:t>Click to insert a Tagline in one row</a:t>
            </a:r>
            <a:endParaRPr lang="en-PT"/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1FE0FB1B-D2B5-334C-A89E-AC80729426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87639" y="2683846"/>
            <a:ext cx="4513914" cy="2829448"/>
          </a:xfrm>
        </p:spPr>
        <p:txBody>
          <a:bodyPr anchor="t">
            <a:noAutofit/>
          </a:bodyPr>
          <a:lstStyle>
            <a:lvl1pPr>
              <a:defRPr sz="1400" b="0"/>
            </a:lvl1pPr>
          </a:lstStyle>
          <a:p>
            <a:pPr lvl="0"/>
            <a:r>
              <a:rPr lang="en-GB"/>
              <a:t>Click to insert a Tagline in one row</a:t>
            </a:r>
            <a:endParaRPr lang="en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85DD8C-DF8D-AA98-6BEB-6BA8F4544B14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1FD907-458A-6FAB-D3EE-1D67BCDCED9C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92498-F1BF-A6C7-A2F1-732B6A411103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B0EA3D-8662-AC93-2A19-318CCC6B2703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8" name="Graphic 21">
            <a:extLst>
              <a:ext uri="{FF2B5EF4-FFF2-40B4-BE49-F238E27FC236}">
                <a16:creationId xmlns:a16="http://schemas.microsoft.com/office/drawing/2014/main" id="{F6012AB8-84D6-AB48-36F1-32FC7D9132F8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B7B88985-C102-149C-6FEF-7A0CFFD5C2DF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6CBBF0A4-BE1A-F64C-C8A8-6AE14EA43A70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C075BCC1-B438-24FA-7BC7-39B3C0C49D68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6">
              <a:extLst>
                <a:ext uri="{FF2B5EF4-FFF2-40B4-BE49-F238E27FC236}">
                  <a16:creationId xmlns:a16="http://schemas.microsoft.com/office/drawing/2014/main" id="{33178825-5FC2-5479-E16D-E0B6BBA1954A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7">
              <a:extLst>
                <a:ext uri="{FF2B5EF4-FFF2-40B4-BE49-F238E27FC236}">
                  <a16:creationId xmlns:a16="http://schemas.microsoft.com/office/drawing/2014/main" id="{9040F6F7-5555-C8D5-1736-2F47FEBAF5A7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8">
              <a:extLst>
                <a:ext uri="{FF2B5EF4-FFF2-40B4-BE49-F238E27FC236}">
                  <a16:creationId xmlns:a16="http://schemas.microsoft.com/office/drawing/2014/main" id="{E6B97652-E592-4A7D-B9A6-9BB8F480F36D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7" name="Freeform 29">
              <a:extLst>
                <a:ext uri="{FF2B5EF4-FFF2-40B4-BE49-F238E27FC236}">
                  <a16:creationId xmlns:a16="http://schemas.microsoft.com/office/drawing/2014/main" id="{1398D702-9400-D051-EC99-06517703CADB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4CAC43AD-7B4C-E8E3-358B-4FBE3FACFDBE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31">
              <a:extLst>
                <a:ext uri="{FF2B5EF4-FFF2-40B4-BE49-F238E27FC236}">
                  <a16:creationId xmlns:a16="http://schemas.microsoft.com/office/drawing/2014/main" id="{DB3C03C6-FABD-3F08-AF76-49CB89E3E469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2">
              <a:extLst>
                <a:ext uri="{FF2B5EF4-FFF2-40B4-BE49-F238E27FC236}">
                  <a16:creationId xmlns:a16="http://schemas.microsoft.com/office/drawing/2014/main" id="{05FD409A-9AB0-9049-C35C-00E1A66C4ABF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7" name="Freeform 33">
              <a:extLst>
                <a:ext uri="{FF2B5EF4-FFF2-40B4-BE49-F238E27FC236}">
                  <a16:creationId xmlns:a16="http://schemas.microsoft.com/office/drawing/2014/main" id="{DEFD1A47-374B-07D2-623B-87E424EBEA49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38" name="Slide Number Placeholder 47">
            <a:extLst>
              <a:ext uri="{FF2B5EF4-FFF2-40B4-BE49-F238E27FC236}">
                <a16:creationId xmlns:a16="http://schemas.microsoft.com/office/drawing/2014/main" id="{73E2A8F6-9161-C8A3-0446-48F5D3797EA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63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Blank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0" y="1651201"/>
            <a:ext cx="5587699" cy="3923867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2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B4F1AAAB-962D-2845-8EB5-DE13DB888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5029" y="1651201"/>
            <a:ext cx="5587699" cy="3923867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9ECBF84E-BC7F-584F-B569-19260D022A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5031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C6E28D03-C4E1-7CB2-5424-C08BA490481F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56CCA8-038B-BBA9-AD42-D7A656D120E5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0EAA2C-74E8-2EB4-5B95-BEB5822A2A72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47C82E-0C4D-34EE-DD0D-632AF8517057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59A1D0-93DF-05E2-7E83-71FE6F65F6F0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8" name="Graphic 21">
            <a:extLst>
              <a:ext uri="{FF2B5EF4-FFF2-40B4-BE49-F238E27FC236}">
                <a16:creationId xmlns:a16="http://schemas.microsoft.com/office/drawing/2014/main" id="{A341F1FA-10F8-33E6-9DA8-9D068E177842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A5CA82DF-30D0-B333-2CFB-CADA498548F5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2BF7D5BC-4CDE-3806-31C6-6FC844761FCD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699E5173-BC21-EF7F-F51C-C1F6986FCF30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456C0580-8A47-E97F-FC4E-0A119326788F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17BD3D3E-0319-C241-A10D-F0044CE5904A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D4E95206-81B5-41FB-818A-82558D3F1949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5D63491E-C5C0-A0C8-AAA4-AC15C175508E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50C5B748-E7BA-8D38-A833-7D03B5DB9689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9038BE32-5F85-DC7B-A998-14738CC0D992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6E975B1D-E68F-D8BC-59BA-D97025D35B08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A1F07FBD-0336-049F-7E81-33B47A60A211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1" name="Slide Number Placeholder 47">
            <a:extLst>
              <a:ext uri="{FF2B5EF4-FFF2-40B4-BE49-F238E27FC236}">
                <a16:creationId xmlns:a16="http://schemas.microsoft.com/office/drawing/2014/main" id="{317A7F37-2D67-A641-C33A-8D9E6EDBDF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907F5B-43D7-60A5-82DC-685E59F1691C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000942E7-AAD3-8174-093E-EF7C44F63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EBCD012-E184-AD90-6F28-D419C17EC7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553966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Chevron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D6BAE71-8D36-6F4C-9751-5F716296AE97}"/>
              </a:ext>
            </a:extLst>
          </p:cNvPr>
          <p:cNvSpPr/>
          <p:nvPr/>
        </p:nvSpPr>
        <p:spPr>
          <a:xfrm>
            <a:off x="2344310" y="-19651"/>
            <a:ext cx="9847690" cy="6730689"/>
          </a:xfrm>
          <a:custGeom>
            <a:avLst/>
            <a:gdLst>
              <a:gd name="connsiteX0" fmla="*/ 4723801 w 9847690"/>
              <a:gd name="connsiteY0" fmla="*/ 0 h 6730689"/>
              <a:gd name="connsiteX1" fmla="*/ 5842224 w 9847690"/>
              <a:gd name="connsiteY1" fmla="*/ 0 h 6730689"/>
              <a:gd name="connsiteX2" fmla="*/ 9847690 w 9847690"/>
              <a:gd name="connsiteY2" fmla="*/ 4013778 h 6730689"/>
              <a:gd name="connsiteX3" fmla="*/ 9847690 w 9847690"/>
              <a:gd name="connsiteY3" fmla="*/ 6730689 h 6730689"/>
              <a:gd name="connsiteX4" fmla="*/ 7606132 w 9847690"/>
              <a:gd name="connsiteY4" fmla="*/ 6730689 h 6730689"/>
              <a:gd name="connsiteX5" fmla="*/ 5283013 w 9847690"/>
              <a:gd name="connsiteY5" fmla="*/ 4402749 h 6730689"/>
              <a:gd name="connsiteX6" fmla="*/ 2959892 w 9847690"/>
              <a:gd name="connsiteY6" fmla="*/ 6730689 h 6730689"/>
              <a:gd name="connsiteX7" fmla="*/ 0 w 9847690"/>
              <a:gd name="connsiteY7" fmla="*/ 6730689 h 6730689"/>
              <a:gd name="connsiteX8" fmla="*/ 0 w 9847690"/>
              <a:gd name="connsiteY8" fmla="*/ 4733600 h 6730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47690" h="6730689">
                <a:moveTo>
                  <a:pt x="4723801" y="0"/>
                </a:moveTo>
                <a:lnTo>
                  <a:pt x="5842224" y="0"/>
                </a:lnTo>
                <a:lnTo>
                  <a:pt x="9847690" y="4013778"/>
                </a:lnTo>
                <a:lnTo>
                  <a:pt x="9847690" y="6730689"/>
                </a:lnTo>
                <a:lnTo>
                  <a:pt x="7606132" y="6730689"/>
                </a:lnTo>
                <a:lnTo>
                  <a:pt x="5283013" y="4402749"/>
                </a:lnTo>
                <a:lnTo>
                  <a:pt x="2959892" y="6730689"/>
                </a:lnTo>
                <a:lnTo>
                  <a:pt x="0" y="6730689"/>
                </a:lnTo>
                <a:lnTo>
                  <a:pt x="0" y="473360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E345CF27-52B1-B8B5-E13E-25788ED9D184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FF47B48A-9926-16CA-181A-BE42492BD9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0" y="1651201"/>
            <a:ext cx="5587699" cy="3923867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E3F694D8-F63D-EC09-619E-917B0D188C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2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11413DA1-D62F-DEE0-5353-5E4A9BAD35E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5029" y="1651201"/>
            <a:ext cx="5587699" cy="3923867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A7A2BB34-B1E3-B7BA-142D-AA3D82C0A4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5031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2532476-813A-63B7-FA7C-A00FBBF50510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398C60F-0502-FFC8-BDBC-D9B1D5A2886B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84B63D-3D4D-7A38-34A0-D3C81ECE4FAD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AF4ED4-58BE-EA75-FDE2-49E9B76A9C3F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51" name="Graphic 21">
            <a:extLst>
              <a:ext uri="{FF2B5EF4-FFF2-40B4-BE49-F238E27FC236}">
                <a16:creationId xmlns:a16="http://schemas.microsoft.com/office/drawing/2014/main" id="{EE9D3A25-A519-38F0-5E39-89D6A15903FF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A8126E36-E048-4D1C-A20A-F40F3385E82A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686ADAAD-AFA5-53B1-785B-B9C3A308AB07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72246397-7E0D-8A5A-C1D9-332B449722E4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8619DA72-0E3B-462B-9185-86D1F176FD28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E70501B1-28EF-6FB3-DBA1-E6989AD3C07D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D9156A44-5F23-A382-D631-1AD4A58160C9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8318F9C5-331A-457C-6CB9-0968C129C587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9" name="Freeform 30">
              <a:extLst>
                <a:ext uri="{FF2B5EF4-FFF2-40B4-BE49-F238E27FC236}">
                  <a16:creationId xmlns:a16="http://schemas.microsoft.com/office/drawing/2014/main" id="{6CDFB105-1A66-5CDA-9770-3CD2FBD65793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0" name="Freeform 31">
              <a:extLst>
                <a:ext uri="{FF2B5EF4-FFF2-40B4-BE49-F238E27FC236}">
                  <a16:creationId xmlns:a16="http://schemas.microsoft.com/office/drawing/2014/main" id="{DA0C1FFB-2DAC-5032-ED61-59C20F5E04E9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1" name="Freeform 32">
              <a:extLst>
                <a:ext uri="{FF2B5EF4-FFF2-40B4-BE49-F238E27FC236}">
                  <a16:creationId xmlns:a16="http://schemas.microsoft.com/office/drawing/2014/main" id="{42B44180-829D-2B79-7C9C-D1112F1048ED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2" name="Freeform 33">
              <a:extLst>
                <a:ext uri="{FF2B5EF4-FFF2-40B4-BE49-F238E27FC236}">
                  <a16:creationId xmlns:a16="http://schemas.microsoft.com/office/drawing/2014/main" id="{2664691F-66D1-1939-F6D0-B7B7F8524187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63" name="Slide Number Placeholder 47">
            <a:extLst>
              <a:ext uri="{FF2B5EF4-FFF2-40B4-BE49-F238E27FC236}">
                <a16:creationId xmlns:a16="http://schemas.microsoft.com/office/drawing/2014/main" id="{4AA29637-AE3F-587A-2CE4-2DC999FD52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50AAF33-F6AB-D951-2832-8A54AC67242A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76A471FF-1486-C9B5-6CC7-18B28CC2B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4027BDD2-2F02-A532-D1AF-5245447811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84153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Chart - Blank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0" y="1651201"/>
            <a:ext cx="5587699" cy="3923867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2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D9EDA17-6D88-2F4D-9B82-BFCBAAF33FB5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6165031" y="1651547"/>
            <a:ext cx="5533257" cy="3924300"/>
          </a:xfrm>
        </p:spPr>
        <p:txBody>
          <a:bodyPr anchor="t" anchorCtr="0">
            <a:noAutofit/>
          </a:bodyPr>
          <a:lstStyle>
            <a:lvl1pPr algn="ctr">
              <a:defRPr sz="1400"/>
            </a:lvl1pPr>
          </a:lstStyle>
          <a:p>
            <a:r>
              <a:rPr lang="en-PT"/>
              <a:t>Click to insert a chart</a:t>
            </a:r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D00DECED-B36E-3DEB-AF4F-1C582083F68B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20BCC58D-4197-B4B3-346A-EAFA52C634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5031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B8B331-2C60-6CB6-55E8-2DE6F2CDCB5B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F6591F-5528-302A-D73B-6449D7EB1FF0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BE1528-D273-EE8B-A9B2-E3737C3C42C0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F6E70-59F3-3744-48D6-9F82B42CBA4A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3" name="Graphic 21">
            <a:extLst>
              <a:ext uri="{FF2B5EF4-FFF2-40B4-BE49-F238E27FC236}">
                <a16:creationId xmlns:a16="http://schemas.microsoft.com/office/drawing/2014/main" id="{583EFAF5-72EF-DC9E-3A7A-4763140AEB3F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4" name="Freeform 23">
              <a:extLst>
                <a:ext uri="{FF2B5EF4-FFF2-40B4-BE49-F238E27FC236}">
                  <a16:creationId xmlns:a16="http://schemas.microsoft.com/office/drawing/2014/main" id="{CB7F07A4-D882-6652-0727-A218F3907AEB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4">
              <a:extLst>
                <a:ext uri="{FF2B5EF4-FFF2-40B4-BE49-F238E27FC236}">
                  <a16:creationId xmlns:a16="http://schemas.microsoft.com/office/drawing/2014/main" id="{310C04F4-1937-82D1-2F35-D36792A2AC08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5">
              <a:extLst>
                <a:ext uri="{FF2B5EF4-FFF2-40B4-BE49-F238E27FC236}">
                  <a16:creationId xmlns:a16="http://schemas.microsoft.com/office/drawing/2014/main" id="{A62005D8-DAEC-B964-3635-9E2CC6DBE560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6">
              <a:extLst>
                <a:ext uri="{FF2B5EF4-FFF2-40B4-BE49-F238E27FC236}">
                  <a16:creationId xmlns:a16="http://schemas.microsoft.com/office/drawing/2014/main" id="{FD1AE3E6-5AA1-6910-EEEC-FBDA9AF11EAC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177D5760-B4E8-5051-FC6F-5DFEFA96D266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5F730DFA-B7D2-906E-E2D5-1FF456B8E9D4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F4E14C1-01DC-E8B1-D637-33F8A49CD65D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4FC584DF-7805-6114-D19E-CEB50CA91267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EB7C31B9-BB87-1382-50D0-BD59D8623B86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603B068E-95BE-8845-2828-CF8EBAB755E3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2" name="Freeform 33">
              <a:extLst>
                <a:ext uri="{FF2B5EF4-FFF2-40B4-BE49-F238E27FC236}">
                  <a16:creationId xmlns:a16="http://schemas.microsoft.com/office/drawing/2014/main" id="{6037A28C-38B5-DB7E-B0DE-43A742C392FD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3" name="Slide Number Placeholder 47">
            <a:extLst>
              <a:ext uri="{FF2B5EF4-FFF2-40B4-BE49-F238E27FC236}">
                <a16:creationId xmlns:a16="http://schemas.microsoft.com/office/drawing/2014/main" id="{B7891BEC-D315-4D98-4232-5448033F74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93AFD93-45C6-16A6-A5D2-0F6D9B954DEC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384DC245-541E-12F1-E0A1-B8128182C5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EF8A4FD-0007-1C80-D33D-5FAA91D478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622114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Chart - Chevron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D6BAE71-8D36-6F4C-9751-5F716296AE97}"/>
              </a:ext>
            </a:extLst>
          </p:cNvPr>
          <p:cNvSpPr/>
          <p:nvPr/>
        </p:nvSpPr>
        <p:spPr>
          <a:xfrm>
            <a:off x="2344310" y="-19651"/>
            <a:ext cx="9847690" cy="6730689"/>
          </a:xfrm>
          <a:custGeom>
            <a:avLst/>
            <a:gdLst>
              <a:gd name="connsiteX0" fmla="*/ 4723801 w 9847690"/>
              <a:gd name="connsiteY0" fmla="*/ 0 h 6730689"/>
              <a:gd name="connsiteX1" fmla="*/ 5842224 w 9847690"/>
              <a:gd name="connsiteY1" fmla="*/ 0 h 6730689"/>
              <a:gd name="connsiteX2" fmla="*/ 9847690 w 9847690"/>
              <a:gd name="connsiteY2" fmla="*/ 4013778 h 6730689"/>
              <a:gd name="connsiteX3" fmla="*/ 9847690 w 9847690"/>
              <a:gd name="connsiteY3" fmla="*/ 6730689 h 6730689"/>
              <a:gd name="connsiteX4" fmla="*/ 7606132 w 9847690"/>
              <a:gd name="connsiteY4" fmla="*/ 6730689 h 6730689"/>
              <a:gd name="connsiteX5" fmla="*/ 5283013 w 9847690"/>
              <a:gd name="connsiteY5" fmla="*/ 4402749 h 6730689"/>
              <a:gd name="connsiteX6" fmla="*/ 2959892 w 9847690"/>
              <a:gd name="connsiteY6" fmla="*/ 6730689 h 6730689"/>
              <a:gd name="connsiteX7" fmla="*/ 0 w 9847690"/>
              <a:gd name="connsiteY7" fmla="*/ 6730689 h 6730689"/>
              <a:gd name="connsiteX8" fmla="*/ 0 w 9847690"/>
              <a:gd name="connsiteY8" fmla="*/ 4733600 h 6730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47690" h="6730689">
                <a:moveTo>
                  <a:pt x="4723801" y="0"/>
                </a:moveTo>
                <a:lnTo>
                  <a:pt x="5842224" y="0"/>
                </a:lnTo>
                <a:lnTo>
                  <a:pt x="9847690" y="4013778"/>
                </a:lnTo>
                <a:lnTo>
                  <a:pt x="9847690" y="6730689"/>
                </a:lnTo>
                <a:lnTo>
                  <a:pt x="7606132" y="6730689"/>
                </a:lnTo>
                <a:lnTo>
                  <a:pt x="5283013" y="4402749"/>
                </a:lnTo>
                <a:lnTo>
                  <a:pt x="2959892" y="6730689"/>
                </a:lnTo>
                <a:lnTo>
                  <a:pt x="0" y="6730689"/>
                </a:lnTo>
                <a:lnTo>
                  <a:pt x="0" y="473360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0" y="1651201"/>
            <a:ext cx="5587699" cy="3923867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2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D9EDA17-6D88-2F4D-9B82-BFCBAAF33FB5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6165031" y="1651547"/>
            <a:ext cx="5533257" cy="3924300"/>
          </a:xfrm>
        </p:spPr>
        <p:txBody>
          <a:bodyPr anchor="t" anchorCtr="0">
            <a:noAutofit/>
          </a:bodyPr>
          <a:lstStyle>
            <a:lvl1pPr algn="ctr">
              <a:defRPr sz="1400"/>
            </a:lvl1pPr>
          </a:lstStyle>
          <a:p>
            <a:r>
              <a:rPr lang="en-PT"/>
              <a:t>Click to insert a chart</a:t>
            </a:r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61769B8F-81EC-2D73-0924-DAE829524E30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E5FC2D32-3E05-A1D2-7761-1991270DDC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5031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E41451-D8F0-321A-4FF4-20F3C014500A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B9ED72-5D0A-20B6-E34C-162CB3831508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EA0C0E-289D-B133-6D49-0AF79A83043B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F8CF45-E85F-CCBF-6F50-ACC392995E48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3" name="Graphic 21">
            <a:extLst>
              <a:ext uri="{FF2B5EF4-FFF2-40B4-BE49-F238E27FC236}">
                <a16:creationId xmlns:a16="http://schemas.microsoft.com/office/drawing/2014/main" id="{51FA636F-48EA-7EA8-46AC-EDC3316C09B3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4" name="Freeform 23">
              <a:extLst>
                <a:ext uri="{FF2B5EF4-FFF2-40B4-BE49-F238E27FC236}">
                  <a16:creationId xmlns:a16="http://schemas.microsoft.com/office/drawing/2014/main" id="{6040E759-FE41-D696-EED8-8E3F058BD7CC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4">
              <a:extLst>
                <a:ext uri="{FF2B5EF4-FFF2-40B4-BE49-F238E27FC236}">
                  <a16:creationId xmlns:a16="http://schemas.microsoft.com/office/drawing/2014/main" id="{4D2A10E3-9CB6-D8FF-8454-EB036FE510B1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5">
              <a:extLst>
                <a:ext uri="{FF2B5EF4-FFF2-40B4-BE49-F238E27FC236}">
                  <a16:creationId xmlns:a16="http://schemas.microsoft.com/office/drawing/2014/main" id="{D4415EB1-AE9C-90DD-C9C4-A0E4EC728E26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6">
              <a:extLst>
                <a:ext uri="{FF2B5EF4-FFF2-40B4-BE49-F238E27FC236}">
                  <a16:creationId xmlns:a16="http://schemas.microsoft.com/office/drawing/2014/main" id="{A53EDFD7-376C-7715-0A65-AB48AA2CB6C3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EE72327D-E69A-6E12-B520-08F7EEA0EDAD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A948F65E-CC2A-1367-4B24-4A6731BA02F2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7949D304-CB9D-EF9C-BFCA-F2B4DD4E2B55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BFB5B07E-4AF3-3137-59C5-CAE8D8AD47A9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5F37EBC3-38A4-24DB-35B9-8A33F82B63EC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3" name="Freeform 32">
              <a:extLst>
                <a:ext uri="{FF2B5EF4-FFF2-40B4-BE49-F238E27FC236}">
                  <a16:creationId xmlns:a16="http://schemas.microsoft.com/office/drawing/2014/main" id="{BB45B03C-2F89-B2AC-5756-6386F777745A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4" name="Freeform 33">
              <a:extLst>
                <a:ext uri="{FF2B5EF4-FFF2-40B4-BE49-F238E27FC236}">
                  <a16:creationId xmlns:a16="http://schemas.microsoft.com/office/drawing/2014/main" id="{009FCE98-D9AF-066D-ABCA-DDB893612DEA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5" name="Slide Number Placeholder 47">
            <a:extLst>
              <a:ext uri="{FF2B5EF4-FFF2-40B4-BE49-F238E27FC236}">
                <a16:creationId xmlns:a16="http://schemas.microsoft.com/office/drawing/2014/main" id="{607CD004-9DCB-F325-DD05-6B399CB2BB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26F3DD5-5256-A53A-6224-01A87B042513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03087E09-28AB-CA6D-6499-1749C4E58C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0D398BED-B098-3F36-9DC2-57D0C97E7A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79604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Chart - No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D6BAE71-8D36-6F4C-9751-5F716296AE97}"/>
              </a:ext>
            </a:extLst>
          </p:cNvPr>
          <p:cNvSpPr/>
          <p:nvPr/>
        </p:nvSpPr>
        <p:spPr>
          <a:xfrm>
            <a:off x="2344310" y="-19651"/>
            <a:ext cx="9847690" cy="6730689"/>
          </a:xfrm>
          <a:custGeom>
            <a:avLst/>
            <a:gdLst>
              <a:gd name="connsiteX0" fmla="*/ 4723801 w 9847690"/>
              <a:gd name="connsiteY0" fmla="*/ 0 h 6730689"/>
              <a:gd name="connsiteX1" fmla="*/ 5842224 w 9847690"/>
              <a:gd name="connsiteY1" fmla="*/ 0 h 6730689"/>
              <a:gd name="connsiteX2" fmla="*/ 9847690 w 9847690"/>
              <a:gd name="connsiteY2" fmla="*/ 4013778 h 6730689"/>
              <a:gd name="connsiteX3" fmla="*/ 9847690 w 9847690"/>
              <a:gd name="connsiteY3" fmla="*/ 6730689 h 6730689"/>
              <a:gd name="connsiteX4" fmla="*/ 7606132 w 9847690"/>
              <a:gd name="connsiteY4" fmla="*/ 6730689 h 6730689"/>
              <a:gd name="connsiteX5" fmla="*/ 5283013 w 9847690"/>
              <a:gd name="connsiteY5" fmla="*/ 4402749 h 6730689"/>
              <a:gd name="connsiteX6" fmla="*/ 2959892 w 9847690"/>
              <a:gd name="connsiteY6" fmla="*/ 6730689 h 6730689"/>
              <a:gd name="connsiteX7" fmla="*/ 0 w 9847690"/>
              <a:gd name="connsiteY7" fmla="*/ 6730689 h 6730689"/>
              <a:gd name="connsiteX8" fmla="*/ 0 w 9847690"/>
              <a:gd name="connsiteY8" fmla="*/ 4733600 h 6730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47690" h="6730689">
                <a:moveTo>
                  <a:pt x="4723801" y="0"/>
                </a:moveTo>
                <a:lnTo>
                  <a:pt x="5842224" y="0"/>
                </a:lnTo>
                <a:lnTo>
                  <a:pt x="9847690" y="4013778"/>
                </a:lnTo>
                <a:lnTo>
                  <a:pt x="9847690" y="6730689"/>
                </a:lnTo>
                <a:lnTo>
                  <a:pt x="7606132" y="6730689"/>
                </a:lnTo>
                <a:lnTo>
                  <a:pt x="5283013" y="4402749"/>
                </a:lnTo>
                <a:lnTo>
                  <a:pt x="2959892" y="6730689"/>
                </a:lnTo>
                <a:lnTo>
                  <a:pt x="0" y="6730689"/>
                </a:lnTo>
                <a:lnTo>
                  <a:pt x="0" y="473360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232131"/>
            <a:ext cx="5591175" cy="4761225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4AB342-43EC-6D49-B9AC-ED43658899F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76963" y="1232131"/>
            <a:ext cx="5591175" cy="4761227"/>
          </a:xfrm>
        </p:spPr>
        <p:txBody>
          <a:bodyPr anchor="t" anchorCtr="0">
            <a:noAutofit/>
          </a:bodyPr>
          <a:lstStyle>
            <a:lvl1pPr algn="ctr">
              <a:defRPr sz="1400"/>
            </a:lvl1pPr>
          </a:lstStyle>
          <a:p>
            <a:pPr lvl="0"/>
            <a:r>
              <a:rPr lang="en-GB"/>
              <a:t>Click to insert a Chart, table, Graph or image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12C3E42C-91CB-EA61-0B1C-ADB056E3DDFF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0EE2BE-738C-4880-4B10-5B3FF0C2040A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292398-FC29-EF0B-6ABE-F041D802DD29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583AD0-0C33-20ED-56CB-A4E4720BB19E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9F7876-1199-E602-F2BA-F62BC0BD893F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2" name="Graphic 21">
            <a:extLst>
              <a:ext uri="{FF2B5EF4-FFF2-40B4-BE49-F238E27FC236}">
                <a16:creationId xmlns:a16="http://schemas.microsoft.com/office/drawing/2014/main" id="{ABC679F4-2ED9-4542-298C-27C22CF06DCC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id="{C982A0EF-E42F-F0F0-9B64-8FAA9DEC0834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id="{E59A922B-D9E3-4FA7-C498-0863B6EE1C65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id="{56783477-9B3E-252B-0D63-2CD83D25814F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C66B9701-EA5A-4B71-DC98-735507BCACC9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E9CC5F1C-E08E-6659-408A-92DE7523F991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8">
              <a:extLst>
                <a:ext uri="{FF2B5EF4-FFF2-40B4-BE49-F238E27FC236}">
                  <a16:creationId xmlns:a16="http://schemas.microsoft.com/office/drawing/2014/main" id="{AB8F8E83-3C5F-7DA5-B6B2-DA36183CC015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9">
              <a:extLst>
                <a:ext uri="{FF2B5EF4-FFF2-40B4-BE49-F238E27FC236}">
                  <a16:creationId xmlns:a16="http://schemas.microsoft.com/office/drawing/2014/main" id="{47ED6A4A-D5AE-492C-D155-12F420DA2AF8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3AF5416D-5A64-8285-2297-D7350481C6E6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455039F1-F449-DC8A-99DA-C536CD51BBC6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B3346B11-4654-E808-D7BE-934835E310AD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37C60A55-0101-AF5D-5041-9493DC00E46B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3" name="Slide Number Placeholder 47">
            <a:extLst>
              <a:ext uri="{FF2B5EF4-FFF2-40B4-BE49-F238E27FC236}">
                <a16:creationId xmlns:a16="http://schemas.microsoft.com/office/drawing/2014/main" id="{0DFF1E5C-D899-C641-111E-25131F29DE7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A53AA3E-24DA-5EB0-C345-B3472141C9F8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E3398D4A-CB1B-7669-08D7-0C8A6D649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05D862BA-C036-921E-696F-CE8A72F95B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552404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3 Sub-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50196"/>
            </a:srgbClr>
          </a:solidFill>
          <a:ln>
            <a:solidFill>
              <a:srgbClr val="000000">
                <a:alpha val="5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D6BAE71-8D36-6F4C-9751-5F716296AE97}"/>
              </a:ext>
            </a:extLst>
          </p:cNvPr>
          <p:cNvSpPr/>
          <p:nvPr/>
        </p:nvSpPr>
        <p:spPr>
          <a:xfrm>
            <a:off x="2344310" y="-19651"/>
            <a:ext cx="9847690" cy="6730689"/>
          </a:xfrm>
          <a:custGeom>
            <a:avLst/>
            <a:gdLst>
              <a:gd name="connsiteX0" fmla="*/ 4723801 w 9847690"/>
              <a:gd name="connsiteY0" fmla="*/ 0 h 6730689"/>
              <a:gd name="connsiteX1" fmla="*/ 5842224 w 9847690"/>
              <a:gd name="connsiteY1" fmla="*/ 0 h 6730689"/>
              <a:gd name="connsiteX2" fmla="*/ 9847690 w 9847690"/>
              <a:gd name="connsiteY2" fmla="*/ 4013778 h 6730689"/>
              <a:gd name="connsiteX3" fmla="*/ 9847690 w 9847690"/>
              <a:gd name="connsiteY3" fmla="*/ 6730689 h 6730689"/>
              <a:gd name="connsiteX4" fmla="*/ 7606132 w 9847690"/>
              <a:gd name="connsiteY4" fmla="*/ 6730689 h 6730689"/>
              <a:gd name="connsiteX5" fmla="*/ 5283013 w 9847690"/>
              <a:gd name="connsiteY5" fmla="*/ 4402749 h 6730689"/>
              <a:gd name="connsiteX6" fmla="*/ 2959892 w 9847690"/>
              <a:gd name="connsiteY6" fmla="*/ 6730689 h 6730689"/>
              <a:gd name="connsiteX7" fmla="*/ 0 w 9847690"/>
              <a:gd name="connsiteY7" fmla="*/ 6730689 h 6730689"/>
              <a:gd name="connsiteX8" fmla="*/ 0 w 9847690"/>
              <a:gd name="connsiteY8" fmla="*/ 4733600 h 6730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47690" h="6730689">
                <a:moveTo>
                  <a:pt x="4723801" y="0"/>
                </a:moveTo>
                <a:lnTo>
                  <a:pt x="5842224" y="0"/>
                </a:lnTo>
                <a:lnTo>
                  <a:pt x="9847690" y="4013778"/>
                </a:lnTo>
                <a:lnTo>
                  <a:pt x="9847690" y="6730689"/>
                </a:lnTo>
                <a:lnTo>
                  <a:pt x="7606132" y="6730689"/>
                </a:lnTo>
                <a:lnTo>
                  <a:pt x="5283013" y="4402749"/>
                </a:lnTo>
                <a:lnTo>
                  <a:pt x="2959892" y="6730689"/>
                </a:lnTo>
                <a:lnTo>
                  <a:pt x="0" y="6730689"/>
                </a:lnTo>
                <a:lnTo>
                  <a:pt x="0" y="473360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2" y="4563444"/>
            <a:ext cx="3678218" cy="1656523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4AB342-43EC-6D49-B9AC-ED43658899F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21310" y="1336284"/>
            <a:ext cx="11446829" cy="2549996"/>
          </a:xfrm>
        </p:spPr>
        <p:txBody>
          <a:bodyPr anchor="t" anchorCtr="0">
            <a:noAutofit/>
          </a:bodyPr>
          <a:lstStyle>
            <a:lvl1pPr algn="ctr">
              <a:defRPr sz="1400"/>
            </a:lvl1pPr>
          </a:lstStyle>
          <a:p>
            <a:pPr lvl="0"/>
            <a:r>
              <a:rPr lang="en-GB"/>
              <a:t>Click to insert a Chart, table, Graph or image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2" y="4177961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E55AE5E5-47E2-2C4E-ADC2-8277BE67A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10723" y="4563444"/>
            <a:ext cx="3678218" cy="1656523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60147446-5DD0-A140-A08B-3E7C4CB0E0A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10723" y="4177961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9F86AE6B-37B1-1F49-AE6C-D27188CCAC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92442" y="4563444"/>
            <a:ext cx="3678218" cy="1656523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D0D3CFDD-436B-1E43-B6B1-C76554A553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92442" y="4177961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A4B4C321-85BE-420D-DEBD-410B8DE43CC2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51F32F-980C-E5BF-9E6A-4526406ECD45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C0C49D-8C95-CB27-5DDE-90DFBA1A63E7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CE54D9-0085-D3CE-9901-176B7742642D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9EC21-2389-8500-D01B-6C2DFE011C82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2" name="Graphic 21">
            <a:extLst>
              <a:ext uri="{FF2B5EF4-FFF2-40B4-BE49-F238E27FC236}">
                <a16:creationId xmlns:a16="http://schemas.microsoft.com/office/drawing/2014/main" id="{C1EF02D0-8AB0-487B-450F-242301892759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id="{ED19D705-D621-79C5-69B8-2BEB856D8905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id="{01A0311C-7C35-DC0C-6F04-F95D87B29722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id="{39013B7D-F208-4C9A-9FE2-46F210B9D069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E311B0C9-F2DF-202A-86DC-7B06CF1DAA9B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191DFBAE-D2E0-1B3C-F16C-4C2E9392BB72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8">
              <a:extLst>
                <a:ext uri="{FF2B5EF4-FFF2-40B4-BE49-F238E27FC236}">
                  <a16:creationId xmlns:a16="http://schemas.microsoft.com/office/drawing/2014/main" id="{F9A7CFE5-4DBB-CEA0-1AC7-04D472DBC06E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9">
              <a:extLst>
                <a:ext uri="{FF2B5EF4-FFF2-40B4-BE49-F238E27FC236}">
                  <a16:creationId xmlns:a16="http://schemas.microsoft.com/office/drawing/2014/main" id="{8C4E086F-C696-8F37-3046-AFCB06B11C7D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04EFB2F9-DD22-B0B8-626F-5F80A727D762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F6487330-E25B-70C7-72DB-C2CE78078421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A8E32C84-9984-CB08-696B-B4097D0C71A6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20C322F7-5DE5-F5B0-7041-1D40BE941105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9" name="Slide Number Placeholder 47">
            <a:extLst>
              <a:ext uri="{FF2B5EF4-FFF2-40B4-BE49-F238E27FC236}">
                <a16:creationId xmlns:a16="http://schemas.microsoft.com/office/drawing/2014/main" id="{DF1C4C6F-CABD-9848-851A-1EB482023C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3DF4B68-29AF-930E-3905-0AD219D6528F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C7F59BB4-37DC-78E5-1E79-E3A698013B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305F0A54-956E-6F80-A4F1-8ACBFE7902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057739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2 Charts and 3 Sub-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D6BAE71-8D36-6F4C-9751-5F716296AE97}"/>
              </a:ext>
            </a:extLst>
          </p:cNvPr>
          <p:cNvSpPr/>
          <p:nvPr/>
        </p:nvSpPr>
        <p:spPr>
          <a:xfrm>
            <a:off x="2344310" y="-19651"/>
            <a:ext cx="9847690" cy="6730689"/>
          </a:xfrm>
          <a:custGeom>
            <a:avLst/>
            <a:gdLst>
              <a:gd name="connsiteX0" fmla="*/ 4723801 w 9847690"/>
              <a:gd name="connsiteY0" fmla="*/ 0 h 6730689"/>
              <a:gd name="connsiteX1" fmla="*/ 5842224 w 9847690"/>
              <a:gd name="connsiteY1" fmla="*/ 0 h 6730689"/>
              <a:gd name="connsiteX2" fmla="*/ 9847690 w 9847690"/>
              <a:gd name="connsiteY2" fmla="*/ 4013778 h 6730689"/>
              <a:gd name="connsiteX3" fmla="*/ 9847690 w 9847690"/>
              <a:gd name="connsiteY3" fmla="*/ 6730689 h 6730689"/>
              <a:gd name="connsiteX4" fmla="*/ 7606132 w 9847690"/>
              <a:gd name="connsiteY4" fmla="*/ 6730689 h 6730689"/>
              <a:gd name="connsiteX5" fmla="*/ 5283013 w 9847690"/>
              <a:gd name="connsiteY5" fmla="*/ 4402749 h 6730689"/>
              <a:gd name="connsiteX6" fmla="*/ 2959892 w 9847690"/>
              <a:gd name="connsiteY6" fmla="*/ 6730689 h 6730689"/>
              <a:gd name="connsiteX7" fmla="*/ 0 w 9847690"/>
              <a:gd name="connsiteY7" fmla="*/ 6730689 h 6730689"/>
              <a:gd name="connsiteX8" fmla="*/ 0 w 9847690"/>
              <a:gd name="connsiteY8" fmla="*/ 4733600 h 6730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47690" h="6730689">
                <a:moveTo>
                  <a:pt x="4723801" y="0"/>
                </a:moveTo>
                <a:lnTo>
                  <a:pt x="5842224" y="0"/>
                </a:lnTo>
                <a:lnTo>
                  <a:pt x="9847690" y="4013778"/>
                </a:lnTo>
                <a:lnTo>
                  <a:pt x="9847690" y="6730689"/>
                </a:lnTo>
                <a:lnTo>
                  <a:pt x="7606132" y="6730689"/>
                </a:lnTo>
                <a:lnTo>
                  <a:pt x="5283013" y="4402749"/>
                </a:lnTo>
                <a:lnTo>
                  <a:pt x="2959892" y="6730689"/>
                </a:lnTo>
                <a:lnTo>
                  <a:pt x="0" y="6730689"/>
                </a:lnTo>
                <a:lnTo>
                  <a:pt x="0" y="473360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2" y="4563444"/>
            <a:ext cx="3678218" cy="1656523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4AB342-43EC-6D49-B9AC-ED43658899F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22196" y="1325154"/>
            <a:ext cx="5598758" cy="2549996"/>
          </a:xfrm>
        </p:spPr>
        <p:txBody>
          <a:bodyPr anchor="t" anchorCtr="0">
            <a:noAutofit/>
          </a:bodyPr>
          <a:lstStyle>
            <a:lvl1pPr algn="ctr">
              <a:defRPr sz="1400"/>
            </a:lvl1pPr>
          </a:lstStyle>
          <a:p>
            <a:pPr lvl="0"/>
            <a:r>
              <a:rPr lang="en-GB"/>
              <a:t>Click to insert a Chart, table, Graph or image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2" y="4177961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E55AE5E5-47E2-2C4E-ADC2-8277BE67A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06242" y="4563444"/>
            <a:ext cx="3678218" cy="1656523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60147446-5DD0-A140-A08B-3E7C4CB0E0A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06242" y="4177961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9F86AE6B-37B1-1F49-AE6C-D27188CCAC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92442" y="4563444"/>
            <a:ext cx="3678218" cy="1656523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D0D3CFDD-436B-1E43-B6B1-C76554A553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92442" y="4177961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5" name="Content Placeholder 6">
            <a:extLst>
              <a:ext uri="{FF2B5EF4-FFF2-40B4-BE49-F238E27FC236}">
                <a16:creationId xmlns:a16="http://schemas.microsoft.com/office/drawing/2014/main" id="{DA875EC6-D0A9-8644-B8F5-4A31DAAB71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170587" y="1336284"/>
            <a:ext cx="5591107" cy="2549996"/>
          </a:xfrm>
        </p:spPr>
        <p:txBody>
          <a:bodyPr anchor="t" anchorCtr="0">
            <a:noAutofit/>
          </a:bodyPr>
          <a:lstStyle>
            <a:lvl1pPr algn="ctr">
              <a:defRPr sz="1400"/>
            </a:lvl1pPr>
          </a:lstStyle>
          <a:p>
            <a:pPr lvl="0"/>
            <a:r>
              <a:rPr lang="en-GB"/>
              <a:t>Click to insert a Chart, table, Graph or image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96EF0F81-0A1B-DE58-9FD1-D9AEFB341B32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0F33D5-AA19-A13E-A236-48C3CE15B979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F3ABBA-3D7E-D616-ED75-FCDB661389A7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9C6879-1598-E52D-C31A-CECCD318EC82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3CFF71-CF9E-BC4D-C68D-304CBC679721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2" name="Graphic 21">
            <a:extLst>
              <a:ext uri="{FF2B5EF4-FFF2-40B4-BE49-F238E27FC236}">
                <a16:creationId xmlns:a16="http://schemas.microsoft.com/office/drawing/2014/main" id="{B9FA9D64-259D-E25C-1605-7A7CD9571CBD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id="{571461B7-C3B7-CF89-D0DB-C668BEFB0169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id="{DBE7B703-5127-4F99-0268-8BADF0023D8E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id="{50FF2297-B288-BA3B-6083-C019368DAB0A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B2057B11-32C0-3C8C-DA02-26B2D3AEE6C1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B284A8DD-7017-0205-F767-DD9709BDE68A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8">
              <a:extLst>
                <a:ext uri="{FF2B5EF4-FFF2-40B4-BE49-F238E27FC236}">
                  <a16:creationId xmlns:a16="http://schemas.microsoft.com/office/drawing/2014/main" id="{201CCC52-F274-0F00-0DC2-136EED12EE01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9">
              <a:extLst>
                <a:ext uri="{FF2B5EF4-FFF2-40B4-BE49-F238E27FC236}">
                  <a16:creationId xmlns:a16="http://schemas.microsoft.com/office/drawing/2014/main" id="{1E3EB3C0-160C-4F2B-A8DE-9BBC2254B888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542B5FC8-3AE3-EBCD-2B2E-EE49D19515B5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05202ACB-C9E6-7EB2-93AB-9C741DEF5CB2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7" name="Freeform 32">
              <a:extLst>
                <a:ext uri="{FF2B5EF4-FFF2-40B4-BE49-F238E27FC236}">
                  <a16:creationId xmlns:a16="http://schemas.microsoft.com/office/drawing/2014/main" id="{396937BC-40A0-7310-548A-0F64BB711EF9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9" name="Freeform 33">
              <a:extLst>
                <a:ext uri="{FF2B5EF4-FFF2-40B4-BE49-F238E27FC236}">
                  <a16:creationId xmlns:a16="http://schemas.microsoft.com/office/drawing/2014/main" id="{E762219E-49EF-6DC4-0F09-EBFA296F542F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50" name="Slide Number Placeholder 47">
            <a:extLst>
              <a:ext uri="{FF2B5EF4-FFF2-40B4-BE49-F238E27FC236}">
                <a16:creationId xmlns:a16="http://schemas.microsoft.com/office/drawing/2014/main" id="{4900039C-9523-BF08-9D6F-A4AA1F0975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027BF2C-47BD-4302-DDC3-DE5E20760266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95258074-212E-61A1-C4DE-69CDCB367C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EC5A7A93-CA32-80BA-596C-DE361330C2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6879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4-Tile Blank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0" y="1651201"/>
            <a:ext cx="5587699" cy="1640959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1" y="1228136"/>
            <a:ext cx="5587697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CC5DE4B5-14A6-6D46-8684-C15E4B36B16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0040" y="3934116"/>
            <a:ext cx="5587699" cy="1640959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5DC6F28D-4366-B04D-8E03-37F6F4DC78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0042" y="3511051"/>
            <a:ext cx="5587696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B4F1AAAB-962D-2845-8EB5-DE13DB888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5029" y="1651201"/>
            <a:ext cx="5587699" cy="1640959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9ECBF84E-BC7F-584F-B569-19260D022A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5030" y="1228136"/>
            <a:ext cx="5586279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3C518E66-6EC5-BE4A-BF8F-55D4456693D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029" y="3934116"/>
            <a:ext cx="5587699" cy="1640959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2FC94F84-FC47-264B-9C21-3E8C60C9E2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65031" y="3511051"/>
            <a:ext cx="558627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E9770A62-871A-CF47-4654-ED5B77AF91EE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CF3FCB-2E79-C9E1-4B4C-012630D6929C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531EA5C-DBBE-2A7D-D558-938BF3522983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34F02B-B96E-6A4C-C6E5-A93B3ED18176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661CAFF-A45D-5C0E-A3FD-9E78C88BE658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53" name="Graphic 21">
            <a:extLst>
              <a:ext uri="{FF2B5EF4-FFF2-40B4-BE49-F238E27FC236}">
                <a16:creationId xmlns:a16="http://schemas.microsoft.com/office/drawing/2014/main" id="{A6EE37FA-E98C-9844-04AF-7878DFE314DC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54" name="Freeform 23">
              <a:extLst>
                <a:ext uri="{FF2B5EF4-FFF2-40B4-BE49-F238E27FC236}">
                  <a16:creationId xmlns:a16="http://schemas.microsoft.com/office/drawing/2014/main" id="{DB28BA81-1BEB-B27F-BBF2-E68D3D32EEFC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5" name="Freeform 24">
              <a:extLst>
                <a:ext uri="{FF2B5EF4-FFF2-40B4-BE49-F238E27FC236}">
                  <a16:creationId xmlns:a16="http://schemas.microsoft.com/office/drawing/2014/main" id="{8F0D39E9-8556-40E6-AF6F-7C5E6FA57EEF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6" name="Freeform 25">
              <a:extLst>
                <a:ext uri="{FF2B5EF4-FFF2-40B4-BE49-F238E27FC236}">
                  <a16:creationId xmlns:a16="http://schemas.microsoft.com/office/drawing/2014/main" id="{9531EB90-FC5D-F13A-0D4E-6126F45BD7C2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7" name="Freeform 26">
              <a:extLst>
                <a:ext uri="{FF2B5EF4-FFF2-40B4-BE49-F238E27FC236}">
                  <a16:creationId xmlns:a16="http://schemas.microsoft.com/office/drawing/2014/main" id="{B51C95DF-AE1B-FC87-B07E-C20CBF651425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8" name="Freeform 27">
              <a:extLst>
                <a:ext uri="{FF2B5EF4-FFF2-40B4-BE49-F238E27FC236}">
                  <a16:creationId xmlns:a16="http://schemas.microsoft.com/office/drawing/2014/main" id="{B7ACE089-510A-52E1-1C0F-B622BECBE3AB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9" name="Freeform 28">
              <a:extLst>
                <a:ext uri="{FF2B5EF4-FFF2-40B4-BE49-F238E27FC236}">
                  <a16:creationId xmlns:a16="http://schemas.microsoft.com/office/drawing/2014/main" id="{AEED8034-C5BD-8DA7-CC62-30A48FF92DB3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25EE6264-A1FD-8A7C-B96D-E3239FFF7B11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1" name="Freeform 30">
              <a:extLst>
                <a:ext uri="{FF2B5EF4-FFF2-40B4-BE49-F238E27FC236}">
                  <a16:creationId xmlns:a16="http://schemas.microsoft.com/office/drawing/2014/main" id="{D25B62AB-52A6-8670-1E36-4EF322F4576E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2" name="Freeform 31">
              <a:extLst>
                <a:ext uri="{FF2B5EF4-FFF2-40B4-BE49-F238E27FC236}">
                  <a16:creationId xmlns:a16="http://schemas.microsoft.com/office/drawing/2014/main" id="{95CC19AC-27C4-A896-DEA9-1128CC19F042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3" name="Freeform 32">
              <a:extLst>
                <a:ext uri="{FF2B5EF4-FFF2-40B4-BE49-F238E27FC236}">
                  <a16:creationId xmlns:a16="http://schemas.microsoft.com/office/drawing/2014/main" id="{3BE8BAE8-95BF-D0AF-C04B-716DDE41F26C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4" name="Freeform 33">
              <a:extLst>
                <a:ext uri="{FF2B5EF4-FFF2-40B4-BE49-F238E27FC236}">
                  <a16:creationId xmlns:a16="http://schemas.microsoft.com/office/drawing/2014/main" id="{B561062D-F4C1-F87F-C875-6626FC5AD5BA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65" name="Slide Number Placeholder 47">
            <a:extLst>
              <a:ext uri="{FF2B5EF4-FFF2-40B4-BE49-F238E27FC236}">
                <a16:creationId xmlns:a16="http://schemas.microsoft.com/office/drawing/2014/main" id="{37075DE0-C2BF-D798-E869-B38C0A9349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4E86621-1475-761C-331C-E4AF6A0ABFC7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A7828CD1-3A06-F672-378E-0A384A51E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36B95E9-2AE4-4706-7F92-8BD0456ED5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360321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4-Tile Chevron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D6BAE71-8D36-6F4C-9751-5F716296AE97}"/>
              </a:ext>
            </a:extLst>
          </p:cNvPr>
          <p:cNvSpPr/>
          <p:nvPr/>
        </p:nvSpPr>
        <p:spPr>
          <a:xfrm>
            <a:off x="2344310" y="-19651"/>
            <a:ext cx="9847690" cy="6730689"/>
          </a:xfrm>
          <a:custGeom>
            <a:avLst/>
            <a:gdLst>
              <a:gd name="connsiteX0" fmla="*/ 4723801 w 9847690"/>
              <a:gd name="connsiteY0" fmla="*/ 0 h 6730689"/>
              <a:gd name="connsiteX1" fmla="*/ 5842224 w 9847690"/>
              <a:gd name="connsiteY1" fmla="*/ 0 h 6730689"/>
              <a:gd name="connsiteX2" fmla="*/ 9847690 w 9847690"/>
              <a:gd name="connsiteY2" fmla="*/ 4013778 h 6730689"/>
              <a:gd name="connsiteX3" fmla="*/ 9847690 w 9847690"/>
              <a:gd name="connsiteY3" fmla="*/ 6730689 h 6730689"/>
              <a:gd name="connsiteX4" fmla="*/ 7606132 w 9847690"/>
              <a:gd name="connsiteY4" fmla="*/ 6730689 h 6730689"/>
              <a:gd name="connsiteX5" fmla="*/ 5283013 w 9847690"/>
              <a:gd name="connsiteY5" fmla="*/ 4402749 h 6730689"/>
              <a:gd name="connsiteX6" fmla="*/ 2959892 w 9847690"/>
              <a:gd name="connsiteY6" fmla="*/ 6730689 h 6730689"/>
              <a:gd name="connsiteX7" fmla="*/ 0 w 9847690"/>
              <a:gd name="connsiteY7" fmla="*/ 6730689 h 6730689"/>
              <a:gd name="connsiteX8" fmla="*/ 0 w 9847690"/>
              <a:gd name="connsiteY8" fmla="*/ 4733600 h 6730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47690" h="6730689">
                <a:moveTo>
                  <a:pt x="4723801" y="0"/>
                </a:moveTo>
                <a:lnTo>
                  <a:pt x="5842224" y="0"/>
                </a:lnTo>
                <a:lnTo>
                  <a:pt x="9847690" y="4013778"/>
                </a:lnTo>
                <a:lnTo>
                  <a:pt x="9847690" y="6730689"/>
                </a:lnTo>
                <a:lnTo>
                  <a:pt x="7606132" y="6730689"/>
                </a:lnTo>
                <a:lnTo>
                  <a:pt x="5283013" y="4402749"/>
                </a:lnTo>
                <a:lnTo>
                  <a:pt x="2959892" y="6730689"/>
                </a:lnTo>
                <a:lnTo>
                  <a:pt x="0" y="6730689"/>
                </a:lnTo>
                <a:lnTo>
                  <a:pt x="0" y="473360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0" y="1651201"/>
            <a:ext cx="5587699" cy="1640959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1" y="1228136"/>
            <a:ext cx="5587697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CC5DE4B5-14A6-6D46-8684-C15E4B36B16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0040" y="3934116"/>
            <a:ext cx="5587699" cy="1640959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5DC6F28D-4366-B04D-8E03-37F6F4DC78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0042" y="3511051"/>
            <a:ext cx="558627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B4F1AAAB-962D-2845-8EB5-DE13DB888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5029" y="1651201"/>
            <a:ext cx="5587699" cy="1640959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9ECBF84E-BC7F-584F-B569-19260D022A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5030" y="1228136"/>
            <a:ext cx="5586279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3C518E66-6EC5-BE4A-BF8F-55D4456693D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029" y="3934116"/>
            <a:ext cx="5587699" cy="1640959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2FC94F84-FC47-264B-9C21-3E8C60C9E2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65031" y="3511051"/>
            <a:ext cx="558627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25D4DCEB-1834-95BD-0073-28D2C8E4BC5F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FD3D83-E1BF-6771-8DF8-D66C7B2B569B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2D7B18-EE6D-728D-972B-86791A3CFAB9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47E020-36E7-EA56-1306-0C4F12805694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324956-E8A2-AA4E-E7F2-CEAA87E9ACAB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1" name="Graphic 21">
            <a:extLst>
              <a:ext uri="{FF2B5EF4-FFF2-40B4-BE49-F238E27FC236}">
                <a16:creationId xmlns:a16="http://schemas.microsoft.com/office/drawing/2014/main" id="{D38C8B8B-4116-F94E-DAC8-11F4A7E9F68B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C6791DB8-24DB-4445-9244-58C6381F6DC6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EC71B44B-4E1F-0A00-EFEC-250E5CA1D6B2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B3E99C4F-8BCB-2CC6-643E-8EB1F39B7736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CAC1DD09-A580-FE85-77E5-AB1BF124A8C7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6887297F-49B3-7EFD-ABD6-2D1B8EE99196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A0F22C1B-BCF9-CE46-4A2A-8FBD5B1A5862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03E3F0FD-8D57-6892-402E-9A70BCF12EB8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56C88FCE-4877-53D8-6101-C57564707AE3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1D39846E-E708-1C51-C40C-730CFD4D124E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80F1C235-395A-55DD-5D6F-5CEE1561422A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9DC237CF-6693-AC6D-7273-B1E42F5FCCF8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3" name="Slide Number Placeholder 47">
            <a:extLst>
              <a:ext uri="{FF2B5EF4-FFF2-40B4-BE49-F238E27FC236}">
                <a16:creationId xmlns:a16="http://schemas.microsoft.com/office/drawing/2014/main" id="{BA212C7A-19A0-DEE4-1F87-EF8F1DE3A6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1855DF7-F24F-9270-0689-6A9EE8ED781A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CA2DB97E-DA27-7D06-1789-EA16F40B0B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75F10CE-6EEA-5E69-F068-C13BE1C551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8215325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6-Tile Blank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651201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2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AB2D1F5B-ED12-F44E-9A02-6DDCD53FC53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0041" y="3748942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97AF1247-7592-484F-96EF-BE07934788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0042" y="3325877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6C6BE196-3036-904A-BE18-AB66DE5627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55547" y="1651201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F36BA8AD-995C-4349-8297-FBF7E056C8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55548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9AF81E59-B6CB-FA4E-9FF6-09A99210BA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55547" y="3748942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5058E2A8-68DC-354B-AA48-49FBD1AF4A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55548" y="3325877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AD178F25-3E37-FE44-8455-05C260A73D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3476" y="1651201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9852D0B8-E9C3-DA4A-AEAC-53B0B2F71F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83477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932B8102-6DDE-EC41-A975-D887536C7E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83476" y="3748942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C1E6243F-E22A-5245-A30A-B1FBC6504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83477" y="3325877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1C12A4E9-0063-2A15-8045-FC297431E9FC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0B449B-4E61-5298-49DA-D622DB44BB97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E317B-B89E-2218-B96B-2D21D237A57D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C3149-6BB8-B9CF-1B97-48DCE5ED3DFD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F08A6A-E132-061F-CC12-22D29BF5D8E5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1" name="Graphic 21">
            <a:extLst>
              <a:ext uri="{FF2B5EF4-FFF2-40B4-BE49-F238E27FC236}">
                <a16:creationId xmlns:a16="http://schemas.microsoft.com/office/drawing/2014/main" id="{739A594B-0CBD-ED5B-A0F3-D86B32B1B684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4DCE56EA-7F3B-9696-4D3F-1AF30F4326ED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DEF1895E-C88D-B70D-F6A9-21E9E8CCAA2A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3D6E6B8D-CF23-7615-5BF6-B666893F2B3A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473AD289-132F-A504-AA89-363671E76976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C54B7E03-329B-C0C4-AFF8-45D4480DE481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704F8108-89CD-E923-C823-2B6BFE82A124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B620D989-0573-05DB-560F-1B9B2FFE4652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4DC5DE4C-D97F-E316-A3FE-AE57A8B5D185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9F7AFC6-8670-D17B-BCB7-BB8F51132BA6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459A8411-45A8-5901-C6AF-379D7007B1C6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2" name="Freeform 33">
              <a:extLst>
                <a:ext uri="{FF2B5EF4-FFF2-40B4-BE49-F238E27FC236}">
                  <a16:creationId xmlns:a16="http://schemas.microsoft.com/office/drawing/2014/main" id="{BE0FA961-4B6D-2F35-7378-3AB58E32C5C6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7" name="Slide Number Placeholder 47">
            <a:extLst>
              <a:ext uri="{FF2B5EF4-FFF2-40B4-BE49-F238E27FC236}">
                <a16:creationId xmlns:a16="http://schemas.microsoft.com/office/drawing/2014/main" id="{D0A0A3DC-4E9F-BE74-77A8-7D6D64FBC7A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B742252-E054-68E6-9257-54C48B0DFAAA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C9A06B23-D176-6491-4768-F58A6BDAA7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444E251-6525-762C-3F3E-4208E7E1FC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793664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6-Tile Chevron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D6BAE71-8D36-6F4C-9751-5F716296AE97}"/>
              </a:ext>
            </a:extLst>
          </p:cNvPr>
          <p:cNvSpPr/>
          <p:nvPr/>
        </p:nvSpPr>
        <p:spPr>
          <a:xfrm>
            <a:off x="2344310" y="-19651"/>
            <a:ext cx="9847690" cy="6730689"/>
          </a:xfrm>
          <a:custGeom>
            <a:avLst/>
            <a:gdLst>
              <a:gd name="connsiteX0" fmla="*/ 4723801 w 9847690"/>
              <a:gd name="connsiteY0" fmla="*/ 0 h 6730689"/>
              <a:gd name="connsiteX1" fmla="*/ 5842224 w 9847690"/>
              <a:gd name="connsiteY1" fmla="*/ 0 h 6730689"/>
              <a:gd name="connsiteX2" fmla="*/ 9847690 w 9847690"/>
              <a:gd name="connsiteY2" fmla="*/ 4013778 h 6730689"/>
              <a:gd name="connsiteX3" fmla="*/ 9847690 w 9847690"/>
              <a:gd name="connsiteY3" fmla="*/ 6730689 h 6730689"/>
              <a:gd name="connsiteX4" fmla="*/ 7606132 w 9847690"/>
              <a:gd name="connsiteY4" fmla="*/ 6730689 h 6730689"/>
              <a:gd name="connsiteX5" fmla="*/ 5283013 w 9847690"/>
              <a:gd name="connsiteY5" fmla="*/ 4402749 h 6730689"/>
              <a:gd name="connsiteX6" fmla="*/ 2959892 w 9847690"/>
              <a:gd name="connsiteY6" fmla="*/ 6730689 h 6730689"/>
              <a:gd name="connsiteX7" fmla="*/ 0 w 9847690"/>
              <a:gd name="connsiteY7" fmla="*/ 6730689 h 6730689"/>
              <a:gd name="connsiteX8" fmla="*/ 0 w 9847690"/>
              <a:gd name="connsiteY8" fmla="*/ 4733600 h 6730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47690" h="6730689">
                <a:moveTo>
                  <a:pt x="4723801" y="0"/>
                </a:moveTo>
                <a:lnTo>
                  <a:pt x="5842224" y="0"/>
                </a:lnTo>
                <a:lnTo>
                  <a:pt x="9847690" y="4013778"/>
                </a:lnTo>
                <a:lnTo>
                  <a:pt x="9847690" y="6730689"/>
                </a:lnTo>
                <a:lnTo>
                  <a:pt x="7606132" y="6730689"/>
                </a:lnTo>
                <a:lnTo>
                  <a:pt x="5283013" y="4402749"/>
                </a:lnTo>
                <a:lnTo>
                  <a:pt x="2959892" y="6730689"/>
                </a:lnTo>
                <a:lnTo>
                  <a:pt x="0" y="6730689"/>
                </a:lnTo>
                <a:lnTo>
                  <a:pt x="0" y="473360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651201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2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AB2D1F5B-ED12-F44E-9A02-6DDCD53FC53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0041" y="3748942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97AF1247-7592-484F-96EF-BE07934788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0042" y="3325877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6C6BE196-3036-904A-BE18-AB66DE5627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55547" y="1651201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F36BA8AD-995C-4349-8297-FBF7E056C8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55548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9AF81E59-B6CB-FA4E-9FF6-09A99210BA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55547" y="3748942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5058E2A8-68DC-354B-AA48-49FBD1AF4A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55548" y="3325877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AD178F25-3E37-FE44-8455-05C260A73D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3476" y="1651201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9852D0B8-E9C3-DA4A-AEAC-53B0B2F71F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83477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932B8102-6DDE-EC41-A975-D887536C7E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83476" y="3748942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C1E6243F-E22A-5245-A30A-B1FBC6504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83477" y="3325877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806AF2E6-80ED-35A7-4A07-E55084A56E75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9643F8-6F55-D307-D0B0-5B7D118A6383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253BE4-BDDE-B5A3-1C54-D999CCBD5008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20B4C7-032D-A88D-65E6-6D25E90A8F7A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376B73-7060-CA81-98AB-BE1F51C3ABD1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1" name="Graphic 21">
            <a:extLst>
              <a:ext uri="{FF2B5EF4-FFF2-40B4-BE49-F238E27FC236}">
                <a16:creationId xmlns:a16="http://schemas.microsoft.com/office/drawing/2014/main" id="{5C0E6D97-216F-D1C8-8BD7-8B5FEBCF6200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741E9EC0-9596-16B6-2817-59CC76D5D1AB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9691F17C-E571-BEED-8CCE-EBCDD4278245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D077D624-F434-5715-817E-EAC93ACEA9DE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D069BED9-9379-6BE4-BA5C-BE3D329BE6F1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0F9CFA4B-770B-9937-1B05-AD4005981925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A73E683E-5AEA-2B45-BD63-7BE53613A0FC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FECE058F-601A-B6B2-FED0-53E8F591DE96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E03C9F7B-C5EF-11F2-6DED-3DCB7B86F938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E665E25A-D3E8-EC64-5B6A-CBDBEDD2285E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7" name="Freeform 32">
              <a:extLst>
                <a:ext uri="{FF2B5EF4-FFF2-40B4-BE49-F238E27FC236}">
                  <a16:creationId xmlns:a16="http://schemas.microsoft.com/office/drawing/2014/main" id="{81E83050-6F8E-2381-C9D4-6E7781AAEC25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9" name="Freeform 33">
              <a:extLst>
                <a:ext uri="{FF2B5EF4-FFF2-40B4-BE49-F238E27FC236}">
                  <a16:creationId xmlns:a16="http://schemas.microsoft.com/office/drawing/2014/main" id="{D5DFD41B-7532-DA44-7D16-D74911B97A3B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54" name="Slide Number Placeholder 47">
            <a:extLst>
              <a:ext uri="{FF2B5EF4-FFF2-40B4-BE49-F238E27FC236}">
                <a16:creationId xmlns:a16="http://schemas.microsoft.com/office/drawing/2014/main" id="{93F0FA60-96E1-510E-D71A-5E8123A7D27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10C853E-5A0E-698B-661C-1B1FAA0B65CD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74738053-80C7-EBA6-9763-BA0B6CAC58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83EC9457-5271-9E0F-EB7A-BFCF75B2FD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060991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16">
            <a:extLst>
              <a:ext uri="{FF2B5EF4-FFF2-40B4-BE49-F238E27FC236}">
                <a16:creationId xmlns:a16="http://schemas.microsoft.com/office/drawing/2014/main" id="{1EBD2B75-7A65-4343-BF2A-236F4616BF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3097" y="3852076"/>
            <a:ext cx="3719140" cy="1295694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63904C39-76EA-034E-899A-FA8AAE2021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3097" y="3515090"/>
            <a:ext cx="3719140" cy="335221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title</a:t>
            </a:r>
            <a:endParaRPr lang="en-PT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57828E8B-1699-7347-AD96-4A3EC7DA02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097" y="1476381"/>
            <a:ext cx="3719140" cy="1893017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6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425FB3-6840-654E-9068-FA2BE38774A6}"/>
              </a:ext>
            </a:extLst>
          </p:cNvPr>
          <p:cNvSpPr/>
          <p:nvPr/>
        </p:nvSpPr>
        <p:spPr>
          <a:xfrm>
            <a:off x="333098" y="1261006"/>
            <a:ext cx="3719140" cy="1239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endParaRPr lang="en-PT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DD5334BD-46A7-CA4B-86CC-FEC15E11B4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14815" y="3852076"/>
            <a:ext cx="3719140" cy="1295694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A4AC579A-1231-7B41-96D1-69968CB773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14815" y="3515090"/>
            <a:ext cx="3719140" cy="335221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title</a:t>
            </a:r>
            <a:endParaRPr lang="en-PT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20229F2-C337-4D4A-8A75-F6EB0C656BBC}"/>
              </a:ext>
            </a:extLst>
          </p:cNvPr>
          <p:cNvSpPr/>
          <p:nvPr/>
        </p:nvSpPr>
        <p:spPr>
          <a:xfrm>
            <a:off x="4214816" y="1261006"/>
            <a:ext cx="3719140" cy="12393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endParaRPr lang="en-PT"/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2F6F9517-CCD5-7849-9692-F47A84DFD6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78603" y="3852076"/>
            <a:ext cx="3719140" cy="1295694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8B8E6631-391A-F645-BAA6-2AFBDC434F0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78603" y="3515090"/>
            <a:ext cx="3719140" cy="335221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title</a:t>
            </a:r>
            <a:endParaRPr lang="en-PT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55C7F4-FB9C-644E-A830-1D0ECF4E6039}"/>
              </a:ext>
            </a:extLst>
          </p:cNvPr>
          <p:cNvSpPr/>
          <p:nvPr/>
        </p:nvSpPr>
        <p:spPr>
          <a:xfrm>
            <a:off x="8078604" y="1261006"/>
            <a:ext cx="3719140" cy="1239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endParaRPr lang="en-PT"/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12767E5D-59BF-E809-9580-318662A5EA7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14816" y="1478434"/>
            <a:ext cx="3719140" cy="1893017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6600" b="1">
                <a:solidFill>
                  <a:schemeClr val="accent4"/>
                </a:solidFill>
              </a:defRPr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E7749BD5-6A57-2325-38AA-219D3F7E16E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78540" y="1476033"/>
            <a:ext cx="3719140" cy="1893017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6600" b="1">
                <a:solidFill>
                  <a:schemeClr val="accent1"/>
                </a:solidFill>
              </a:defRPr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Graphic 37">
            <a:extLst>
              <a:ext uri="{FF2B5EF4-FFF2-40B4-BE49-F238E27FC236}">
                <a16:creationId xmlns:a16="http://schemas.microsoft.com/office/drawing/2014/main" id="{3AB68338-D57F-699E-3F22-198407BF0788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t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B15DC4-30C4-CB7E-9DE0-A79D6FAAB4DD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79C526-43F0-58AD-12BB-EE33F00133CC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D7B49E-382D-701B-45B8-0CCC28832882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5C7D20-CF19-C005-11BA-E11044F10847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4" name="Graphic 21">
            <a:extLst>
              <a:ext uri="{FF2B5EF4-FFF2-40B4-BE49-F238E27FC236}">
                <a16:creationId xmlns:a16="http://schemas.microsoft.com/office/drawing/2014/main" id="{30B54189-4638-5970-D545-037B04E0E9AA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7EBBA25C-93BC-1E4E-1BAC-E1C83FB68494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4">
              <a:extLst>
                <a:ext uri="{FF2B5EF4-FFF2-40B4-BE49-F238E27FC236}">
                  <a16:creationId xmlns:a16="http://schemas.microsoft.com/office/drawing/2014/main" id="{872B8ACE-1FAB-605C-CD7F-22EE7F71CE13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7" name="Freeform 25">
              <a:extLst>
                <a:ext uri="{FF2B5EF4-FFF2-40B4-BE49-F238E27FC236}">
                  <a16:creationId xmlns:a16="http://schemas.microsoft.com/office/drawing/2014/main" id="{404CAA9B-EBA5-8E79-7069-7BB9CD0D17DC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6">
              <a:extLst>
                <a:ext uri="{FF2B5EF4-FFF2-40B4-BE49-F238E27FC236}">
                  <a16:creationId xmlns:a16="http://schemas.microsoft.com/office/drawing/2014/main" id="{03CC0100-0C5B-6A9B-840D-045C63AA5D8D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2DE8BDC2-EF9B-7F98-726E-6F9A507858C1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FD1C7643-0F45-FD5A-0CDE-B5141B449B84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5CCE5BEA-49A1-AA09-829F-E0C45F642259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76A26121-18F8-A4FA-DDCD-39F7CABC819F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73479E5A-20F7-B2FF-CEED-8B33BE3603B4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6A61D03D-BAD7-8D75-E454-1FA2CCC196EC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6" name="Freeform 33">
              <a:extLst>
                <a:ext uri="{FF2B5EF4-FFF2-40B4-BE49-F238E27FC236}">
                  <a16:creationId xmlns:a16="http://schemas.microsoft.com/office/drawing/2014/main" id="{90DC464C-9459-B491-D27E-BD10BCDE5C28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51" name="Slide Number Placeholder 47">
            <a:extLst>
              <a:ext uri="{FF2B5EF4-FFF2-40B4-BE49-F238E27FC236}">
                <a16:creationId xmlns:a16="http://schemas.microsoft.com/office/drawing/2014/main" id="{D839CAF9-866B-5B4A-5CA0-3BE3DF7FC5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AE89C6-D79D-FCE3-9344-46E6AC4C8642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814691C7-614E-8A69-B8AA-DF26A813BA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CEB221D-2DC7-404F-B28E-19100EF23A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1916237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DBF3C7C-6336-6149-8A34-70AB0F0BCAD7}"/>
              </a:ext>
            </a:extLst>
          </p:cNvPr>
          <p:cNvGrpSpPr/>
          <p:nvPr/>
        </p:nvGrpSpPr>
        <p:grpSpPr>
          <a:xfrm>
            <a:off x="317850" y="201935"/>
            <a:ext cx="11560387" cy="2120095"/>
            <a:chOff x="317850" y="201935"/>
            <a:chExt cx="11560387" cy="2120095"/>
          </a:xfrm>
        </p:grpSpPr>
        <p:sp>
          <p:nvSpPr>
            <p:cNvPr id="40" name="Graphic 37">
              <a:extLst>
                <a:ext uri="{FF2B5EF4-FFF2-40B4-BE49-F238E27FC236}">
                  <a16:creationId xmlns:a16="http://schemas.microsoft.com/office/drawing/2014/main" id="{85A394F1-76F7-F244-9F40-E46405D94531}"/>
                </a:ext>
              </a:extLst>
            </p:cNvPr>
            <p:cNvSpPr/>
            <p:nvPr/>
          </p:nvSpPr>
          <p:spPr>
            <a:xfrm>
              <a:off x="317850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46" name="Graphic 37">
              <a:extLst>
                <a:ext uri="{FF2B5EF4-FFF2-40B4-BE49-F238E27FC236}">
                  <a16:creationId xmlns:a16="http://schemas.microsoft.com/office/drawing/2014/main" id="{AF45D482-DA90-E74C-9A70-28BAC9B6DECA}"/>
                </a:ext>
              </a:extLst>
            </p:cNvPr>
            <p:cNvSpPr/>
            <p:nvPr/>
          </p:nvSpPr>
          <p:spPr>
            <a:xfrm>
              <a:off x="1791904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49" name="Graphic 37">
              <a:extLst>
                <a:ext uri="{FF2B5EF4-FFF2-40B4-BE49-F238E27FC236}">
                  <a16:creationId xmlns:a16="http://schemas.microsoft.com/office/drawing/2014/main" id="{8FCAE3D0-58D8-714D-A59A-261F67D0B8A4}"/>
                </a:ext>
              </a:extLst>
            </p:cNvPr>
            <p:cNvSpPr/>
            <p:nvPr/>
          </p:nvSpPr>
          <p:spPr>
            <a:xfrm>
              <a:off x="3265958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0" name="Graphic 37">
              <a:extLst>
                <a:ext uri="{FF2B5EF4-FFF2-40B4-BE49-F238E27FC236}">
                  <a16:creationId xmlns:a16="http://schemas.microsoft.com/office/drawing/2014/main" id="{227A683A-5F5C-9C42-B13E-300EBA275187}"/>
                </a:ext>
              </a:extLst>
            </p:cNvPr>
            <p:cNvSpPr/>
            <p:nvPr/>
          </p:nvSpPr>
          <p:spPr>
            <a:xfrm>
              <a:off x="4740012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1" name="Graphic 37">
              <a:extLst>
                <a:ext uri="{FF2B5EF4-FFF2-40B4-BE49-F238E27FC236}">
                  <a16:creationId xmlns:a16="http://schemas.microsoft.com/office/drawing/2014/main" id="{41ADB59F-2BA2-4447-A37D-B4A3D134277F}"/>
                </a:ext>
              </a:extLst>
            </p:cNvPr>
            <p:cNvSpPr/>
            <p:nvPr/>
          </p:nvSpPr>
          <p:spPr>
            <a:xfrm>
              <a:off x="6214066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2" name="Graphic 37">
              <a:extLst>
                <a:ext uri="{FF2B5EF4-FFF2-40B4-BE49-F238E27FC236}">
                  <a16:creationId xmlns:a16="http://schemas.microsoft.com/office/drawing/2014/main" id="{5876831E-36C0-B34E-AD7F-B78426B6DDA9}"/>
                </a:ext>
              </a:extLst>
            </p:cNvPr>
            <p:cNvSpPr/>
            <p:nvPr/>
          </p:nvSpPr>
          <p:spPr>
            <a:xfrm>
              <a:off x="7688120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3" name="Graphic 37">
              <a:extLst>
                <a:ext uri="{FF2B5EF4-FFF2-40B4-BE49-F238E27FC236}">
                  <a16:creationId xmlns:a16="http://schemas.microsoft.com/office/drawing/2014/main" id="{C670DC22-5531-9D43-A9B1-994A00180574}"/>
                </a:ext>
              </a:extLst>
            </p:cNvPr>
            <p:cNvSpPr/>
            <p:nvPr/>
          </p:nvSpPr>
          <p:spPr>
            <a:xfrm>
              <a:off x="9162174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4" name="Graphic 37">
              <a:extLst>
                <a:ext uri="{FF2B5EF4-FFF2-40B4-BE49-F238E27FC236}">
                  <a16:creationId xmlns:a16="http://schemas.microsoft.com/office/drawing/2014/main" id="{4F0BCA32-6389-6A41-A9E0-8398755A7BD8}"/>
                </a:ext>
              </a:extLst>
            </p:cNvPr>
            <p:cNvSpPr/>
            <p:nvPr/>
          </p:nvSpPr>
          <p:spPr>
            <a:xfrm>
              <a:off x="10636228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5" name="Graphic 37">
              <a:extLst>
                <a:ext uri="{FF2B5EF4-FFF2-40B4-BE49-F238E27FC236}">
                  <a16:creationId xmlns:a16="http://schemas.microsoft.com/office/drawing/2014/main" id="{3591FE1F-CCAB-9E4E-84E7-D85D3CAC42E7}"/>
                </a:ext>
              </a:extLst>
            </p:cNvPr>
            <p:cNvSpPr/>
            <p:nvPr/>
          </p:nvSpPr>
          <p:spPr>
            <a:xfrm>
              <a:off x="317850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6" name="Graphic 37">
              <a:extLst>
                <a:ext uri="{FF2B5EF4-FFF2-40B4-BE49-F238E27FC236}">
                  <a16:creationId xmlns:a16="http://schemas.microsoft.com/office/drawing/2014/main" id="{AAD8D972-5EE5-1B4B-82F9-888F5955743B}"/>
                </a:ext>
              </a:extLst>
            </p:cNvPr>
            <p:cNvSpPr/>
            <p:nvPr/>
          </p:nvSpPr>
          <p:spPr>
            <a:xfrm>
              <a:off x="1791904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7" name="Graphic 37">
              <a:extLst>
                <a:ext uri="{FF2B5EF4-FFF2-40B4-BE49-F238E27FC236}">
                  <a16:creationId xmlns:a16="http://schemas.microsoft.com/office/drawing/2014/main" id="{FE83ACF8-3F08-3748-8FF7-D65F267E301A}"/>
                </a:ext>
              </a:extLst>
            </p:cNvPr>
            <p:cNvSpPr/>
            <p:nvPr/>
          </p:nvSpPr>
          <p:spPr>
            <a:xfrm>
              <a:off x="3265958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8" name="Graphic 37">
              <a:extLst>
                <a:ext uri="{FF2B5EF4-FFF2-40B4-BE49-F238E27FC236}">
                  <a16:creationId xmlns:a16="http://schemas.microsoft.com/office/drawing/2014/main" id="{42E323D3-ED2C-8049-A783-E2DFF8684127}"/>
                </a:ext>
              </a:extLst>
            </p:cNvPr>
            <p:cNvSpPr/>
            <p:nvPr/>
          </p:nvSpPr>
          <p:spPr>
            <a:xfrm>
              <a:off x="4740012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9" name="Graphic 37">
              <a:extLst>
                <a:ext uri="{FF2B5EF4-FFF2-40B4-BE49-F238E27FC236}">
                  <a16:creationId xmlns:a16="http://schemas.microsoft.com/office/drawing/2014/main" id="{D0C5754D-6EFA-6D42-A05A-26CF2C8BA9F2}"/>
                </a:ext>
              </a:extLst>
            </p:cNvPr>
            <p:cNvSpPr/>
            <p:nvPr/>
          </p:nvSpPr>
          <p:spPr>
            <a:xfrm>
              <a:off x="6214066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60" name="Graphic 37">
              <a:extLst>
                <a:ext uri="{FF2B5EF4-FFF2-40B4-BE49-F238E27FC236}">
                  <a16:creationId xmlns:a16="http://schemas.microsoft.com/office/drawing/2014/main" id="{28D76D4D-AB46-4547-B6E2-9BD3978C9E3D}"/>
                </a:ext>
              </a:extLst>
            </p:cNvPr>
            <p:cNvSpPr/>
            <p:nvPr/>
          </p:nvSpPr>
          <p:spPr>
            <a:xfrm>
              <a:off x="7688120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61" name="Graphic 37">
              <a:extLst>
                <a:ext uri="{FF2B5EF4-FFF2-40B4-BE49-F238E27FC236}">
                  <a16:creationId xmlns:a16="http://schemas.microsoft.com/office/drawing/2014/main" id="{7DDC2B96-3795-8A49-93A1-1262F2BC6285}"/>
                </a:ext>
              </a:extLst>
            </p:cNvPr>
            <p:cNvSpPr/>
            <p:nvPr/>
          </p:nvSpPr>
          <p:spPr>
            <a:xfrm>
              <a:off x="9162174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62" name="Graphic 37">
              <a:extLst>
                <a:ext uri="{FF2B5EF4-FFF2-40B4-BE49-F238E27FC236}">
                  <a16:creationId xmlns:a16="http://schemas.microsoft.com/office/drawing/2014/main" id="{3883CCE8-75B4-3B46-876A-DF0294AA6C56}"/>
                </a:ext>
              </a:extLst>
            </p:cNvPr>
            <p:cNvSpPr/>
            <p:nvPr/>
          </p:nvSpPr>
          <p:spPr>
            <a:xfrm>
              <a:off x="10636228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3B24308-5594-3D42-BE3C-82E17B193F22}"/>
              </a:ext>
            </a:extLst>
          </p:cNvPr>
          <p:cNvGrpSpPr/>
          <p:nvPr/>
        </p:nvGrpSpPr>
        <p:grpSpPr>
          <a:xfrm>
            <a:off x="317850" y="4576712"/>
            <a:ext cx="11560387" cy="2120095"/>
            <a:chOff x="317850" y="201935"/>
            <a:chExt cx="11560387" cy="2120095"/>
          </a:xfrm>
        </p:grpSpPr>
        <p:sp>
          <p:nvSpPr>
            <p:cNvPr id="64" name="Graphic 37">
              <a:extLst>
                <a:ext uri="{FF2B5EF4-FFF2-40B4-BE49-F238E27FC236}">
                  <a16:creationId xmlns:a16="http://schemas.microsoft.com/office/drawing/2014/main" id="{2E7E1FBD-48BF-B440-9816-20019A871111}"/>
                </a:ext>
              </a:extLst>
            </p:cNvPr>
            <p:cNvSpPr/>
            <p:nvPr/>
          </p:nvSpPr>
          <p:spPr>
            <a:xfrm>
              <a:off x="317850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65" name="Graphic 37">
              <a:extLst>
                <a:ext uri="{FF2B5EF4-FFF2-40B4-BE49-F238E27FC236}">
                  <a16:creationId xmlns:a16="http://schemas.microsoft.com/office/drawing/2014/main" id="{7961D2E6-3661-2A49-A7DB-26DB44DDA1D7}"/>
                </a:ext>
              </a:extLst>
            </p:cNvPr>
            <p:cNvSpPr/>
            <p:nvPr/>
          </p:nvSpPr>
          <p:spPr>
            <a:xfrm>
              <a:off x="1791904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66" name="Graphic 37">
              <a:extLst>
                <a:ext uri="{FF2B5EF4-FFF2-40B4-BE49-F238E27FC236}">
                  <a16:creationId xmlns:a16="http://schemas.microsoft.com/office/drawing/2014/main" id="{FE3214D4-F29D-BA43-8588-C60CE5149B44}"/>
                </a:ext>
              </a:extLst>
            </p:cNvPr>
            <p:cNvSpPr/>
            <p:nvPr/>
          </p:nvSpPr>
          <p:spPr>
            <a:xfrm>
              <a:off x="3265958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67" name="Graphic 37">
              <a:extLst>
                <a:ext uri="{FF2B5EF4-FFF2-40B4-BE49-F238E27FC236}">
                  <a16:creationId xmlns:a16="http://schemas.microsoft.com/office/drawing/2014/main" id="{3D12B096-0FCF-A14D-8988-083465EFD86F}"/>
                </a:ext>
              </a:extLst>
            </p:cNvPr>
            <p:cNvSpPr/>
            <p:nvPr/>
          </p:nvSpPr>
          <p:spPr>
            <a:xfrm>
              <a:off x="4740012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68" name="Graphic 37">
              <a:extLst>
                <a:ext uri="{FF2B5EF4-FFF2-40B4-BE49-F238E27FC236}">
                  <a16:creationId xmlns:a16="http://schemas.microsoft.com/office/drawing/2014/main" id="{0EE1BFF1-8D93-9949-BA49-265C5C24A9BB}"/>
                </a:ext>
              </a:extLst>
            </p:cNvPr>
            <p:cNvSpPr/>
            <p:nvPr/>
          </p:nvSpPr>
          <p:spPr>
            <a:xfrm>
              <a:off x="6214066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69" name="Graphic 37">
              <a:extLst>
                <a:ext uri="{FF2B5EF4-FFF2-40B4-BE49-F238E27FC236}">
                  <a16:creationId xmlns:a16="http://schemas.microsoft.com/office/drawing/2014/main" id="{82AA1777-BBA8-8245-8FC8-88A0AD8E3483}"/>
                </a:ext>
              </a:extLst>
            </p:cNvPr>
            <p:cNvSpPr/>
            <p:nvPr/>
          </p:nvSpPr>
          <p:spPr>
            <a:xfrm>
              <a:off x="7688120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0" name="Graphic 37">
              <a:extLst>
                <a:ext uri="{FF2B5EF4-FFF2-40B4-BE49-F238E27FC236}">
                  <a16:creationId xmlns:a16="http://schemas.microsoft.com/office/drawing/2014/main" id="{821D120B-9F2E-C949-872B-31902C583899}"/>
                </a:ext>
              </a:extLst>
            </p:cNvPr>
            <p:cNvSpPr/>
            <p:nvPr/>
          </p:nvSpPr>
          <p:spPr>
            <a:xfrm>
              <a:off x="9162174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1" name="Graphic 37">
              <a:extLst>
                <a:ext uri="{FF2B5EF4-FFF2-40B4-BE49-F238E27FC236}">
                  <a16:creationId xmlns:a16="http://schemas.microsoft.com/office/drawing/2014/main" id="{F14C8AFF-08AB-E643-BC87-1F69E56090A1}"/>
                </a:ext>
              </a:extLst>
            </p:cNvPr>
            <p:cNvSpPr/>
            <p:nvPr/>
          </p:nvSpPr>
          <p:spPr>
            <a:xfrm>
              <a:off x="10636228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2" name="Graphic 37">
              <a:extLst>
                <a:ext uri="{FF2B5EF4-FFF2-40B4-BE49-F238E27FC236}">
                  <a16:creationId xmlns:a16="http://schemas.microsoft.com/office/drawing/2014/main" id="{097F3935-6CEF-7D48-A2F6-DAB70E1D1406}"/>
                </a:ext>
              </a:extLst>
            </p:cNvPr>
            <p:cNvSpPr/>
            <p:nvPr/>
          </p:nvSpPr>
          <p:spPr>
            <a:xfrm>
              <a:off x="317850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3" name="Graphic 37">
              <a:extLst>
                <a:ext uri="{FF2B5EF4-FFF2-40B4-BE49-F238E27FC236}">
                  <a16:creationId xmlns:a16="http://schemas.microsoft.com/office/drawing/2014/main" id="{C3DA2D79-4A03-984B-9C8E-64341C352B54}"/>
                </a:ext>
              </a:extLst>
            </p:cNvPr>
            <p:cNvSpPr/>
            <p:nvPr/>
          </p:nvSpPr>
          <p:spPr>
            <a:xfrm>
              <a:off x="1791904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4" name="Graphic 37">
              <a:extLst>
                <a:ext uri="{FF2B5EF4-FFF2-40B4-BE49-F238E27FC236}">
                  <a16:creationId xmlns:a16="http://schemas.microsoft.com/office/drawing/2014/main" id="{2F1DE2EE-C163-1D49-B957-0066651FE16E}"/>
                </a:ext>
              </a:extLst>
            </p:cNvPr>
            <p:cNvSpPr/>
            <p:nvPr/>
          </p:nvSpPr>
          <p:spPr>
            <a:xfrm>
              <a:off x="3265958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5" name="Graphic 37">
              <a:extLst>
                <a:ext uri="{FF2B5EF4-FFF2-40B4-BE49-F238E27FC236}">
                  <a16:creationId xmlns:a16="http://schemas.microsoft.com/office/drawing/2014/main" id="{A0C6FA69-7D40-984A-9971-7DF654C6E3BF}"/>
                </a:ext>
              </a:extLst>
            </p:cNvPr>
            <p:cNvSpPr/>
            <p:nvPr/>
          </p:nvSpPr>
          <p:spPr>
            <a:xfrm>
              <a:off x="4740012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6" name="Graphic 37">
              <a:extLst>
                <a:ext uri="{FF2B5EF4-FFF2-40B4-BE49-F238E27FC236}">
                  <a16:creationId xmlns:a16="http://schemas.microsoft.com/office/drawing/2014/main" id="{3776DEBA-12BF-9443-BD6F-2F4A132438B2}"/>
                </a:ext>
              </a:extLst>
            </p:cNvPr>
            <p:cNvSpPr/>
            <p:nvPr/>
          </p:nvSpPr>
          <p:spPr>
            <a:xfrm>
              <a:off x="6214066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7" name="Graphic 37">
              <a:extLst>
                <a:ext uri="{FF2B5EF4-FFF2-40B4-BE49-F238E27FC236}">
                  <a16:creationId xmlns:a16="http://schemas.microsoft.com/office/drawing/2014/main" id="{5AB27F80-88D6-CE4E-AC2F-583CE1F2B269}"/>
                </a:ext>
              </a:extLst>
            </p:cNvPr>
            <p:cNvSpPr/>
            <p:nvPr/>
          </p:nvSpPr>
          <p:spPr>
            <a:xfrm>
              <a:off x="7688120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8" name="Graphic 37">
              <a:extLst>
                <a:ext uri="{FF2B5EF4-FFF2-40B4-BE49-F238E27FC236}">
                  <a16:creationId xmlns:a16="http://schemas.microsoft.com/office/drawing/2014/main" id="{D967765B-9E4D-0B45-AB5C-462AA0AC588B}"/>
                </a:ext>
              </a:extLst>
            </p:cNvPr>
            <p:cNvSpPr/>
            <p:nvPr/>
          </p:nvSpPr>
          <p:spPr>
            <a:xfrm>
              <a:off x="9162174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9" name="Graphic 37">
              <a:extLst>
                <a:ext uri="{FF2B5EF4-FFF2-40B4-BE49-F238E27FC236}">
                  <a16:creationId xmlns:a16="http://schemas.microsoft.com/office/drawing/2014/main" id="{2F0C95B8-7BD9-0D40-BF4A-A9C02BB2048B}"/>
                </a:ext>
              </a:extLst>
            </p:cNvPr>
            <p:cNvSpPr/>
            <p:nvPr/>
          </p:nvSpPr>
          <p:spPr>
            <a:xfrm>
              <a:off x="10636228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42882" y="2762250"/>
            <a:ext cx="7306235" cy="1333500"/>
          </a:xfrm>
        </p:spPr>
        <p:txBody>
          <a:bodyPr anchor="t" anchorCtr="0">
            <a:noAutofit/>
          </a:bodyPr>
          <a:lstStyle>
            <a:lvl1pPr algn="ctr">
              <a:defRPr sz="4400"/>
            </a:lvl1pPr>
          </a:lstStyle>
          <a:p>
            <a:r>
              <a:rPr lang="en-GB"/>
              <a:t>Click to insert a Headline in one row or two rows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0363028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4" name="Graphic 37">
            <a:extLst>
              <a:ext uri="{FF2B5EF4-FFF2-40B4-BE49-F238E27FC236}">
                <a16:creationId xmlns:a16="http://schemas.microsoft.com/office/drawing/2014/main" id="{7193421A-E8BB-0D4A-B011-80ADB07B1D40}"/>
              </a:ext>
            </a:extLst>
          </p:cNvPr>
          <p:cNvSpPr/>
          <p:nvPr/>
        </p:nvSpPr>
        <p:spPr>
          <a:xfrm rot="5400000">
            <a:off x="7802606" y="4810465"/>
            <a:ext cx="1933005" cy="1876488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rgbClr val="DEE6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85" name="Graphic 37">
            <a:extLst>
              <a:ext uri="{FF2B5EF4-FFF2-40B4-BE49-F238E27FC236}">
                <a16:creationId xmlns:a16="http://schemas.microsoft.com/office/drawing/2014/main" id="{AC8191C1-DDF2-5A46-9721-867B3A8FA863}"/>
              </a:ext>
            </a:extLst>
          </p:cNvPr>
          <p:cNvSpPr/>
          <p:nvPr/>
        </p:nvSpPr>
        <p:spPr>
          <a:xfrm rot="5400000">
            <a:off x="10267721" y="454537"/>
            <a:ext cx="1933005" cy="1876488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rgbClr val="DEE6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86" name="Graphic 37">
            <a:extLst>
              <a:ext uri="{FF2B5EF4-FFF2-40B4-BE49-F238E27FC236}">
                <a16:creationId xmlns:a16="http://schemas.microsoft.com/office/drawing/2014/main" id="{6026C037-7C07-E74E-8581-F5E29E38DB77}"/>
              </a:ext>
            </a:extLst>
          </p:cNvPr>
          <p:cNvSpPr/>
          <p:nvPr/>
        </p:nvSpPr>
        <p:spPr>
          <a:xfrm rot="5400000">
            <a:off x="6092920" y="1216221"/>
            <a:ext cx="1933005" cy="1876488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rgbClr val="DEE6E8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87" name="Graphic 37">
            <a:extLst>
              <a:ext uri="{FF2B5EF4-FFF2-40B4-BE49-F238E27FC236}">
                <a16:creationId xmlns:a16="http://schemas.microsoft.com/office/drawing/2014/main" id="{7D2B9745-A2DF-274D-9A06-DF074317FFDD}"/>
              </a:ext>
            </a:extLst>
          </p:cNvPr>
          <p:cNvSpPr/>
          <p:nvPr/>
        </p:nvSpPr>
        <p:spPr>
          <a:xfrm rot="5400000">
            <a:off x="2056050" y="407267"/>
            <a:ext cx="1933005" cy="1876488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rgbClr val="DEE6E8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88" name="Graphic 37">
            <a:extLst>
              <a:ext uri="{FF2B5EF4-FFF2-40B4-BE49-F238E27FC236}">
                <a16:creationId xmlns:a16="http://schemas.microsoft.com/office/drawing/2014/main" id="{2984A63F-6ECC-D941-915B-718CD6445EBD}"/>
              </a:ext>
            </a:extLst>
          </p:cNvPr>
          <p:cNvSpPr/>
          <p:nvPr/>
        </p:nvSpPr>
        <p:spPr>
          <a:xfrm rot="5400000">
            <a:off x="-17228" y="3993740"/>
            <a:ext cx="1933005" cy="1876488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rgbClr val="DEE6E8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DE9B2F-9592-2644-B6B1-EB9B17836B3E}"/>
              </a:ext>
            </a:extLst>
          </p:cNvPr>
          <p:cNvSpPr/>
          <p:nvPr/>
        </p:nvSpPr>
        <p:spPr>
          <a:xfrm>
            <a:off x="11030" y="3226415"/>
            <a:ext cx="11764410" cy="6618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endParaRPr lang="en-PT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331A-BB3E-1446-AC90-603EB8DABE6D}"/>
              </a:ext>
            </a:extLst>
          </p:cNvPr>
          <p:cNvCxnSpPr/>
          <p:nvPr/>
        </p:nvCxnSpPr>
        <p:spPr>
          <a:xfrm>
            <a:off x="-3908" y="3547576"/>
            <a:ext cx="1146080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CDF84AB1-442E-1D47-A2F4-BA10B1EA3D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059" y="1497655"/>
            <a:ext cx="1745750" cy="720999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DA8F3BCE-E05C-9845-88B9-CA4886A50A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8059" y="1273188"/>
            <a:ext cx="1745750" cy="254811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6" name="Graphic 37">
            <a:extLst>
              <a:ext uri="{FF2B5EF4-FFF2-40B4-BE49-F238E27FC236}">
                <a16:creationId xmlns:a16="http://schemas.microsoft.com/office/drawing/2014/main" id="{267EF8A1-12C6-384A-AABB-ACCBAC2C3B55}"/>
              </a:ext>
            </a:extLst>
          </p:cNvPr>
          <p:cNvSpPr/>
          <p:nvPr/>
        </p:nvSpPr>
        <p:spPr>
          <a:xfrm>
            <a:off x="1249909" y="2247348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68E1A039-FF3B-5B44-89D9-6A56780490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8059" y="2502970"/>
            <a:ext cx="1745750" cy="454750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22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insert text</a:t>
            </a:r>
            <a:endParaRPr lang="en-PT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90D695-B734-0C40-B5EE-3A117AD0C115}"/>
              </a:ext>
            </a:extLst>
          </p:cNvPr>
          <p:cNvCxnSpPr>
            <a:cxnSpLocks/>
          </p:cNvCxnSpPr>
          <p:nvPr/>
        </p:nvCxnSpPr>
        <p:spPr>
          <a:xfrm>
            <a:off x="1370934" y="3018658"/>
            <a:ext cx="0" cy="57207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C0919482-05E0-9B44-BB8D-329B1D47585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55659" y="1497655"/>
            <a:ext cx="1745750" cy="720999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F1F6A71D-0053-B548-9360-9827002A00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55659" y="1273188"/>
            <a:ext cx="1745750" cy="254811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60" name="Graphic 37">
            <a:extLst>
              <a:ext uri="{FF2B5EF4-FFF2-40B4-BE49-F238E27FC236}">
                <a16:creationId xmlns:a16="http://schemas.microsoft.com/office/drawing/2014/main" id="{B6E40ADF-28A1-EA4F-8081-4F3C429A8773}"/>
              </a:ext>
            </a:extLst>
          </p:cNvPr>
          <p:cNvSpPr/>
          <p:nvPr/>
        </p:nvSpPr>
        <p:spPr>
          <a:xfrm>
            <a:off x="4907509" y="2247348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1" name="Text Placeholder 16">
            <a:extLst>
              <a:ext uri="{FF2B5EF4-FFF2-40B4-BE49-F238E27FC236}">
                <a16:creationId xmlns:a16="http://schemas.microsoft.com/office/drawing/2014/main" id="{DD55B5F8-EC95-DD4A-BB17-660247987A1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55659" y="2502970"/>
            <a:ext cx="1745750" cy="454750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22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insert text</a:t>
            </a:r>
            <a:endParaRPr lang="en-PT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0134580-2DD9-8F4C-9BC3-EFC588AA894C}"/>
              </a:ext>
            </a:extLst>
          </p:cNvPr>
          <p:cNvCxnSpPr>
            <a:cxnSpLocks/>
          </p:cNvCxnSpPr>
          <p:nvPr/>
        </p:nvCxnSpPr>
        <p:spPr>
          <a:xfrm>
            <a:off x="5028534" y="3018658"/>
            <a:ext cx="0" cy="57207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 Placeholder 16">
            <a:extLst>
              <a:ext uri="{FF2B5EF4-FFF2-40B4-BE49-F238E27FC236}">
                <a16:creationId xmlns:a16="http://schemas.microsoft.com/office/drawing/2014/main" id="{567BD99D-9683-C647-9264-054E5A1143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02906" y="1497655"/>
            <a:ext cx="1745750" cy="720999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64" name="Text Placeholder 16">
            <a:extLst>
              <a:ext uri="{FF2B5EF4-FFF2-40B4-BE49-F238E27FC236}">
                <a16:creationId xmlns:a16="http://schemas.microsoft.com/office/drawing/2014/main" id="{5DC68B10-89D6-F443-8B03-68F10323905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02906" y="1273188"/>
            <a:ext cx="1745750" cy="254811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65" name="Graphic 37">
            <a:extLst>
              <a:ext uri="{FF2B5EF4-FFF2-40B4-BE49-F238E27FC236}">
                <a16:creationId xmlns:a16="http://schemas.microsoft.com/office/drawing/2014/main" id="{07738C22-5C73-424D-BDD7-2038E916B4C6}"/>
              </a:ext>
            </a:extLst>
          </p:cNvPr>
          <p:cNvSpPr/>
          <p:nvPr/>
        </p:nvSpPr>
        <p:spPr>
          <a:xfrm>
            <a:off x="8654756" y="2247348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4A785C76-E26A-5049-9784-B16B870AC7C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02906" y="2502970"/>
            <a:ext cx="1745750" cy="454750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22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insert text</a:t>
            </a:r>
            <a:endParaRPr lang="en-PT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B607A4D-CDF2-5A42-BD2F-470EE3EA8222}"/>
              </a:ext>
            </a:extLst>
          </p:cNvPr>
          <p:cNvCxnSpPr>
            <a:cxnSpLocks/>
          </p:cNvCxnSpPr>
          <p:nvPr/>
        </p:nvCxnSpPr>
        <p:spPr>
          <a:xfrm>
            <a:off x="8775781" y="3018658"/>
            <a:ext cx="0" cy="57207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 Placeholder 16">
            <a:extLst>
              <a:ext uri="{FF2B5EF4-FFF2-40B4-BE49-F238E27FC236}">
                <a16:creationId xmlns:a16="http://schemas.microsoft.com/office/drawing/2014/main" id="{BB762302-45A2-504D-9CB2-56F491545D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99965" y="5216969"/>
            <a:ext cx="1745750" cy="720999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69" name="Text Placeholder 16">
            <a:extLst>
              <a:ext uri="{FF2B5EF4-FFF2-40B4-BE49-F238E27FC236}">
                <a16:creationId xmlns:a16="http://schemas.microsoft.com/office/drawing/2014/main" id="{16668AD1-77A8-6344-BCBD-86DD5BF83E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99965" y="5012338"/>
            <a:ext cx="1745750" cy="234975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70" name="Graphic 37">
            <a:extLst>
              <a:ext uri="{FF2B5EF4-FFF2-40B4-BE49-F238E27FC236}">
                <a16:creationId xmlns:a16="http://schemas.microsoft.com/office/drawing/2014/main" id="{FB19E3AB-E2AE-F949-B539-EBF7FBFC9484}"/>
              </a:ext>
            </a:extLst>
          </p:cNvPr>
          <p:cNvSpPr/>
          <p:nvPr/>
        </p:nvSpPr>
        <p:spPr>
          <a:xfrm rot="10800000">
            <a:off x="3051815" y="4657483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71" name="Text Placeholder 16">
            <a:extLst>
              <a:ext uri="{FF2B5EF4-FFF2-40B4-BE49-F238E27FC236}">
                <a16:creationId xmlns:a16="http://schemas.microsoft.com/office/drawing/2014/main" id="{2452E884-568D-F140-8FE5-E305419726A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99965" y="4208586"/>
            <a:ext cx="1745750" cy="454750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22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insert text</a:t>
            </a:r>
            <a:endParaRPr lang="en-PT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B72D27F-EFF8-424C-A390-A9DA0558843B}"/>
              </a:ext>
            </a:extLst>
          </p:cNvPr>
          <p:cNvCxnSpPr>
            <a:cxnSpLocks/>
          </p:cNvCxnSpPr>
          <p:nvPr/>
        </p:nvCxnSpPr>
        <p:spPr>
          <a:xfrm>
            <a:off x="3172840" y="3511717"/>
            <a:ext cx="0" cy="69686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 Placeholder 16">
            <a:extLst>
              <a:ext uri="{FF2B5EF4-FFF2-40B4-BE49-F238E27FC236}">
                <a16:creationId xmlns:a16="http://schemas.microsoft.com/office/drawing/2014/main" id="{235D1429-95A2-294F-AF3B-FCBB42BE0F0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805165" y="5216969"/>
            <a:ext cx="1745750" cy="720999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74" name="Text Placeholder 16">
            <a:extLst>
              <a:ext uri="{FF2B5EF4-FFF2-40B4-BE49-F238E27FC236}">
                <a16:creationId xmlns:a16="http://schemas.microsoft.com/office/drawing/2014/main" id="{0D99D231-034A-4F42-AF58-FDF4FDEC4A0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05165" y="5012338"/>
            <a:ext cx="1745750" cy="234975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75" name="Graphic 37">
            <a:extLst>
              <a:ext uri="{FF2B5EF4-FFF2-40B4-BE49-F238E27FC236}">
                <a16:creationId xmlns:a16="http://schemas.microsoft.com/office/drawing/2014/main" id="{A94C5B1E-9307-9347-BCAF-F525FE0026C2}"/>
              </a:ext>
            </a:extLst>
          </p:cNvPr>
          <p:cNvSpPr/>
          <p:nvPr/>
        </p:nvSpPr>
        <p:spPr>
          <a:xfrm rot="10800000">
            <a:off x="6557015" y="4657483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76" name="Text Placeholder 16">
            <a:extLst>
              <a:ext uri="{FF2B5EF4-FFF2-40B4-BE49-F238E27FC236}">
                <a16:creationId xmlns:a16="http://schemas.microsoft.com/office/drawing/2014/main" id="{11478A9B-10F5-6242-BE39-605D1272B7F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805165" y="4208586"/>
            <a:ext cx="1745750" cy="454750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22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insert text</a:t>
            </a:r>
            <a:endParaRPr lang="en-PT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F7F05E9-D11E-1542-8E19-1A4A4265F0BD}"/>
              </a:ext>
            </a:extLst>
          </p:cNvPr>
          <p:cNvCxnSpPr>
            <a:cxnSpLocks/>
          </p:cNvCxnSpPr>
          <p:nvPr/>
        </p:nvCxnSpPr>
        <p:spPr>
          <a:xfrm>
            <a:off x="6678040" y="3511717"/>
            <a:ext cx="0" cy="69686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 Placeholder 16">
            <a:extLst>
              <a:ext uri="{FF2B5EF4-FFF2-40B4-BE49-F238E27FC236}">
                <a16:creationId xmlns:a16="http://schemas.microsoft.com/office/drawing/2014/main" id="{DA6B0E9D-16FE-BA41-97E0-F59AD882DB3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633095" y="5216969"/>
            <a:ext cx="1745750" cy="720999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79" name="Text Placeholder 16">
            <a:extLst>
              <a:ext uri="{FF2B5EF4-FFF2-40B4-BE49-F238E27FC236}">
                <a16:creationId xmlns:a16="http://schemas.microsoft.com/office/drawing/2014/main" id="{59E24973-3E81-574A-A960-DFCA71784A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633095" y="5012338"/>
            <a:ext cx="1745750" cy="234975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80" name="Graphic 37">
            <a:extLst>
              <a:ext uri="{FF2B5EF4-FFF2-40B4-BE49-F238E27FC236}">
                <a16:creationId xmlns:a16="http://schemas.microsoft.com/office/drawing/2014/main" id="{755DEBF5-47E3-7648-8628-E28875FC7F6D}"/>
              </a:ext>
            </a:extLst>
          </p:cNvPr>
          <p:cNvSpPr/>
          <p:nvPr/>
        </p:nvSpPr>
        <p:spPr>
          <a:xfrm rot="10800000">
            <a:off x="10384945" y="4657483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81" name="Text Placeholder 16">
            <a:extLst>
              <a:ext uri="{FF2B5EF4-FFF2-40B4-BE49-F238E27FC236}">
                <a16:creationId xmlns:a16="http://schemas.microsoft.com/office/drawing/2014/main" id="{49D8FF98-22A6-4B45-950D-13BA80B5B82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33095" y="4208586"/>
            <a:ext cx="1745750" cy="454750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22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insert text</a:t>
            </a:r>
            <a:endParaRPr lang="en-PT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D848D6E-390A-B546-B2D1-3C14D761E76D}"/>
              </a:ext>
            </a:extLst>
          </p:cNvPr>
          <p:cNvCxnSpPr>
            <a:cxnSpLocks/>
          </p:cNvCxnSpPr>
          <p:nvPr/>
        </p:nvCxnSpPr>
        <p:spPr>
          <a:xfrm>
            <a:off x="10505970" y="3511717"/>
            <a:ext cx="0" cy="69686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Graphic 37">
            <a:extLst>
              <a:ext uri="{FF2B5EF4-FFF2-40B4-BE49-F238E27FC236}">
                <a16:creationId xmlns:a16="http://schemas.microsoft.com/office/drawing/2014/main" id="{A27FF95F-BE3D-AB35-4F0C-323A2CEEA051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B0EAF3-6348-1F17-C93E-39232FA021F8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DFBBAA-B580-F7A6-5D22-0BEB182AB39F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742BA-773E-844B-AE81-41AB9C6E65E7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8CDD06-C7F7-E00F-FAA7-1F2842AC7A6D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2" name="Graphic 21">
            <a:extLst>
              <a:ext uri="{FF2B5EF4-FFF2-40B4-BE49-F238E27FC236}">
                <a16:creationId xmlns:a16="http://schemas.microsoft.com/office/drawing/2014/main" id="{078A0EE0-9ADA-1712-203E-E891421D5B9D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id="{E072F282-D87C-C777-E713-A7A99ECF7FEE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4">
              <a:extLst>
                <a:ext uri="{FF2B5EF4-FFF2-40B4-BE49-F238E27FC236}">
                  <a16:creationId xmlns:a16="http://schemas.microsoft.com/office/drawing/2014/main" id="{652D98E3-7EC3-08E5-DFEA-EEF086A96DEC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7" name="Freeform 25">
              <a:extLst>
                <a:ext uri="{FF2B5EF4-FFF2-40B4-BE49-F238E27FC236}">
                  <a16:creationId xmlns:a16="http://schemas.microsoft.com/office/drawing/2014/main" id="{927D0A6F-ECF8-6DA4-1AB7-96CB68C0CDFA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6">
              <a:extLst>
                <a:ext uri="{FF2B5EF4-FFF2-40B4-BE49-F238E27FC236}">
                  <a16:creationId xmlns:a16="http://schemas.microsoft.com/office/drawing/2014/main" id="{E648512C-6070-12B6-3FAF-D892898D1FA5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DCBF12E4-DBC1-539A-F867-9136F21782C9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0D65C2D0-6949-5C6B-651D-55C7FCC02DE9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30C304EA-3ADF-C9D9-6B56-9B817A87C674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CC8B4C65-0049-3E2C-25C0-5BA4F78C4317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88E61BC2-806D-A813-096D-A0AA807D266A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51DAE07E-8090-9DE7-C352-4A5A4C010EA6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F92A715A-38E7-4ADA-8399-5102441127CC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3" name="Slide Number Placeholder 47">
            <a:extLst>
              <a:ext uri="{FF2B5EF4-FFF2-40B4-BE49-F238E27FC236}">
                <a16:creationId xmlns:a16="http://schemas.microsoft.com/office/drawing/2014/main" id="{A1095E79-06F7-A61E-4A15-7B65B47118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24EC4BE-959B-38DD-CF8C-BE75B05B8D32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C3C2A3D2-0EB1-8D9F-97F9-CC4552C39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FE08D4F1-A905-9BC5-1719-17251F2F1A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5865450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9" name="Graphic 37">
            <a:extLst>
              <a:ext uri="{FF2B5EF4-FFF2-40B4-BE49-F238E27FC236}">
                <a16:creationId xmlns:a16="http://schemas.microsoft.com/office/drawing/2014/main" id="{C5940A15-111C-7A41-A39B-F810A6089F2F}"/>
              </a:ext>
            </a:extLst>
          </p:cNvPr>
          <p:cNvSpPr/>
          <p:nvPr/>
        </p:nvSpPr>
        <p:spPr>
          <a:xfrm>
            <a:off x="25400" y="655969"/>
            <a:ext cx="1929515" cy="1873101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5067" y="2402445"/>
            <a:ext cx="6709485" cy="523873"/>
          </a:xfrm>
        </p:spPr>
        <p:txBody>
          <a:bodyPr anchor="t">
            <a:noAutofit/>
          </a:bodyPr>
          <a:lstStyle>
            <a:lvl1pPr algn="ctr">
              <a:defRPr sz="4500"/>
            </a:lvl1pPr>
          </a:lstStyle>
          <a:p>
            <a:r>
              <a:rPr lang="en-GB"/>
              <a:t>Click to insert text</a:t>
            </a:r>
            <a:endParaRPr lang="en-PT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73F46BB-2334-8248-9E94-742CB1B522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45067" y="3018101"/>
            <a:ext cx="6709485" cy="297184"/>
          </a:xfrm>
        </p:spPr>
        <p:txBody>
          <a:bodyPr anchor="t">
            <a:normAutofit/>
          </a:bodyPr>
          <a:lstStyle>
            <a:lvl1pPr algn="ctr">
              <a:defRPr sz="1400" b="0"/>
            </a:lvl1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0" name="Graphic 37">
            <a:extLst>
              <a:ext uri="{FF2B5EF4-FFF2-40B4-BE49-F238E27FC236}">
                <a16:creationId xmlns:a16="http://schemas.microsoft.com/office/drawing/2014/main" id="{85A394F1-76F7-F244-9F40-E46405D94531}"/>
              </a:ext>
            </a:extLst>
          </p:cNvPr>
          <p:cNvSpPr/>
          <p:nvPr/>
        </p:nvSpPr>
        <p:spPr>
          <a:xfrm>
            <a:off x="11526508" y="420995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4" name="Graphic 37">
            <a:extLst>
              <a:ext uri="{FF2B5EF4-FFF2-40B4-BE49-F238E27FC236}">
                <a16:creationId xmlns:a16="http://schemas.microsoft.com/office/drawing/2014/main" id="{10BC64C3-7813-6448-BE5E-F0C43625CAE5}"/>
              </a:ext>
            </a:extLst>
          </p:cNvPr>
          <p:cNvSpPr/>
          <p:nvPr/>
        </p:nvSpPr>
        <p:spPr>
          <a:xfrm>
            <a:off x="10237085" y="3894642"/>
            <a:ext cx="1929515" cy="1873101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D3D6BFCE-4265-7E44-836F-979C8A05AB8C}"/>
              </a:ext>
            </a:extLst>
          </p:cNvPr>
          <p:cNvSpPr/>
          <p:nvPr/>
        </p:nvSpPr>
        <p:spPr>
          <a:xfrm>
            <a:off x="10237084" y="-11098"/>
            <a:ext cx="1929516" cy="1377172"/>
          </a:xfrm>
          <a:custGeom>
            <a:avLst/>
            <a:gdLst>
              <a:gd name="connsiteX0" fmla="*/ 469855 w 1929516"/>
              <a:gd name="connsiteY0" fmla="*/ 0 h 1377172"/>
              <a:gd name="connsiteX1" fmla="*/ 1459661 w 1929516"/>
              <a:gd name="connsiteY1" fmla="*/ 0 h 1377172"/>
              <a:gd name="connsiteX2" fmla="*/ 1929516 w 1929516"/>
              <a:gd name="connsiteY2" fmla="*/ 470830 h 1377172"/>
              <a:gd name="connsiteX3" fmla="*/ 1929516 w 1929516"/>
              <a:gd name="connsiteY3" fmla="*/ 1377172 h 1377172"/>
              <a:gd name="connsiteX4" fmla="*/ 964758 w 1929516"/>
              <a:gd name="connsiteY4" fmla="*/ 410412 h 1377172"/>
              <a:gd name="connsiteX5" fmla="*/ 0 w 1929516"/>
              <a:gd name="connsiteY5" fmla="*/ 1377172 h 1377172"/>
              <a:gd name="connsiteX6" fmla="*/ 0 w 1929516"/>
              <a:gd name="connsiteY6" fmla="*/ 470830 h 137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9516" h="1377172">
                <a:moveTo>
                  <a:pt x="469855" y="0"/>
                </a:moveTo>
                <a:lnTo>
                  <a:pt x="1459661" y="0"/>
                </a:lnTo>
                <a:lnTo>
                  <a:pt x="1929516" y="470830"/>
                </a:lnTo>
                <a:lnTo>
                  <a:pt x="1929516" y="1377172"/>
                </a:lnTo>
                <a:lnTo>
                  <a:pt x="964758" y="410412"/>
                </a:lnTo>
                <a:lnTo>
                  <a:pt x="0" y="1377172"/>
                </a:lnTo>
                <a:lnTo>
                  <a:pt x="0" y="47083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38" name="Graphic 37">
            <a:extLst>
              <a:ext uri="{FF2B5EF4-FFF2-40B4-BE49-F238E27FC236}">
                <a16:creationId xmlns:a16="http://schemas.microsoft.com/office/drawing/2014/main" id="{A4E57762-4A88-3148-94B3-5F68DBF33CDD}"/>
              </a:ext>
            </a:extLst>
          </p:cNvPr>
          <p:cNvSpPr/>
          <p:nvPr/>
        </p:nvSpPr>
        <p:spPr>
          <a:xfrm>
            <a:off x="5082380" y="3670524"/>
            <a:ext cx="1929515" cy="1873101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5D961300-08B4-0E48-A401-4F2350696A43}"/>
              </a:ext>
            </a:extLst>
          </p:cNvPr>
          <p:cNvSpPr/>
          <p:nvPr/>
        </p:nvSpPr>
        <p:spPr>
          <a:xfrm>
            <a:off x="25399" y="5229620"/>
            <a:ext cx="1929516" cy="1637343"/>
          </a:xfrm>
          <a:custGeom>
            <a:avLst/>
            <a:gdLst>
              <a:gd name="connsiteX0" fmla="*/ 964758 w 1929516"/>
              <a:gd name="connsiteY0" fmla="*/ 0 h 1637343"/>
              <a:gd name="connsiteX1" fmla="*/ 1929516 w 1929516"/>
              <a:gd name="connsiteY1" fmla="*/ 966760 h 1637343"/>
              <a:gd name="connsiteX2" fmla="*/ 1929516 w 1929516"/>
              <a:gd name="connsiteY2" fmla="*/ 1637343 h 1637343"/>
              <a:gd name="connsiteX3" fmla="*/ 1694246 w 1929516"/>
              <a:gd name="connsiteY3" fmla="*/ 1637343 h 1637343"/>
              <a:gd name="connsiteX4" fmla="*/ 964758 w 1929516"/>
              <a:gd name="connsiteY4" fmla="*/ 906342 h 1637343"/>
              <a:gd name="connsiteX5" fmla="*/ 235270 w 1929516"/>
              <a:gd name="connsiteY5" fmla="*/ 1637343 h 1637343"/>
              <a:gd name="connsiteX6" fmla="*/ 0 w 1929516"/>
              <a:gd name="connsiteY6" fmla="*/ 1637343 h 1637343"/>
              <a:gd name="connsiteX7" fmla="*/ 0 w 1929516"/>
              <a:gd name="connsiteY7" fmla="*/ 966760 h 1637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29516" h="1637343">
                <a:moveTo>
                  <a:pt x="964758" y="0"/>
                </a:moveTo>
                <a:lnTo>
                  <a:pt x="1929516" y="966760"/>
                </a:lnTo>
                <a:lnTo>
                  <a:pt x="1929516" y="1637343"/>
                </a:lnTo>
                <a:lnTo>
                  <a:pt x="1694246" y="1637343"/>
                </a:lnTo>
                <a:lnTo>
                  <a:pt x="964758" y="906342"/>
                </a:lnTo>
                <a:lnTo>
                  <a:pt x="235270" y="1637343"/>
                </a:lnTo>
                <a:lnTo>
                  <a:pt x="0" y="1637343"/>
                </a:lnTo>
                <a:lnTo>
                  <a:pt x="0" y="96676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grpSp>
        <p:nvGrpSpPr>
          <p:cNvPr id="23" name="Graphic 21">
            <a:extLst>
              <a:ext uri="{FF2B5EF4-FFF2-40B4-BE49-F238E27FC236}">
                <a16:creationId xmlns:a16="http://schemas.microsoft.com/office/drawing/2014/main" id="{487D8F7B-0FF4-CC4A-A22A-E4E9E9413919}"/>
              </a:ext>
            </a:extLst>
          </p:cNvPr>
          <p:cNvGrpSpPr/>
          <p:nvPr/>
        </p:nvGrpSpPr>
        <p:grpSpPr>
          <a:xfrm>
            <a:off x="4153387" y="5883827"/>
            <a:ext cx="3825202" cy="361184"/>
            <a:chOff x="2546350" y="3092450"/>
            <a:chExt cx="7099490" cy="670350"/>
          </a:xfrm>
          <a:solidFill>
            <a:schemeClr val="tx2"/>
          </a:solidFill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0369393-1E25-D04E-B9DA-2128FDA9EEC3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A3AE8470-C774-0C4F-8874-F3791D780D31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D092881-4137-6B48-B96F-563478F72757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E7D7EF5-2EC3-254D-A6C9-20EFE588EEF2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CC316F4-D406-2B47-89D4-7C69A4040F6E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EF5A415-272C-654A-8889-E676FCEE8DA8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88C2D3D-D1E0-6042-8F4A-53F96422C92D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22A9198-00BA-7246-869D-DE2B1BC6FC19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D26BA2D-E758-DD46-AD06-891BB1DD5C4C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786D7EB-26FC-9D46-A847-F5D0DFBD1856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BED5034-7066-F649-8004-6C6C260F950F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</p:spTree>
    <p:extLst>
      <p:ext uri="{BB962C8B-B14F-4D97-AF65-F5344CB8AC3E}">
        <p14:creationId xmlns:p14="http://schemas.microsoft.com/office/powerpoint/2010/main" val="23304470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- So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9" name="Graphic 37">
            <a:extLst>
              <a:ext uri="{FF2B5EF4-FFF2-40B4-BE49-F238E27FC236}">
                <a16:creationId xmlns:a16="http://schemas.microsoft.com/office/drawing/2014/main" id="{C5940A15-111C-7A41-A39B-F810A6089F2F}"/>
              </a:ext>
            </a:extLst>
          </p:cNvPr>
          <p:cNvSpPr/>
          <p:nvPr/>
        </p:nvSpPr>
        <p:spPr>
          <a:xfrm>
            <a:off x="1046767" y="1968576"/>
            <a:ext cx="1929515" cy="1873101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t" anchorCtr="0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5067" y="2210363"/>
            <a:ext cx="6709485" cy="523873"/>
          </a:xfrm>
        </p:spPr>
        <p:txBody>
          <a:bodyPr anchor="t" anchorCtr="0">
            <a:noAutofit/>
          </a:bodyPr>
          <a:lstStyle>
            <a:lvl1pPr algn="ctr">
              <a:defRPr sz="4000"/>
            </a:lvl1pPr>
          </a:lstStyle>
          <a:p>
            <a:r>
              <a:rPr lang="en-GB"/>
              <a:t>Click to insert text</a:t>
            </a:r>
            <a:endParaRPr lang="en-PT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73F46BB-2334-8248-9E94-742CB1B522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45067" y="2905127"/>
            <a:ext cx="6709485" cy="297184"/>
          </a:xfrm>
        </p:spPr>
        <p:txBody>
          <a:bodyPr anchor="t" anchorCtr="0">
            <a:normAutofit/>
          </a:bodyPr>
          <a:lstStyle>
            <a:lvl1pPr algn="ctr">
              <a:defRPr sz="1400" b="0"/>
            </a:lvl1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43DC71A4-8A59-A64C-8B43-8A4B9ED4136E}"/>
              </a:ext>
            </a:extLst>
          </p:cNvPr>
          <p:cNvSpPr/>
          <p:nvPr/>
        </p:nvSpPr>
        <p:spPr>
          <a:xfrm>
            <a:off x="10665896" y="1547234"/>
            <a:ext cx="1537632" cy="1873102"/>
          </a:xfrm>
          <a:custGeom>
            <a:avLst/>
            <a:gdLst>
              <a:gd name="connsiteX0" fmla="*/ 964758 w 1537632"/>
              <a:gd name="connsiteY0" fmla="*/ 0 h 1873102"/>
              <a:gd name="connsiteX1" fmla="*/ 1537632 w 1537632"/>
              <a:gd name="connsiteY1" fmla="*/ 574063 h 1873102"/>
              <a:gd name="connsiteX2" fmla="*/ 1537632 w 1537632"/>
              <a:gd name="connsiteY2" fmla="*/ 1480404 h 1873102"/>
              <a:gd name="connsiteX3" fmla="*/ 964758 w 1537632"/>
              <a:gd name="connsiteY3" fmla="*/ 906342 h 1873102"/>
              <a:gd name="connsiteX4" fmla="*/ 0 w 1537632"/>
              <a:gd name="connsiteY4" fmla="*/ 1873102 h 1873102"/>
              <a:gd name="connsiteX5" fmla="*/ 0 w 1537632"/>
              <a:gd name="connsiteY5" fmla="*/ 966760 h 187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7632" h="1873102">
                <a:moveTo>
                  <a:pt x="964758" y="0"/>
                </a:moveTo>
                <a:lnTo>
                  <a:pt x="1537632" y="574063"/>
                </a:lnTo>
                <a:lnTo>
                  <a:pt x="1537632" y="1480404"/>
                </a:lnTo>
                <a:lnTo>
                  <a:pt x="964758" y="906342"/>
                </a:lnTo>
                <a:lnTo>
                  <a:pt x="0" y="1873102"/>
                </a:lnTo>
                <a:lnTo>
                  <a:pt x="0" y="96676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209A5318-ED26-9346-B3A1-66621D2E6A65}"/>
              </a:ext>
            </a:extLst>
          </p:cNvPr>
          <p:cNvSpPr/>
          <p:nvPr/>
        </p:nvSpPr>
        <p:spPr>
          <a:xfrm>
            <a:off x="8700669" y="-8965"/>
            <a:ext cx="1929516" cy="1179161"/>
          </a:xfrm>
          <a:custGeom>
            <a:avLst/>
            <a:gdLst>
              <a:gd name="connsiteX0" fmla="*/ 272254 w 1929516"/>
              <a:gd name="connsiteY0" fmla="*/ 0 h 1179161"/>
              <a:gd name="connsiteX1" fmla="*/ 1657262 w 1929516"/>
              <a:gd name="connsiteY1" fmla="*/ 0 h 1179161"/>
              <a:gd name="connsiteX2" fmla="*/ 1929516 w 1929516"/>
              <a:gd name="connsiteY2" fmla="*/ 272819 h 1179161"/>
              <a:gd name="connsiteX3" fmla="*/ 1929516 w 1929516"/>
              <a:gd name="connsiteY3" fmla="*/ 1179161 h 1179161"/>
              <a:gd name="connsiteX4" fmla="*/ 964758 w 1929516"/>
              <a:gd name="connsiteY4" fmla="*/ 212401 h 1179161"/>
              <a:gd name="connsiteX5" fmla="*/ 0 w 1929516"/>
              <a:gd name="connsiteY5" fmla="*/ 1179161 h 1179161"/>
              <a:gd name="connsiteX6" fmla="*/ 0 w 1929516"/>
              <a:gd name="connsiteY6" fmla="*/ 272819 h 1179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9516" h="1179161">
                <a:moveTo>
                  <a:pt x="272254" y="0"/>
                </a:moveTo>
                <a:lnTo>
                  <a:pt x="1657262" y="0"/>
                </a:lnTo>
                <a:lnTo>
                  <a:pt x="1929516" y="272819"/>
                </a:lnTo>
                <a:lnTo>
                  <a:pt x="1929516" y="1179161"/>
                </a:lnTo>
                <a:lnTo>
                  <a:pt x="964758" y="212401"/>
                </a:lnTo>
                <a:lnTo>
                  <a:pt x="0" y="1179161"/>
                </a:lnTo>
                <a:lnTo>
                  <a:pt x="0" y="272819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4" name="Graphic 37">
            <a:extLst>
              <a:ext uri="{FF2B5EF4-FFF2-40B4-BE49-F238E27FC236}">
                <a16:creationId xmlns:a16="http://schemas.microsoft.com/office/drawing/2014/main" id="{10BC64C3-7813-6448-BE5E-F0C43625CAE5}"/>
              </a:ext>
            </a:extLst>
          </p:cNvPr>
          <p:cNvSpPr/>
          <p:nvPr/>
        </p:nvSpPr>
        <p:spPr>
          <a:xfrm>
            <a:off x="8711590" y="3833234"/>
            <a:ext cx="1929515" cy="1873101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grpSp>
        <p:nvGrpSpPr>
          <p:cNvPr id="10" name="Graphic 8">
            <a:extLst>
              <a:ext uri="{FF2B5EF4-FFF2-40B4-BE49-F238E27FC236}">
                <a16:creationId xmlns:a16="http://schemas.microsoft.com/office/drawing/2014/main" id="{39AAEDB2-775C-BA4A-BC91-6BA061D46184}"/>
              </a:ext>
            </a:extLst>
          </p:cNvPr>
          <p:cNvGrpSpPr/>
          <p:nvPr/>
        </p:nvGrpSpPr>
        <p:grpSpPr>
          <a:xfrm>
            <a:off x="4591872" y="3710345"/>
            <a:ext cx="2995680" cy="888549"/>
            <a:chOff x="3848100" y="2762250"/>
            <a:chExt cx="4495800" cy="1333500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7788A5F-4358-DB45-8250-E823A404388A}"/>
                </a:ext>
              </a:extLst>
            </p:cNvPr>
            <p:cNvSpPr/>
            <p:nvPr/>
          </p:nvSpPr>
          <p:spPr>
            <a:xfrm>
              <a:off x="5520955" y="2762250"/>
              <a:ext cx="1150088" cy="1333500"/>
            </a:xfrm>
            <a:custGeom>
              <a:avLst/>
              <a:gdLst>
                <a:gd name="connsiteX0" fmla="*/ 1150088 w 1150088"/>
                <a:gd name="connsiteY0" fmla="*/ 1000125 h 1333500"/>
                <a:gd name="connsiteX1" fmla="*/ 1150088 w 1150088"/>
                <a:gd name="connsiteY1" fmla="*/ 333375 h 1333500"/>
                <a:gd name="connsiteX2" fmla="*/ 575044 w 1150088"/>
                <a:gd name="connsiteY2" fmla="*/ 0 h 1333500"/>
                <a:gd name="connsiteX3" fmla="*/ 0 w 1150088"/>
                <a:gd name="connsiteY3" fmla="*/ 333375 h 1333500"/>
                <a:gd name="connsiteX4" fmla="*/ 0 w 1150088"/>
                <a:gd name="connsiteY4" fmla="*/ 1000125 h 1333500"/>
                <a:gd name="connsiteX5" fmla="*/ 575044 w 1150088"/>
                <a:gd name="connsiteY5" fmla="*/ 1333500 h 1333500"/>
                <a:gd name="connsiteX6" fmla="*/ 1150088 w 1150088"/>
                <a:gd name="connsiteY6" fmla="*/ 1000125 h 133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0088" h="1333500">
                  <a:moveTo>
                    <a:pt x="1150088" y="1000125"/>
                  </a:moveTo>
                  <a:lnTo>
                    <a:pt x="1150088" y="333375"/>
                  </a:lnTo>
                  <a:lnTo>
                    <a:pt x="575044" y="0"/>
                  </a:lnTo>
                  <a:lnTo>
                    <a:pt x="0" y="333375"/>
                  </a:lnTo>
                  <a:lnTo>
                    <a:pt x="0" y="1000125"/>
                  </a:lnTo>
                  <a:lnTo>
                    <a:pt x="575044" y="1333500"/>
                  </a:lnTo>
                  <a:lnTo>
                    <a:pt x="1150088" y="1000125"/>
                  </a:lnTo>
                  <a:close/>
                </a:path>
              </a:pathLst>
            </a:custGeom>
            <a:solidFill>
              <a:srgbClr val="215A5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7CEE0D2-DD95-3D40-AAF6-7A22E0801C1B}"/>
                </a:ext>
              </a:extLst>
            </p:cNvPr>
            <p:cNvSpPr/>
            <p:nvPr/>
          </p:nvSpPr>
          <p:spPr>
            <a:xfrm>
              <a:off x="7193811" y="2762250"/>
              <a:ext cx="1150088" cy="1333500"/>
            </a:xfrm>
            <a:custGeom>
              <a:avLst/>
              <a:gdLst>
                <a:gd name="connsiteX0" fmla="*/ 1150088 w 1150088"/>
                <a:gd name="connsiteY0" fmla="*/ 1000125 h 1333500"/>
                <a:gd name="connsiteX1" fmla="*/ 1150088 w 1150088"/>
                <a:gd name="connsiteY1" fmla="*/ 333375 h 1333500"/>
                <a:gd name="connsiteX2" fmla="*/ 575044 w 1150088"/>
                <a:gd name="connsiteY2" fmla="*/ 0 h 1333500"/>
                <a:gd name="connsiteX3" fmla="*/ 0 w 1150088"/>
                <a:gd name="connsiteY3" fmla="*/ 333375 h 1333500"/>
                <a:gd name="connsiteX4" fmla="*/ 0 w 1150088"/>
                <a:gd name="connsiteY4" fmla="*/ 1000125 h 1333500"/>
                <a:gd name="connsiteX5" fmla="*/ 575044 w 1150088"/>
                <a:gd name="connsiteY5" fmla="*/ 1333500 h 1333500"/>
                <a:gd name="connsiteX6" fmla="*/ 1150088 w 1150088"/>
                <a:gd name="connsiteY6" fmla="*/ 1000125 h 133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0088" h="1333500">
                  <a:moveTo>
                    <a:pt x="1150088" y="1000125"/>
                  </a:moveTo>
                  <a:lnTo>
                    <a:pt x="1150088" y="333375"/>
                  </a:lnTo>
                  <a:lnTo>
                    <a:pt x="575044" y="0"/>
                  </a:lnTo>
                  <a:lnTo>
                    <a:pt x="0" y="333375"/>
                  </a:lnTo>
                  <a:lnTo>
                    <a:pt x="0" y="1000125"/>
                  </a:lnTo>
                  <a:lnTo>
                    <a:pt x="575044" y="1333500"/>
                  </a:lnTo>
                  <a:lnTo>
                    <a:pt x="1150088" y="1000125"/>
                  </a:lnTo>
                  <a:close/>
                </a:path>
              </a:pathLst>
            </a:custGeom>
            <a:solidFill>
              <a:srgbClr val="215A5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DC54F5C-9F0F-164E-AE3E-582FD9C3AF6D}"/>
                </a:ext>
              </a:extLst>
            </p:cNvPr>
            <p:cNvSpPr/>
            <p:nvPr/>
          </p:nvSpPr>
          <p:spPr>
            <a:xfrm>
              <a:off x="3848100" y="2762250"/>
              <a:ext cx="1150088" cy="1333500"/>
            </a:xfrm>
            <a:custGeom>
              <a:avLst/>
              <a:gdLst>
                <a:gd name="connsiteX0" fmla="*/ 1150088 w 1150088"/>
                <a:gd name="connsiteY0" fmla="*/ 1000125 h 1333500"/>
                <a:gd name="connsiteX1" fmla="*/ 1150088 w 1150088"/>
                <a:gd name="connsiteY1" fmla="*/ 333375 h 1333500"/>
                <a:gd name="connsiteX2" fmla="*/ 575044 w 1150088"/>
                <a:gd name="connsiteY2" fmla="*/ 0 h 1333500"/>
                <a:gd name="connsiteX3" fmla="*/ 0 w 1150088"/>
                <a:gd name="connsiteY3" fmla="*/ 333375 h 1333500"/>
                <a:gd name="connsiteX4" fmla="*/ 0 w 1150088"/>
                <a:gd name="connsiteY4" fmla="*/ 1000125 h 1333500"/>
                <a:gd name="connsiteX5" fmla="*/ 575044 w 1150088"/>
                <a:gd name="connsiteY5" fmla="*/ 1333500 h 1333500"/>
                <a:gd name="connsiteX6" fmla="*/ 1150088 w 1150088"/>
                <a:gd name="connsiteY6" fmla="*/ 1000125 h 133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0088" h="1333500">
                  <a:moveTo>
                    <a:pt x="1150088" y="1000125"/>
                  </a:moveTo>
                  <a:lnTo>
                    <a:pt x="1150088" y="333375"/>
                  </a:lnTo>
                  <a:lnTo>
                    <a:pt x="575044" y="0"/>
                  </a:lnTo>
                  <a:lnTo>
                    <a:pt x="0" y="333375"/>
                  </a:lnTo>
                  <a:lnTo>
                    <a:pt x="0" y="1000125"/>
                  </a:lnTo>
                  <a:lnTo>
                    <a:pt x="575044" y="1333500"/>
                  </a:lnTo>
                  <a:lnTo>
                    <a:pt x="1150088" y="1000125"/>
                  </a:lnTo>
                  <a:close/>
                </a:path>
              </a:pathLst>
            </a:custGeom>
            <a:solidFill>
              <a:srgbClr val="215A5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C5BEE5B7-7139-B64F-B33B-3000283FBB93}"/>
                </a:ext>
              </a:extLst>
            </p:cNvPr>
            <p:cNvSpPr/>
            <p:nvPr/>
          </p:nvSpPr>
          <p:spPr>
            <a:xfrm>
              <a:off x="4218789" y="3190894"/>
              <a:ext cx="399109" cy="400030"/>
            </a:xfrm>
            <a:custGeom>
              <a:avLst/>
              <a:gdLst>
                <a:gd name="connsiteX0" fmla="*/ 89156 w 399109"/>
                <a:gd name="connsiteY0" fmla="*/ 400031 h 400030"/>
                <a:gd name="connsiteX1" fmla="*/ 6273 w 399109"/>
                <a:gd name="connsiteY1" fmla="*/ 400031 h 400030"/>
                <a:gd name="connsiteX2" fmla="*/ 6273 w 399109"/>
                <a:gd name="connsiteY2" fmla="*/ 132664 h 400030"/>
                <a:gd name="connsiteX3" fmla="*/ 89156 w 399109"/>
                <a:gd name="connsiteY3" fmla="*/ 132664 h 400030"/>
                <a:gd name="connsiteX4" fmla="*/ 89156 w 399109"/>
                <a:gd name="connsiteY4" fmla="*/ 400031 h 400030"/>
                <a:gd name="connsiteX5" fmla="*/ 47239 w 399109"/>
                <a:gd name="connsiteY5" fmla="*/ 96945 h 400030"/>
                <a:gd name="connsiteX6" fmla="*/ 0 w 399109"/>
                <a:gd name="connsiteY6" fmla="*/ 47796 h 400030"/>
                <a:gd name="connsiteX7" fmla="*/ 71286 w 399109"/>
                <a:gd name="connsiteY7" fmla="*/ 6648 h 400030"/>
                <a:gd name="connsiteX8" fmla="*/ 95334 w 399109"/>
                <a:gd name="connsiteY8" fmla="*/ 47796 h 400030"/>
                <a:gd name="connsiteX9" fmla="*/ 47239 w 399109"/>
                <a:gd name="connsiteY9" fmla="*/ 96945 h 400030"/>
                <a:gd name="connsiteX10" fmla="*/ 316322 w 399109"/>
                <a:gd name="connsiteY10" fmla="*/ 400031 h 400030"/>
                <a:gd name="connsiteX11" fmla="*/ 316322 w 399109"/>
                <a:gd name="connsiteY11" fmla="*/ 270395 h 400030"/>
                <a:gd name="connsiteX12" fmla="*/ 272695 w 399109"/>
                <a:gd name="connsiteY12" fmla="*/ 199815 h 400030"/>
                <a:gd name="connsiteX13" fmla="*/ 223649 w 399109"/>
                <a:gd name="connsiteY13" fmla="*/ 267728 h 400030"/>
                <a:gd name="connsiteX14" fmla="*/ 223649 w 399109"/>
                <a:gd name="connsiteY14" fmla="*/ 400031 h 400030"/>
                <a:gd name="connsiteX15" fmla="*/ 140767 w 399109"/>
                <a:gd name="connsiteY15" fmla="*/ 400031 h 400030"/>
                <a:gd name="connsiteX16" fmla="*/ 140767 w 399109"/>
                <a:gd name="connsiteY16" fmla="*/ 132664 h 400030"/>
                <a:gd name="connsiteX17" fmla="*/ 220038 w 399109"/>
                <a:gd name="connsiteY17" fmla="*/ 132664 h 400030"/>
                <a:gd name="connsiteX18" fmla="*/ 220038 w 399109"/>
                <a:gd name="connsiteY18" fmla="*/ 169335 h 400030"/>
                <a:gd name="connsiteX19" fmla="*/ 220893 w 399109"/>
                <a:gd name="connsiteY19" fmla="*/ 169335 h 400030"/>
                <a:gd name="connsiteX20" fmla="*/ 299308 w 399109"/>
                <a:gd name="connsiteY20" fmla="*/ 126377 h 400030"/>
                <a:gd name="connsiteX21" fmla="*/ 399109 w 399109"/>
                <a:gd name="connsiteY21" fmla="*/ 253346 h 400030"/>
                <a:gd name="connsiteX22" fmla="*/ 399109 w 399109"/>
                <a:gd name="connsiteY22" fmla="*/ 399935 h 400030"/>
                <a:gd name="connsiteX23" fmla="*/ 316227 w 399109"/>
                <a:gd name="connsiteY23" fmla="*/ 399935 h 400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99109" h="400030">
                  <a:moveTo>
                    <a:pt x="89156" y="400031"/>
                  </a:moveTo>
                  <a:lnTo>
                    <a:pt x="6273" y="400031"/>
                  </a:lnTo>
                  <a:lnTo>
                    <a:pt x="6273" y="132664"/>
                  </a:lnTo>
                  <a:lnTo>
                    <a:pt x="89156" y="132664"/>
                  </a:lnTo>
                  <a:lnTo>
                    <a:pt x="89156" y="400031"/>
                  </a:lnTo>
                  <a:close/>
                  <a:moveTo>
                    <a:pt x="47239" y="96945"/>
                  </a:moveTo>
                  <a:cubicBezTo>
                    <a:pt x="21386" y="96945"/>
                    <a:pt x="0" y="74561"/>
                    <a:pt x="0" y="47796"/>
                  </a:cubicBezTo>
                  <a:cubicBezTo>
                    <a:pt x="0" y="11125"/>
                    <a:pt x="39160" y="-12116"/>
                    <a:pt x="71286" y="6648"/>
                  </a:cubicBezTo>
                  <a:cubicBezTo>
                    <a:pt x="86399" y="14649"/>
                    <a:pt x="95334" y="30746"/>
                    <a:pt x="95334" y="47796"/>
                  </a:cubicBezTo>
                  <a:cubicBezTo>
                    <a:pt x="95334" y="74657"/>
                    <a:pt x="73948" y="96945"/>
                    <a:pt x="47239" y="96945"/>
                  </a:cubicBezTo>
                  <a:close/>
                  <a:moveTo>
                    <a:pt x="316322" y="400031"/>
                  </a:moveTo>
                  <a:lnTo>
                    <a:pt x="316322" y="270395"/>
                  </a:lnTo>
                  <a:cubicBezTo>
                    <a:pt x="316322" y="239153"/>
                    <a:pt x="315466" y="199815"/>
                    <a:pt x="272695" y="199815"/>
                  </a:cubicBezTo>
                  <a:cubicBezTo>
                    <a:pt x="229923" y="199815"/>
                    <a:pt x="223649" y="232867"/>
                    <a:pt x="223649" y="267728"/>
                  </a:cubicBezTo>
                  <a:lnTo>
                    <a:pt x="223649" y="400031"/>
                  </a:lnTo>
                  <a:lnTo>
                    <a:pt x="140767" y="400031"/>
                  </a:lnTo>
                  <a:lnTo>
                    <a:pt x="140767" y="132664"/>
                  </a:lnTo>
                  <a:lnTo>
                    <a:pt x="220038" y="132664"/>
                  </a:lnTo>
                  <a:lnTo>
                    <a:pt x="220038" y="169335"/>
                  </a:lnTo>
                  <a:lnTo>
                    <a:pt x="220893" y="169335"/>
                  </a:lnTo>
                  <a:cubicBezTo>
                    <a:pt x="232489" y="148761"/>
                    <a:pt x="259198" y="126377"/>
                    <a:pt x="299308" y="126377"/>
                  </a:cubicBezTo>
                  <a:cubicBezTo>
                    <a:pt x="383046" y="126377"/>
                    <a:pt x="399109" y="181813"/>
                    <a:pt x="399109" y="253346"/>
                  </a:cubicBezTo>
                  <a:lnTo>
                    <a:pt x="399109" y="399935"/>
                  </a:lnTo>
                  <a:lnTo>
                    <a:pt x="316227" y="399935"/>
                  </a:lnTo>
                  <a:close/>
                </a:path>
              </a:pathLst>
            </a:custGeom>
            <a:solidFill>
              <a:srgbClr val="CDEAE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7D2E7E4-B852-CB47-8F3B-E782EE189C73}"/>
                </a:ext>
              </a:extLst>
            </p:cNvPr>
            <p:cNvSpPr/>
            <p:nvPr/>
          </p:nvSpPr>
          <p:spPr>
            <a:xfrm>
              <a:off x="5882045" y="3219354"/>
              <a:ext cx="418308" cy="419195"/>
            </a:xfrm>
            <a:custGeom>
              <a:avLst/>
              <a:gdLst>
                <a:gd name="connsiteX0" fmla="*/ 209677 w 418308"/>
                <a:gd name="connsiteY0" fmla="*/ 101632 h 419195"/>
                <a:gd name="connsiteX1" fmla="*/ 316987 w 418308"/>
                <a:gd name="connsiteY1" fmla="*/ 209169 h 419195"/>
                <a:gd name="connsiteX2" fmla="*/ 209677 w 418308"/>
                <a:gd name="connsiteY2" fmla="*/ 316706 h 419195"/>
                <a:gd name="connsiteX3" fmla="*/ 102367 w 418308"/>
                <a:gd name="connsiteY3" fmla="*/ 209169 h 419195"/>
                <a:gd name="connsiteX4" fmla="*/ 209677 w 418308"/>
                <a:gd name="connsiteY4" fmla="*/ 101632 h 419195"/>
                <a:gd name="connsiteX5" fmla="*/ 209677 w 418308"/>
                <a:gd name="connsiteY5" fmla="*/ 279368 h 419195"/>
                <a:gd name="connsiteX6" fmla="*/ 278778 w 418308"/>
                <a:gd name="connsiteY6" fmla="*/ 209169 h 419195"/>
                <a:gd name="connsiteX7" fmla="*/ 209677 w 418308"/>
                <a:gd name="connsiteY7" fmla="*/ 139922 h 419195"/>
                <a:gd name="connsiteX8" fmla="*/ 139626 w 418308"/>
                <a:gd name="connsiteY8" fmla="*/ 209169 h 419195"/>
                <a:gd name="connsiteX9" fmla="*/ 209677 w 418308"/>
                <a:gd name="connsiteY9" fmla="*/ 279368 h 419195"/>
                <a:gd name="connsiteX10" fmla="*/ 345977 w 418308"/>
                <a:gd name="connsiteY10" fmla="*/ 97822 h 419195"/>
                <a:gd name="connsiteX11" fmla="*/ 320789 w 418308"/>
                <a:gd name="connsiteY11" fmla="*/ 72581 h 419195"/>
                <a:gd name="connsiteX12" fmla="*/ 295601 w 418308"/>
                <a:gd name="connsiteY12" fmla="*/ 97822 h 419195"/>
                <a:gd name="connsiteX13" fmla="*/ 320789 w 418308"/>
                <a:gd name="connsiteY13" fmla="*/ 123063 h 419195"/>
                <a:gd name="connsiteX14" fmla="*/ 345977 w 418308"/>
                <a:gd name="connsiteY14" fmla="*/ 97822 h 419195"/>
                <a:gd name="connsiteX15" fmla="*/ 416883 w 418308"/>
                <a:gd name="connsiteY15" fmla="*/ 123063 h 419195"/>
                <a:gd name="connsiteX16" fmla="*/ 416883 w 418308"/>
                <a:gd name="connsiteY16" fmla="*/ 296132 h 419195"/>
                <a:gd name="connsiteX17" fmla="*/ 383236 w 418308"/>
                <a:gd name="connsiteY17" fmla="*/ 384048 h 419195"/>
                <a:gd name="connsiteX18" fmla="*/ 295506 w 418308"/>
                <a:gd name="connsiteY18" fmla="*/ 417767 h 419195"/>
                <a:gd name="connsiteX19" fmla="*/ 122803 w 418308"/>
                <a:gd name="connsiteY19" fmla="*/ 417767 h 419195"/>
                <a:gd name="connsiteX20" fmla="*/ 35073 w 418308"/>
                <a:gd name="connsiteY20" fmla="*/ 384048 h 419195"/>
                <a:gd name="connsiteX21" fmla="*/ 1426 w 418308"/>
                <a:gd name="connsiteY21" fmla="*/ 296132 h 419195"/>
                <a:gd name="connsiteX22" fmla="*/ 1426 w 418308"/>
                <a:gd name="connsiteY22" fmla="*/ 123063 h 419195"/>
                <a:gd name="connsiteX23" fmla="*/ 35073 w 418308"/>
                <a:gd name="connsiteY23" fmla="*/ 35147 h 419195"/>
                <a:gd name="connsiteX24" fmla="*/ 122803 w 418308"/>
                <a:gd name="connsiteY24" fmla="*/ 1429 h 419195"/>
                <a:gd name="connsiteX25" fmla="*/ 295506 w 418308"/>
                <a:gd name="connsiteY25" fmla="*/ 1429 h 419195"/>
                <a:gd name="connsiteX26" fmla="*/ 383236 w 418308"/>
                <a:gd name="connsiteY26" fmla="*/ 35147 h 419195"/>
                <a:gd name="connsiteX27" fmla="*/ 416883 w 418308"/>
                <a:gd name="connsiteY27" fmla="*/ 123063 h 419195"/>
                <a:gd name="connsiteX28" fmla="*/ 372115 w 418308"/>
                <a:gd name="connsiteY28" fmla="*/ 332613 h 419195"/>
                <a:gd name="connsiteX29" fmla="*/ 380480 w 418308"/>
                <a:gd name="connsiteY29" fmla="*/ 209169 h 419195"/>
                <a:gd name="connsiteX30" fmla="*/ 372115 w 418308"/>
                <a:gd name="connsiteY30" fmla="*/ 85725 h 419195"/>
                <a:gd name="connsiteX31" fmla="*/ 332955 w 418308"/>
                <a:gd name="connsiteY31" fmla="*/ 46482 h 419195"/>
                <a:gd name="connsiteX32" fmla="*/ 209772 w 418308"/>
                <a:gd name="connsiteY32" fmla="*/ 38100 h 419195"/>
                <a:gd name="connsiteX33" fmla="*/ 86589 w 418308"/>
                <a:gd name="connsiteY33" fmla="*/ 46482 h 419195"/>
                <a:gd name="connsiteX34" fmla="*/ 46479 w 418308"/>
                <a:gd name="connsiteY34" fmla="*/ 85725 h 419195"/>
                <a:gd name="connsiteX35" fmla="*/ 38114 w 418308"/>
                <a:gd name="connsiteY35" fmla="*/ 209169 h 419195"/>
                <a:gd name="connsiteX36" fmla="*/ 46479 w 418308"/>
                <a:gd name="connsiteY36" fmla="*/ 332613 h 419195"/>
                <a:gd name="connsiteX37" fmla="*/ 86589 w 418308"/>
                <a:gd name="connsiteY37" fmla="*/ 372809 h 419195"/>
                <a:gd name="connsiteX38" fmla="*/ 209772 w 418308"/>
                <a:gd name="connsiteY38" fmla="*/ 381191 h 419195"/>
                <a:gd name="connsiteX39" fmla="*/ 332955 w 418308"/>
                <a:gd name="connsiteY39" fmla="*/ 372809 h 419195"/>
                <a:gd name="connsiteX40" fmla="*/ 372115 w 418308"/>
                <a:gd name="connsiteY40" fmla="*/ 332613 h 41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18308" h="419195">
                  <a:moveTo>
                    <a:pt x="209677" y="101632"/>
                  </a:moveTo>
                  <a:cubicBezTo>
                    <a:pt x="268512" y="101632"/>
                    <a:pt x="316987" y="150305"/>
                    <a:pt x="316987" y="209169"/>
                  </a:cubicBezTo>
                  <a:cubicBezTo>
                    <a:pt x="316987" y="268034"/>
                    <a:pt x="268417" y="316706"/>
                    <a:pt x="209677" y="316706"/>
                  </a:cubicBezTo>
                  <a:cubicBezTo>
                    <a:pt x="150937" y="316706"/>
                    <a:pt x="102367" y="268986"/>
                    <a:pt x="102367" y="209169"/>
                  </a:cubicBezTo>
                  <a:cubicBezTo>
                    <a:pt x="102367" y="149352"/>
                    <a:pt x="149987" y="101632"/>
                    <a:pt x="209677" y="101632"/>
                  </a:cubicBezTo>
                  <a:close/>
                  <a:moveTo>
                    <a:pt x="209677" y="279368"/>
                  </a:moveTo>
                  <a:cubicBezTo>
                    <a:pt x="247982" y="279368"/>
                    <a:pt x="278778" y="248507"/>
                    <a:pt x="278778" y="209169"/>
                  </a:cubicBezTo>
                  <a:cubicBezTo>
                    <a:pt x="278778" y="169831"/>
                    <a:pt x="247982" y="139922"/>
                    <a:pt x="209677" y="139922"/>
                  </a:cubicBezTo>
                  <a:cubicBezTo>
                    <a:pt x="171373" y="139922"/>
                    <a:pt x="139626" y="170783"/>
                    <a:pt x="139626" y="209169"/>
                  </a:cubicBezTo>
                  <a:cubicBezTo>
                    <a:pt x="139626" y="247555"/>
                    <a:pt x="171373" y="279368"/>
                    <a:pt x="209677" y="279368"/>
                  </a:cubicBezTo>
                  <a:close/>
                  <a:moveTo>
                    <a:pt x="345977" y="97822"/>
                  </a:moveTo>
                  <a:cubicBezTo>
                    <a:pt x="345977" y="83820"/>
                    <a:pt x="334761" y="72581"/>
                    <a:pt x="320789" y="72581"/>
                  </a:cubicBezTo>
                  <a:cubicBezTo>
                    <a:pt x="306817" y="72581"/>
                    <a:pt x="295601" y="83820"/>
                    <a:pt x="295601" y="97822"/>
                  </a:cubicBezTo>
                  <a:cubicBezTo>
                    <a:pt x="295601" y="111824"/>
                    <a:pt x="306817" y="123063"/>
                    <a:pt x="320789" y="123063"/>
                  </a:cubicBezTo>
                  <a:cubicBezTo>
                    <a:pt x="334761" y="123063"/>
                    <a:pt x="345977" y="111824"/>
                    <a:pt x="345977" y="97822"/>
                  </a:cubicBezTo>
                  <a:close/>
                  <a:moveTo>
                    <a:pt x="416883" y="123063"/>
                  </a:moveTo>
                  <a:cubicBezTo>
                    <a:pt x="418784" y="157639"/>
                    <a:pt x="418784" y="261556"/>
                    <a:pt x="416883" y="296132"/>
                  </a:cubicBezTo>
                  <a:cubicBezTo>
                    <a:pt x="414982" y="329851"/>
                    <a:pt x="407568" y="358807"/>
                    <a:pt x="383236" y="384048"/>
                  </a:cubicBezTo>
                  <a:cubicBezTo>
                    <a:pt x="358999" y="408337"/>
                    <a:pt x="329058" y="415862"/>
                    <a:pt x="295506" y="417767"/>
                  </a:cubicBezTo>
                  <a:cubicBezTo>
                    <a:pt x="261003" y="419672"/>
                    <a:pt x="157305" y="419672"/>
                    <a:pt x="122803" y="417767"/>
                  </a:cubicBezTo>
                  <a:cubicBezTo>
                    <a:pt x="89156" y="415862"/>
                    <a:pt x="60261" y="408432"/>
                    <a:pt x="35073" y="384048"/>
                  </a:cubicBezTo>
                  <a:cubicBezTo>
                    <a:pt x="10836" y="358807"/>
                    <a:pt x="3327" y="329756"/>
                    <a:pt x="1426" y="296132"/>
                  </a:cubicBezTo>
                  <a:cubicBezTo>
                    <a:pt x="-475" y="261556"/>
                    <a:pt x="-475" y="157639"/>
                    <a:pt x="1426" y="123063"/>
                  </a:cubicBezTo>
                  <a:cubicBezTo>
                    <a:pt x="3327" y="89345"/>
                    <a:pt x="10740" y="59436"/>
                    <a:pt x="35073" y="35147"/>
                  </a:cubicBezTo>
                  <a:cubicBezTo>
                    <a:pt x="60261" y="10859"/>
                    <a:pt x="89251" y="3334"/>
                    <a:pt x="122803" y="1429"/>
                  </a:cubicBezTo>
                  <a:cubicBezTo>
                    <a:pt x="157305" y="-476"/>
                    <a:pt x="261003" y="-476"/>
                    <a:pt x="295506" y="1429"/>
                  </a:cubicBezTo>
                  <a:cubicBezTo>
                    <a:pt x="329153" y="3334"/>
                    <a:pt x="358999" y="10763"/>
                    <a:pt x="383236" y="35147"/>
                  </a:cubicBezTo>
                  <a:cubicBezTo>
                    <a:pt x="407473" y="59436"/>
                    <a:pt x="414982" y="89440"/>
                    <a:pt x="416883" y="123063"/>
                  </a:cubicBezTo>
                  <a:close/>
                  <a:moveTo>
                    <a:pt x="372115" y="332613"/>
                  </a:moveTo>
                  <a:cubicBezTo>
                    <a:pt x="383331" y="305467"/>
                    <a:pt x="380480" y="240030"/>
                    <a:pt x="380480" y="209169"/>
                  </a:cubicBezTo>
                  <a:cubicBezTo>
                    <a:pt x="380480" y="178308"/>
                    <a:pt x="383331" y="113729"/>
                    <a:pt x="372115" y="85725"/>
                  </a:cubicBezTo>
                  <a:cubicBezTo>
                    <a:pt x="364702" y="67913"/>
                    <a:pt x="350634" y="52959"/>
                    <a:pt x="332955" y="46482"/>
                  </a:cubicBezTo>
                  <a:cubicBezTo>
                    <a:pt x="304916" y="35243"/>
                    <a:pt x="239618" y="38100"/>
                    <a:pt x="209772" y="38100"/>
                  </a:cubicBezTo>
                  <a:cubicBezTo>
                    <a:pt x="179927" y="38100"/>
                    <a:pt x="113583" y="35243"/>
                    <a:pt x="86589" y="46482"/>
                  </a:cubicBezTo>
                  <a:cubicBezTo>
                    <a:pt x="67960" y="53912"/>
                    <a:pt x="53893" y="68009"/>
                    <a:pt x="46479" y="85725"/>
                  </a:cubicBezTo>
                  <a:cubicBezTo>
                    <a:pt x="35263" y="113824"/>
                    <a:pt x="38114" y="179260"/>
                    <a:pt x="38114" y="209169"/>
                  </a:cubicBezTo>
                  <a:cubicBezTo>
                    <a:pt x="38114" y="239077"/>
                    <a:pt x="35263" y="305562"/>
                    <a:pt x="46479" y="332613"/>
                  </a:cubicBezTo>
                  <a:cubicBezTo>
                    <a:pt x="53893" y="351282"/>
                    <a:pt x="67960" y="365379"/>
                    <a:pt x="86589" y="372809"/>
                  </a:cubicBezTo>
                  <a:cubicBezTo>
                    <a:pt x="113678" y="384048"/>
                    <a:pt x="178977" y="381191"/>
                    <a:pt x="209772" y="381191"/>
                  </a:cubicBezTo>
                  <a:cubicBezTo>
                    <a:pt x="240568" y="381191"/>
                    <a:pt x="305011" y="384048"/>
                    <a:pt x="332955" y="372809"/>
                  </a:cubicBezTo>
                  <a:cubicBezTo>
                    <a:pt x="350729" y="365379"/>
                    <a:pt x="365652" y="351282"/>
                    <a:pt x="372115" y="332613"/>
                  </a:cubicBezTo>
                  <a:close/>
                </a:path>
              </a:pathLst>
            </a:custGeom>
            <a:solidFill>
              <a:srgbClr val="CDEAE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5881514-4893-8349-8806-CD65BB09E216}"/>
                </a:ext>
              </a:extLst>
            </p:cNvPr>
            <p:cNvSpPr/>
            <p:nvPr/>
          </p:nvSpPr>
          <p:spPr>
            <a:xfrm>
              <a:off x="7640540" y="3200400"/>
              <a:ext cx="218611" cy="419100"/>
            </a:xfrm>
            <a:custGeom>
              <a:avLst/>
              <a:gdLst>
                <a:gd name="connsiteX0" fmla="*/ 204259 w 218611"/>
                <a:gd name="connsiteY0" fmla="*/ 235744 h 419100"/>
                <a:gd name="connsiteX1" fmla="*/ 144664 w 218611"/>
                <a:gd name="connsiteY1" fmla="*/ 235744 h 419100"/>
                <a:gd name="connsiteX2" fmla="*/ 144664 w 218611"/>
                <a:gd name="connsiteY2" fmla="*/ 419100 h 419100"/>
                <a:gd name="connsiteX3" fmla="*/ 65203 w 218611"/>
                <a:gd name="connsiteY3" fmla="*/ 419100 h 419100"/>
                <a:gd name="connsiteX4" fmla="*/ 65203 w 218611"/>
                <a:gd name="connsiteY4" fmla="*/ 235744 h 419100"/>
                <a:gd name="connsiteX5" fmla="*/ 0 w 218611"/>
                <a:gd name="connsiteY5" fmla="*/ 235744 h 419100"/>
                <a:gd name="connsiteX6" fmla="*/ 0 w 218611"/>
                <a:gd name="connsiteY6" fmla="*/ 160401 h 419100"/>
                <a:gd name="connsiteX7" fmla="*/ 65203 w 218611"/>
                <a:gd name="connsiteY7" fmla="*/ 160401 h 419100"/>
                <a:gd name="connsiteX8" fmla="*/ 65203 w 218611"/>
                <a:gd name="connsiteY8" fmla="*/ 102299 h 419100"/>
                <a:gd name="connsiteX9" fmla="*/ 161393 w 218611"/>
                <a:gd name="connsiteY9" fmla="*/ 0 h 419100"/>
                <a:gd name="connsiteX10" fmla="*/ 218612 w 218611"/>
                <a:gd name="connsiteY10" fmla="*/ 5715 h 419100"/>
                <a:gd name="connsiteX11" fmla="*/ 218612 w 218611"/>
                <a:gd name="connsiteY11" fmla="*/ 70390 h 419100"/>
                <a:gd name="connsiteX12" fmla="*/ 186010 w 218611"/>
                <a:gd name="connsiteY12" fmla="*/ 70390 h 419100"/>
                <a:gd name="connsiteX13" fmla="*/ 144664 w 218611"/>
                <a:gd name="connsiteY13" fmla="*/ 111347 h 419100"/>
                <a:gd name="connsiteX14" fmla="*/ 144664 w 218611"/>
                <a:gd name="connsiteY14" fmla="*/ 160496 h 419100"/>
                <a:gd name="connsiteX15" fmla="*/ 215475 w 218611"/>
                <a:gd name="connsiteY15" fmla="*/ 160496 h 419100"/>
                <a:gd name="connsiteX16" fmla="*/ 204259 w 218611"/>
                <a:gd name="connsiteY16" fmla="*/ 235839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8611" h="419100">
                  <a:moveTo>
                    <a:pt x="204259" y="235744"/>
                  </a:moveTo>
                  <a:lnTo>
                    <a:pt x="144664" y="235744"/>
                  </a:lnTo>
                  <a:lnTo>
                    <a:pt x="144664" y="419100"/>
                  </a:lnTo>
                  <a:lnTo>
                    <a:pt x="65203" y="419100"/>
                  </a:lnTo>
                  <a:lnTo>
                    <a:pt x="65203" y="235744"/>
                  </a:lnTo>
                  <a:lnTo>
                    <a:pt x="0" y="235744"/>
                  </a:lnTo>
                  <a:lnTo>
                    <a:pt x="0" y="160401"/>
                  </a:lnTo>
                  <a:lnTo>
                    <a:pt x="65203" y="160401"/>
                  </a:lnTo>
                  <a:lnTo>
                    <a:pt x="65203" y="102299"/>
                  </a:lnTo>
                  <a:cubicBezTo>
                    <a:pt x="65203" y="36767"/>
                    <a:pt x="103318" y="0"/>
                    <a:pt x="161393" y="0"/>
                  </a:cubicBezTo>
                  <a:cubicBezTo>
                    <a:pt x="189242" y="0"/>
                    <a:pt x="218612" y="5715"/>
                    <a:pt x="218612" y="5715"/>
                  </a:cubicBezTo>
                  <a:lnTo>
                    <a:pt x="218612" y="70390"/>
                  </a:lnTo>
                  <a:lnTo>
                    <a:pt x="186010" y="70390"/>
                  </a:lnTo>
                  <a:cubicBezTo>
                    <a:pt x="154264" y="70390"/>
                    <a:pt x="144664" y="90011"/>
                    <a:pt x="144664" y="111347"/>
                  </a:cubicBezTo>
                  <a:lnTo>
                    <a:pt x="144664" y="160496"/>
                  </a:lnTo>
                  <a:lnTo>
                    <a:pt x="215475" y="160496"/>
                  </a:lnTo>
                  <a:lnTo>
                    <a:pt x="204259" y="235839"/>
                  </a:lnTo>
                  <a:close/>
                </a:path>
              </a:pathLst>
            </a:custGeom>
            <a:solidFill>
              <a:srgbClr val="CDEAE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3" name="Graphic 37">
            <a:extLst>
              <a:ext uri="{FF2B5EF4-FFF2-40B4-BE49-F238E27FC236}">
                <a16:creationId xmlns:a16="http://schemas.microsoft.com/office/drawing/2014/main" id="{0A447EDA-CBA0-3EEC-4662-E2A4D2B3411D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BEC6E0-593F-F22F-BE87-9B0363295346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D245D8-C93F-97E2-C03B-07F4289EB014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AED09-0116-F806-C51F-073E0C325E76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52AEF2-225D-1EEF-4143-3EC29B620844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8" name="Graphic 21">
            <a:extLst>
              <a:ext uri="{FF2B5EF4-FFF2-40B4-BE49-F238E27FC236}">
                <a16:creationId xmlns:a16="http://schemas.microsoft.com/office/drawing/2014/main" id="{1E6029E7-AAE1-FCF0-EBB9-014553CAFFDB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D788BBFF-45D4-6D3F-79DA-9E04233719F5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4">
              <a:extLst>
                <a:ext uri="{FF2B5EF4-FFF2-40B4-BE49-F238E27FC236}">
                  <a16:creationId xmlns:a16="http://schemas.microsoft.com/office/drawing/2014/main" id="{82936477-0496-DAF8-9900-7BA2C54754F7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7" name="Freeform 25">
              <a:extLst>
                <a:ext uri="{FF2B5EF4-FFF2-40B4-BE49-F238E27FC236}">
                  <a16:creationId xmlns:a16="http://schemas.microsoft.com/office/drawing/2014/main" id="{4C8CB8E8-E43D-4CC4-6FC5-A24843063B4C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6">
              <a:extLst>
                <a:ext uri="{FF2B5EF4-FFF2-40B4-BE49-F238E27FC236}">
                  <a16:creationId xmlns:a16="http://schemas.microsoft.com/office/drawing/2014/main" id="{9F139313-25BC-8474-D520-A96DB77613F9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AEDC8303-BB3D-47EE-00C9-6BF8C7F950B0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4D2A2B63-3E52-ECA6-4746-5BFA2387AE01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7EE2FA80-E925-ED3D-0D73-289731E24702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426CA28B-5375-867B-FBEE-EA0F171762A5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82F6F68E-74CB-F34C-AE5A-454CEA715DF4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7" name="Freeform 32">
              <a:extLst>
                <a:ext uri="{FF2B5EF4-FFF2-40B4-BE49-F238E27FC236}">
                  <a16:creationId xmlns:a16="http://schemas.microsoft.com/office/drawing/2014/main" id="{DCC556BA-BFC2-3559-2BE3-97A48F5E7320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9" name="Freeform 33">
              <a:extLst>
                <a:ext uri="{FF2B5EF4-FFF2-40B4-BE49-F238E27FC236}">
                  <a16:creationId xmlns:a16="http://schemas.microsoft.com/office/drawing/2014/main" id="{81C6727E-1BDD-139F-3E52-56565A4AED9E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50" name="Slide Number Placeholder 47">
            <a:extLst>
              <a:ext uri="{FF2B5EF4-FFF2-40B4-BE49-F238E27FC236}">
                <a16:creationId xmlns:a16="http://schemas.microsoft.com/office/drawing/2014/main" id="{66545F22-5B90-DA12-4DEE-64BC386385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145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-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E44068-7212-0741-BC67-CE28A6B0582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723" y="3429000"/>
            <a:ext cx="4054737" cy="968025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insert a Headline</a:t>
            </a:r>
            <a:endParaRPr lang="en-PT"/>
          </a:p>
        </p:txBody>
      </p:sp>
      <p:sp>
        <p:nvSpPr>
          <p:cNvPr id="40" name="Graphic 37">
            <a:extLst>
              <a:ext uri="{FF2B5EF4-FFF2-40B4-BE49-F238E27FC236}">
                <a16:creationId xmlns:a16="http://schemas.microsoft.com/office/drawing/2014/main" id="{85A394F1-76F7-F244-9F40-E46405D94531}"/>
              </a:ext>
            </a:extLst>
          </p:cNvPr>
          <p:cNvSpPr/>
          <p:nvPr/>
        </p:nvSpPr>
        <p:spPr>
          <a:xfrm>
            <a:off x="5601217" y="4863808"/>
            <a:ext cx="997186" cy="968031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89" name="Graphic 37">
            <a:extLst>
              <a:ext uri="{FF2B5EF4-FFF2-40B4-BE49-F238E27FC236}">
                <a16:creationId xmlns:a16="http://schemas.microsoft.com/office/drawing/2014/main" id="{5FADA0CE-6F82-294A-A09F-97F0F555F31C}"/>
              </a:ext>
            </a:extLst>
          </p:cNvPr>
          <p:cNvSpPr/>
          <p:nvPr/>
        </p:nvSpPr>
        <p:spPr>
          <a:xfrm>
            <a:off x="11526508" y="420995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18A2ED-EFA2-7149-B1AB-9A4C605E38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1076964"/>
            <a:ext cx="12188825" cy="1739900"/>
          </a:xfrm>
        </p:spPr>
        <p:txBody>
          <a:bodyPr>
            <a:noAutofit/>
          </a:bodyPr>
          <a:lstStyle>
            <a:lvl1pPr algn="ctr">
              <a:defRPr sz="14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insert</a:t>
            </a:r>
            <a:endParaRPr lang="en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7ABEF2-60BF-5B6B-56B2-C432971F96C1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5AF72F-62B9-3D80-A5F4-D8C1A76BB0B3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C55AA-2DD1-80B0-C089-B891924B1D73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1B539-011C-3885-EA79-2D5FF0F90673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8" name="Graphic 21">
            <a:extLst>
              <a:ext uri="{FF2B5EF4-FFF2-40B4-BE49-F238E27FC236}">
                <a16:creationId xmlns:a16="http://schemas.microsoft.com/office/drawing/2014/main" id="{AD59E864-E823-9997-E9AB-337840A52641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4BBDB05E-2E15-BB10-5609-EDA2609EBF64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E13F7D5E-A94B-25FB-5298-009796F1F899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C3B283C1-3468-F5E7-6EF5-B6A4ADA0F898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0494633D-6105-5FDD-6D84-DB8942741113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066272F4-EAE6-C278-23A4-2BF369EA9F3E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8">
              <a:extLst>
                <a:ext uri="{FF2B5EF4-FFF2-40B4-BE49-F238E27FC236}">
                  <a16:creationId xmlns:a16="http://schemas.microsoft.com/office/drawing/2014/main" id="{399C4F06-34E9-CC62-D599-8BC743BF42A3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9">
              <a:extLst>
                <a:ext uri="{FF2B5EF4-FFF2-40B4-BE49-F238E27FC236}">
                  <a16:creationId xmlns:a16="http://schemas.microsoft.com/office/drawing/2014/main" id="{E4B65A6E-AE15-0178-6B8C-10BE23E9ED92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5DBF28F6-3A3E-E384-3AB7-D440AE380A63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31">
              <a:extLst>
                <a:ext uri="{FF2B5EF4-FFF2-40B4-BE49-F238E27FC236}">
                  <a16:creationId xmlns:a16="http://schemas.microsoft.com/office/drawing/2014/main" id="{96BE9121-125F-2E68-2685-C3FB8BF0082F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id="{6B912901-4E95-F6A1-CDE1-8728307278E9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id="{4C61C48D-1512-EA67-6841-909F5014A29A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37" name="Slide Number Placeholder 47">
            <a:extLst>
              <a:ext uri="{FF2B5EF4-FFF2-40B4-BE49-F238E27FC236}">
                <a16:creationId xmlns:a16="http://schemas.microsoft.com/office/drawing/2014/main" id="{72065573-653D-26F9-1D07-8A85045F96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77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- Footer Forma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F08DA9-85B1-D9F0-9FDF-B9B557A68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B5AEA9-6EA0-B349-B137-21316F1E47F8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9FAA25-7BEA-98B1-08A7-09210E82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F3CC3-9AD3-B0C6-3AA5-A9795E95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DE8DAA-7DEF-D14D-8FDA-016202E28B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953A1A52-5796-5640-846D-5AA7A46206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232132"/>
            <a:ext cx="5775960" cy="4307838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6" name="Graphic 37">
            <a:extLst>
              <a:ext uri="{FF2B5EF4-FFF2-40B4-BE49-F238E27FC236}">
                <a16:creationId xmlns:a16="http://schemas.microsoft.com/office/drawing/2014/main" id="{C7986C05-45D9-C355-0519-70B7FD39EC23}"/>
              </a:ext>
            </a:extLst>
          </p:cNvPr>
          <p:cNvSpPr/>
          <p:nvPr userDrawn="1"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456479-A0CE-0E77-89B7-CF05FB952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CA8D63FA-E727-DF30-F527-26C8494F10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  <p:sp>
        <p:nvSpPr>
          <p:cNvPr id="9" name="Graphic 37">
            <a:extLst>
              <a:ext uri="{FF2B5EF4-FFF2-40B4-BE49-F238E27FC236}">
                <a16:creationId xmlns:a16="http://schemas.microsoft.com/office/drawing/2014/main" id="{29E27117-83D2-FBC8-28D8-734CA7708D5E}"/>
              </a:ext>
            </a:extLst>
          </p:cNvPr>
          <p:cNvSpPr/>
          <p:nvPr userDrawn="1"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1918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EA569-4F8B-FF87-F7D3-9DC40BE5D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CCEB4-BE50-A021-45EF-BFABF28E6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04525-FDC2-A494-682A-65C3DAC03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5AEA9-6EA0-B349-B137-21316F1E47F8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9A121-06CE-F8C8-4B40-7D580EFF1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DCE2A-3534-4571-BC2F-0AB9D8BB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639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pening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232132"/>
            <a:ext cx="5775960" cy="4307838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F35A5543-EC15-9824-F3E0-51E883455ECB}"/>
              </a:ext>
            </a:extLst>
          </p:cNvPr>
          <p:cNvSpPr/>
          <p:nvPr userDrawn="1"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6F0CCC-9ED0-ACC9-CF16-B062FB4D2FE2}"/>
              </a:ext>
            </a:extLst>
          </p:cNvPr>
          <p:cNvSpPr/>
          <p:nvPr userDrawn="1"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689B7D-EEAA-2F40-46FA-EE509BC3329A}"/>
              </a:ext>
            </a:extLst>
          </p:cNvPr>
          <p:cNvSpPr/>
          <p:nvPr userDrawn="1"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D7F7F6-2433-5736-C8E5-60AEBECCFBC8}"/>
              </a:ext>
            </a:extLst>
          </p:cNvPr>
          <p:cNvSpPr txBox="1"/>
          <p:nvPr userDrawn="1"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D9671-0ACC-DC29-C8DD-D868C672C5C6}"/>
              </a:ext>
            </a:extLst>
          </p:cNvPr>
          <p:cNvSpPr txBox="1"/>
          <p:nvPr userDrawn="1"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1" name="Graphic 21">
            <a:extLst>
              <a:ext uri="{FF2B5EF4-FFF2-40B4-BE49-F238E27FC236}">
                <a16:creationId xmlns:a16="http://schemas.microsoft.com/office/drawing/2014/main" id="{9A0C7B92-AD02-0E2E-9DC9-6FE7E0BAB2CC}"/>
              </a:ext>
            </a:extLst>
          </p:cNvPr>
          <p:cNvGrpSpPr/>
          <p:nvPr userDrawn="1"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6ABB3A38-D389-9AC8-81BE-AE4B48DCD5AB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392FC71A-4458-FB4F-B01C-2E32CD932BDA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DE078B75-C425-4D91-FAF1-6EBF861C9F99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E9E883A0-2728-1733-C465-8EBCBE66F281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60CCE9D3-B200-A206-B73C-8BF4DFC7C892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971FE7A2-DE69-7614-1419-3AD5CF8147A2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E7504DE1-47BD-ABC8-09DD-1A16FA6C8FBA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AAB63CB7-DF5E-8F66-13F1-7261D8C199C0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CC753D78-9472-CFAD-7BD2-D189BA3B66EA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CCDB26E9-9192-2401-1E99-CAE16E98CD4C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427B85C7-F674-08C4-F6AB-6E49D837B865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3" name="Slide Number Placeholder 47">
            <a:extLst>
              <a:ext uri="{FF2B5EF4-FFF2-40B4-BE49-F238E27FC236}">
                <a16:creationId xmlns:a16="http://schemas.microsoft.com/office/drawing/2014/main" id="{2893DCB6-D086-51FA-E555-DD608CDBEFD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A846F9DD-CD1C-1941-9766-570E7B02CB06}" type="slidenum">
              <a:rPr lang="en-PT" smtClean="0"/>
              <a:pPr/>
              <a:t>‹#›</a:t>
            </a:fld>
            <a:endParaRPr lang="en-PT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5C4C64-1EDF-88A9-78B2-0A6F580DF359}"/>
              </a:ext>
            </a:extLst>
          </p:cNvPr>
          <p:cNvCxnSpPr>
            <a:cxnSpLocks/>
          </p:cNvCxnSpPr>
          <p:nvPr userDrawn="1"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A509A806-2EDD-8E5E-9DBD-5E5B1E9148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EECD649-7202-6855-B9D4-D9C815B033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6334481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 userDrawn="1"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105" y="3125182"/>
            <a:ext cx="5805380" cy="692925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GB"/>
              <a:t>Title</a:t>
            </a:r>
            <a:endParaRPr lang="en-PT"/>
          </a:p>
        </p:txBody>
      </p:sp>
      <p:grpSp>
        <p:nvGrpSpPr>
          <p:cNvPr id="23" name="Graphic 21">
            <a:extLst>
              <a:ext uri="{FF2B5EF4-FFF2-40B4-BE49-F238E27FC236}">
                <a16:creationId xmlns:a16="http://schemas.microsoft.com/office/drawing/2014/main" id="{487D8F7B-0FF4-CC4A-A22A-E4E9E9413919}"/>
              </a:ext>
            </a:extLst>
          </p:cNvPr>
          <p:cNvGrpSpPr/>
          <p:nvPr/>
        </p:nvGrpSpPr>
        <p:grpSpPr>
          <a:xfrm>
            <a:off x="595699" y="659932"/>
            <a:ext cx="2522064" cy="238139"/>
            <a:chOff x="2546350" y="3092450"/>
            <a:chExt cx="7099490" cy="670350"/>
          </a:xfrm>
          <a:solidFill>
            <a:schemeClr val="tx2"/>
          </a:solidFill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0369393-1E25-D04E-B9DA-2128FDA9EEC3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A3AE8470-C774-0C4F-8874-F3791D780D31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D092881-4137-6B48-B96F-563478F72757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E7D7EF5-2EC3-254D-A6C9-20EFE588EEF2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CC316F4-D406-2B47-89D4-7C69A4040F6E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EF5A415-272C-654A-8889-E676FCEE8DA8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88C2D3D-D1E0-6042-8F4A-53F96422C92D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22A9198-00BA-7246-869D-DE2B1BC6FC19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D26BA2D-E758-DD46-AD06-891BB1DD5C4C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786D7EB-26FC-9D46-A847-F5D0DFBD1856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BED5034-7066-F649-8004-6C6C260F950F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</p:grpSp>
      <p:grpSp>
        <p:nvGrpSpPr>
          <p:cNvPr id="7" name="Graphic 5">
            <a:extLst>
              <a:ext uri="{FF2B5EF4-FFF2-40B4-BE49-F238E27FC236}">
                <a16:creationId xmlns:a16="http://schemas.microsoft.com/office/drawing/2014/main" id="{0F2F2C72-4B8E-2842-A4F9-EF0287F8E01E}"/>
              </a:ext>
            </a:extLst>
          </p:cNvPr>
          <p:cNvGrpSpPr/>
          <p:nvPr/>
        </p:nvGrpSpPr>
        <p:grpSpPr>
          <a:xfrm>
            <a:off x="3117763" y="-9625"/>
            <a:ext cx="8909532" cy="6888435"/>
            <a:chOff x="2749550" y="838200"/>
            <a:chExt cx="6697469" cy="5178171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31A998E-F47C-804A-94E4-9A0F99E857D4}"/>
                </a:ext>
              </a:extLst>
            </p:cNvPr>
            <p:cNvSpPr/>
            <p:nvPr/>
          </p:nvSpPr>
          <p:spPr>
            <a:xfrm>
              <a:off x="2749550" y="838200"/>
              <a:ext cx="6697469" cy="5178171"/>
            </a:xfrm>
            <a:custGeom>
              <a:avLst/>
              <a:gdLst>
                <a:gd name="connsiteX0" fmla="*/ 4117038 w 6697469"/>
                <a:gd name="connsiteY0" fmla="*/ 0 h 5178171"/>
                <a:gd name="connsiteX1" fmla="*/ 0 w 6697469"/>
                <a:gd name="connsiteY1" fmla="*/ 0 h 5178171"/>
                <a:gd name="connsiteX2" fmla="*/ 4025451 w 6697469"/>
                <a:gd name="connsiteY2" fmla="*/ 2215325 h 5178171"/>
                <a:gd name="connsiteX3" fmla="*/ 2411824 w 6697469"/>
                <a:gd name="connsiteY3" fmla="*/ 5178171 h 5178171"/>
                <a:gd name="connsiteX4" fmla="*/ 4660658 w 6697469"/>
                <a:gd name="connsiteY4" fmla="*/ 5178171 h 5178171"/>
                <a:gd name="connsiteX5" fmla="*/ 6697470 w 6697469"/>
                <a:gd name="connsiteY5" fmla="*/ 1423511 h 5178171"/>
                <a:gd name="connsiteX6" fmla="*/ 4117038 w 6697469"/>
                <a:gd name="connsiteY6" fmla="*/ 0 h 51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97469" h="5178171">
                  <a:moveTo>
                    <a:pt x="4117038" y="0"/>
                  </a:moveTo>
                  <a:lnTo>
                    <a:pt x="0" y="0"/>
                  </a:lnTo>
                  <a:lnTo>
                    <a:pt x="4025451" y="2215325"/>
                  </a:lnTo>
                  <a:lnTo>
                    <a:pt x="2411824" y="5178171"/>
                  </a:lnTo>
                  <a:lnTo>
                    <a:pt x="4660658" y="5178171"/>
                  </a:lnTo>
                  <a:lnTo>
                    <a:pt x="6697470" y="1423511"/>
                  </a:lnTo>
                  <a:lnTo>
                    <a:pt x="4117038" y="0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33C16789-2F6C-9642-B3F0-CECE37EF6D00}"/>
                </a:ext>
              </a:extLst>
            </p:cNvPr>
            <p:cNvSpPr/>
            <p:nvPr/>
          </p:nvSpPr>
          <p:spPr>
            <a:xfrm>
              <a:off x="3431597" y="838200"/>
              <a:ext cx="5641933" cy="5178171"/>
            </a:xfrm>
            <a:custGeom>
              <a:avLst/>
              <a:gdLst>
                <a:gd name="connsiteX0" fmla="*/ 2836723 w 5641933"/>
                <a:gd name="connsiteY0" fmla="*/ 0 h 5178171"/>
                <a:gd name="connsiteX1" fmla="*/ 0 w 5641933"/>
                <a:gd name="connsiteY1" fmla="*/ 0 h 5178171"/>
                <a:gd name="connsiteX2" fmla="*/ 3761353 w 5641933"/>
                <a:gd name="connsiteY2" fmla="*/ 2088642 h 5178171"/>
                <a:gd name="connsiteX3" fmla="*/ 2074799 w 5641933"/>
                <a:gd name="connsiteY3" fmla="*/ 5178171 h 5178171"/>
                <a:gd name="connsiteX4" fmla="*/ 3651582 w 5641933"/>
                <a:gd name="connsiteY4" fmla="*/ 5178171 h 5178171"/>
                <a:gd name="connsiteX5" fmla="*/ 5641934 w 5641933"/>
                <a:gd name="connsiteY5" fmla="*/ 1537526 h 5178171"/>
                <a:gd name="connsiteX6" fmla="*/ 2836723 w 5641933"/>
                <a:gd name="connsiteY6" fmla="*/ 0 h 51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41933" h="5178171">
                  <a:moveTo>
                    <a:pt x="2836723" y="0"/>
                  </a:moveTo>
                  <a:lnTo>
                    <a:pt x="0" y="0"/>
                  </a:lnTo>
                  <a:lnTo>
                    <a:pt x="3761353" y="2088642"/>
                  </a:lnTo>
                  <a:lnTo>
                    <a:pt x="2074799" y="5178171"/>
                  </a:lnTo>
                  <a:lnTo>
                    <a:pt x="3651582" y="5178171"/>
                  </a:lnTo>
                  <a:lnTo>
                    <a:pt x="5641934" y="1537526"/>
                  </a:lnTo>
                  <a:cubicBezTo>
                    <a:pt x="5641934" y="1537526"/>
                    <a:pt x="3589223" y="410813"/>
                    <a:pt x="2836723" y="0"/>
                  </a:cubicBezTo>
                  <a:close/>
                </a:path>
              </a:pathLst>
            </a:custGeom>
            <a:solidFill>
              <a:srgbClr val="27335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</p:spTree>
    <p:extLst>
      <p:ext uri="{BB962C8B-B14F-4D97-AF65-F5344CB8AC3E}">
        <p14:creationId xmlns:p14="http://schemas.microsoft.com/office/powerpoint/2010/main" val="23697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E74B16-16AE-C442-AE15-267E4381A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37EBD-BDD8-364E-A6D9-669E46F81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First Point</a:t>
            </a:r>
          </a:p>
          <a:p>
            <a:pPr lvl="2"/>
            <a:r>
              <a:rPr lang="en-GB"/>
              <a:t>Second Point</a:t>
            </a:r>
          </a:p>
          <a:p>
            <a:pPr lvl="3"/>
            <a:r>
              <a:rPr lang="en-GB"/>
              <a:t>Third Point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12804-FA1C-7D49-9B8C-C865C9BD1F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fld id="{90B5AEA9-6EA0-B349-B137-21316F1E47F8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B2417-AE50-2D44-B5AC-AF8511D5B1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3DEEF-8C9D-E748-B4A9-56F826B146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02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60" r:id="rId29"/>
    <p:sldLayoutId id="2147483661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2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None/>
        <a:defRPr sz="28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1pPr>
      <a:lvl2pPr marL="182880" indent="-18288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0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8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4pPr>
      <a:lvl5pPr marL="891540" indent="-342900" algn="l" defTabSz="9144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/>
        <a:defRPr sz="16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4.png"/>
  <Relationship Id="rId1" Type="http://schemas.openxmlformats.org/officeDocument/2006/relationships/slideLayout" Target="../slideLayouts/slideLayout2.xml"/>
  <Relationship Id="rId4" Type="http://schemas.microsoft.com/office/2007/relationships/hdphoto" Target="../media/hdphoto1.wdp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0E9DEC-B8D2-D61B-A767-B5AC2B74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E2B68-3986-7926-DF8D-A4B81751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05" y="2839975"/>
            <a:ext cx="5805380" cy="692925"/>
          </a:xfrm>
        </p:spPr>
        <p:txBody>
          <a:bodyPr/>
          <a:lstStyle/>
          <a:p>
            <a:r>
              <a:t>Template Logo Smoke Test</a:t>
              <a:rPr lang="en-US" dirty="0" sz="4000" b="1">
                <a:solidFill>
                  <a:srgbClr val="FFFFFF"/>
                </a:solidFill>
              </a:rPr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42CF6333-67F0-11C0-425F-7689AEFC7537}"/>
              </a:ext>
            </a:extLst>
          </p:cNvPr>
          <p:cNvSpPr/>
          <p:nvPr/>
        </p:nvSpPr>
        <p:spPr>
          <a:xfrm>
            <a:off x="3938604" y="1060704"/>
            <a:ext cx="8253397" cy="5797296"/>
          </a:xfrm>
          <a:custGeom>
            <a:avLst/>
            <a:gdLst>
              <a:gd name="connsiteX0" fmla="*/ 6363820 w 8253397"/>
              <a:gd name="connsiteY0" fmla="*/ 0 h 5797296"/>
              <a:gd name="connsiteX1" fmla="*/ 8253397 w 8253397"/>
              <a:gd name="connsiteY1" fmla="*/ 1721363 h 5797296"/>
              <a:gd name="connsiteX2" fmla="*/ 8253397 w 8253397"/>
              <a:gd name="connsiteY2" fmla="*/ 5797296 h 5797296"/>
              <a:gd name="connsiteX3" fmla="*/ 0 w 8253397"/>
              <a:gd name="connsiteY3" fmla="*/ 5797296 h 5797296"/>
              <a:gd name="connsiteX4" fmla="*/ 6363820 w 8253397"/>
              <a:gd name="connsiteY4" fmla="*/ 0 h 5797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53397" h="5797296">
                <a:moveTo>
                  <a:pt x="6363820" y="0"/>
                </a:moveTo>
                <a:lnTo>
                  <a:pt x="8253397" y="1721363"/>
                </a:lnTo>
                <a:lnTo>
                  <a:pt x="8253397" y="5797296"/>
                </a:lnTo>
                <a:lnTo>
                  <a:pt x="0" y="5797296"/>
                </a:lnTo>
                <a:lnTo>
                  <a:pt x="6363820" y="0"/>
                </a:lnTo>
                <a:close/>
              </a:path>
            </a:pathLst>
          </a:custGeom>
          <a:solidFill>
            <a:schemeClr val="accent2">
              <a:alpha val="25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C2C6866-E132-8082-C7FE-49A7449A50C4}"/>
              </a:ext>
            </a:extLst>
          </p:cNvPr>
          <p:cNvSpPr/>
          <p:nvPr/>
        </p:nvSpPr>
        <p:spPr>
          <a:xfrm>
            <a:off x="7005616" y="3854683"/>
            <a:ext cx="5186385" cy="3003318"/>
          </a:xfrm>
          <a:custGeom>
            <a:avLst/>
            <a:gdLst>
              <a:gd name="connsiteX0" fmla="*/ 3296808 w 5186385"/>
              <a:gd name="connsiteY0" fmla="*/ 0 h 3003318"/>
              <a:gd name="connsiteX1" fmla="*/ 5186385 w 5186385"/>
              <a:gd name="connsiteY1" fmla="*/ 1721363 h 3003318"/>
              <a:gd name="connsiteX2" fmla="*/ 5186385 w 5186385"/>
              <a:gd name="connsiteY2" fmla="*/ 3003318 h 3003318"/>
              <a:gd name="connsiteX3" fmla="*/ 0 w 5186385"/>
              <a:gd name="connsiteY3" fmla="*/ 3003318 h 3003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6385" h="3003318">
                <a:moveTo>
                  <a:pt x="3296808" y="0"/>
                </a:moveTo>
                <a:lnTo>
                  <a:pt x="5186385" y="1721363"/>
                </a:lnTo>
                <a:lnTo>
                  <a:pt x="5186385" y="3003318"/>
                </a:lnTo>
                <a:lnTo>
                  <a:pt x="0" y="3003318"/>
                </a:lnTo>
                <a:close/>
              </a:path>
            </a:pathLst>
          </a:custGeom>
          <a:solidFill>
            <a:schemeClr val="accent6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C06BE4-ECB8-7154-B0E2-0E30AEBBAB05}"/>
              </a:ext>
            </a:extLst>
          </p:cNvPr>
          <p:cNvSpPr/>
          <p:nvPr/>
        </p:nvSpPr>
        <p:spPr>
          <a:xfrm>
            <a:off x="653142" y="3811967"/>
            <a:ext cx="5593277" cy="950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63A746-4789-CB9F-4EE7-C7CB7F66952D}"/>
              </a:ext>
            </a:extLst>
          </p:cNvPr>
          <p:cNvSpPr txBox="1"/>
          <p:nvPr/>
        </p:nvSpPr>
        <p:spPr>
          <a:xfrm>
            <a:off x="567917" y="4186041"/>
            <a:ext cx="5186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Ensure title slide keeps layout</a:t>
              <a:rPr sz="2400">
                <a:solidFill>
                  <a:srgbClr val="FFFFFF"/>
                </a:solidFill>
              </a:rPr>
            </a:r>
            <a:endParaRPr/>
          </a:p>
        </p:txBody>
      </p:sp>
      <p:grpSp>
        <p:nvGrpSpPr>
          <p:cNvPr id="34" name="Graphic 21">
            <a:extLst>
              <a:ext uri="{FF2B5EF4-FFF2-40B4-BE49-F238E27FC236}">
                <a16:creationId xmlns:a16="http://schemas.microsoft.com/office/drawing/2014/main" id="{774FF064-3A93-8599-FEE2-F1114FFBCB4E}"/>
              </a:ext>
            </a:extLst>
          </p:cNvPr>
          <p:cNvGrpSpPr/>
          <p:nvPr/>
        </p:nvGrpSpPr>
        <p:grpSpPr>
          <a:xfrm>
            <a:off x="653142" y="567318"/>
            <a:ext cx="4162136" cy="392998"/>
            <a:chOff x="2546350" y="3092450"/>
            <a:chExt cx="7099490" cy="670350"/>
          </a:xfrm>
          <a:solidFill>
            <a:schemeClr val="bg2"/>
          </a:solidFill>
        </p:grpSpPr>
        <p:sp>
          <p:nvSpPr>
            <p:cNvPr id="35" name="Freeform 23">
              <a:extLst>
                <a:ext uri="{FF2B5EF4-FFF2-40B4-BE49-F238E27FC236}">
                  <a16:creationId xmlns:a16="http://schemas.microsoft.com/office/drawing/2014/main" id="{E8ED5FC7-7DE9-C3D6-3C18-F7E2E50B2790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id="{246B76FB-C642-D881-34BB-E39034FBEBAE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61BE41C3-3936-CDA1-4799-B9034CFFDF9C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689E8ACA-5117-F3A5-96E3-932A7841E41F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moveTo>
                    <a:pt x="205271" y="350012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D9FE9C50-42BE-1E43-D4F4-7EEC9A4548A4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9F934F17-CB1D-50A0-6871-BCDF97A203BF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ED920FA7-DB1C-488B-8E8D-86952350AA1A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DE990A78-BE13-83A0-2784-D5A0B445A5FA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moveTo>
                    <a:pt x="122382" y="99733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cubicBezTo>
                    <a:pt x="335361" y="351813"/>
                    <a:pt x="337169" y="351150"/>
                    <a:pt x="338977" y="350296"/>
                  </a:cubicBez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lnTo>
                    <a:pt x="204890" y="99733"/>
                  </a:lnTo>
                  <a:lnTo>
                    <a:pt x="122382" y="274359"/>
                  </a:lnTo>
                  <a:lnTo>
                    <a:pt x="122382" y="99827"/>
                  </a:lnTo>
                  <a:close/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D34C394E-6A85-0DAF-59FB-FCB3491B5403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4" name="Freeform 32">
              <a:extLst>
                <a:ext uri="{FF2B5EF4-FFF2-40B4-BE49-F238E27FC236}">
                  <a16:creationId xmlns:a16="http://schemas.microsoft.com/office/drawing/2014/main" id="{58938FCB-BE90-6D1C-BC98-51CB57437F51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lnTo>
                    <a:pt x="232107" y="237955"/>
                  </a:lnTo>
                  <a:lnTo>
                    <a:pt x="449939" y="173679"/>
                  </a:lnTo>
                  <a:lnTo>
                    <a:pt x="236009" y="347358"/>
                  </a:lnTo>
                  <a:lnTo>
                    <a:pt x="0" y="4033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5" name="Freeform 33">
              <a:extLst>
                <a:ext uri="{FF2B5EF4-FFF2-40B4-BE49-F238E27FC236}">
                  <a16:creationId xmlns:a16="http://schemas.microsoft.com/office/drawing/2014/main" id="{69A6D6C5-E790-48B8-0827-5546E9366A43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</p:spTree>
    <p:extLst>
      <p:ext uri="{BB962C8B-B14F-4D97-AF65-F5344CB8AC3E}">
        <p14:creationId xmlns:p14="http://schemas.microsoft.com/office/powerpoint/2010/main" val="150443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B2A42-ACCB-94E1-CE34-803EFA1D3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8A3ED5-1AFC-A05E-7FFD-9F2BF07DBCB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79000"/>
                    </a14:imgEffect>
                    <a14:imgEffect>
                      <a14:brightnessContrast contrast="-50000"/>
                    </a14:imgEffect>
                  </a14:imgLayer>
                </a14:imgProps>
              </a:ext>
            </a:extLst>
          </a:blip>
          <a:srcRect t="7812" b="7812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2E91C72-5733-5057-0DF2-95DD4BC0BE60}"/>
              </a:ext>
            </a:extLst>
          </p:cNvPr>
          <p:cNvSpPr/>
          <p:nvPr/>
        </p:nvSpPr>
        <p:spPr>
          <a:xfrm>
            <a:off x="21747" y="7671"/>
            <a:ext cx="12192000" cy="6858000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074440-B009-12D5-1687-90028AE5056A}"/>
              </a:ext>
            </a:extLst>
          </p:cNvPr>
          <p:cNvSpPr txBox="1"/>
          <p:nvPr/>
        </p:nvSpPr>
        <p:spPr>
          <a:xfrm>
            <a:off x="667265" y="3266549"/>
            <a:ext cx="68456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eft">
              <a:buFont typeface="Wingdings" pitchFamily="2" charset="2"/>
              <a:buChar char="§"/>
            </a:pPr>
            <a:r>
              <a:t>Intro</a:t>
              <a:rPr/>
            </a:r>
            <a:endParaRPr/>
          </a:p>
          <a:p>
            <a:pPr marL="285750" indent="-285750" algn="left">
              <a:buFont typeface="Wingdings" pitchFamily="2" charset="2"/>
              <a:buChar char="§"/>
            </a:pPr>
            <a:r>
              <a:t>Demo</a:t>
              <a:rPr/>
            </a:r>
            <a:endParaRPr/>
          </a:p>
          <a:p>
            <a:pPr marL="285750" indent="-285750" algn="left">
              <a:buFont typeface="Wingdings" pitchFamily="2" charset="2"/>
              <a:buChar char="§"/>
            </a:pPr>
            <a:r>
              <a:t>Q&amp;A</a:t>
              <a:rPr/>
            </a: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8E6699-3445-A02E-C32C-3D80280C4191}"/>
              </a:ext>
            </a:extLst>
          </p:cNvPr>
          <p:cNvSpPr txBox="1"/>
          <p:nvPr/>
        </p:nvSpPr>
        <p:spPr>
          <a:xfrm>
            <a:off x="749644" y="2304872"/>
            <a:ext cx="6053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Agenda</a:t>
              <a:rPr sz="3200" b="1">
                <a:solidFill>
                  <a:srgbClr val="101D41"/>
                </a:solidFill>
              </a:rPr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225B58-699D-0CAD-0A17-4946310ED362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0C77D6-A40D-EFE7-2228-BB1E697A494B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2EA6D-E507-475D-F5A7-E0CAF78198E7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A7608-B47A-0197-7781-A9B74FE463A4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/>
          </a:p>
        </p:txBody>
      </p:sp>
      <p:sp>
        <p:nvSpPr>
          <p:cNvPr id="25" name="Slide Number Placeholder 47">
            <a:extLst>
              <a:ext uri="{FF2B5EF4-FFF2-40B4-BE49-F238E27FC236}">
                <a16:creationId xmlns:a16="http://schemas.microsoft.com/office/drawing/2014/main" id="{0E3AD8F2-6646-32BB-2E86-A34C25BEC223}"/>
              </a:ext>
            </a:extLst>
          </p:cNvPr>
          <p:cNvSpPr txBox="1">
            <a:spLocks/>
          </p:cNvSpPr>
          <p:nvPr/>
        </p:nvSpPr>
        <p:spPr>
          <a:xfrm>
            <a:off x="11801095" y="6500251"/>
            <a:ext cx="439635" cy="421574"/>
          </a:xfrm>
          <a:prstGeom prst="rect">
            <a:avLst/>
          </a:prstGeom>
        </p:spPr>
        <p:txBody>
          <a:bodyPr anchor="ctr"/>
          <a:lstStyle>
            <a:defPPr>
              <a:defRPr lang="en-PT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E8DAA-7DEF-D14D-8FDA-016202E28B81}" type="slidenum">
              <a:rPr lang="en-US" sz="1200" smtClean="0">
                <a:latin typeface="Aptos" panose="020B0004020202020204" pitchFamily="34" charset="0"/>
              </a:rPr>
              <a:pPr/>
              <a:t>5</a:t>
            </a:fld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6" name="Graphic 37">
            <a:extLst>
              <a:ext uri="{FF2B5EF4-FFF2-40B4-BE49-F238E27FC236}">
                <a16:creationId xmlns:a16="http://schemas.microsoft.com/office/drawing/2014/main" id="{DFF8C7B3-D41F-389A-0274-153E1608CE02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5E7A6A-CF49-2FA8-5589-0507FF2B9E67}"/>
              </a:ext>
            </a:extLst>
          </p:cNvPr>
          <p:cNvSpPr txBox="1"/>
          <p:nvPr/>
        </p:nvSpPr>
        <p:spPr>
          <a:xfrm>
            <a:off x="7923152" y="540136"/>
            <a:ext cx="35999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/>
              <a:rPr/>
            </a: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DA508D-2010-7929-DCB9-C3303E92FC37}"/>
              </a:ext>
            </a:extLst>
          </p:cNvPr>
          <p:cNvSpPr txBox="1"/>
          <p:nvPr/>
        </p:nvSpPr>
        <p:spPr>
          <a:xfrm>
            <a:off x="7923152" y="2006244"/>
            <a:ext cx="35999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  <a:p>
            <a:pPr marL="285750" indent="-285750">
              <a:buFont typeface="Wingdings" pitchFamily="2" charset="2"/>
              <a:buChar char="§"/>
            </a:pPr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72BC0F-827B-EFCC-1923-112897646BDB}"/>
              </a:ext>
            </a:extLst>
          </p:cNvPr>
          <p:cNvSpPr txBox="1"/>
          <p:nvPr/>
        </p:nvSpPr>
        <p:spPr>
          <a:xfrm>
            <a:off x="7923152" y="4844287"/>
            <a:ext cx="359993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  <a:p>
            <a:pPr marL="285750" indent="-285750">
              <a:buFont typeface="Wingdings" pitchFamily="2" charset="2"/>
              <a:buChar char="§"/>
            </a:pPr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hlinkClick r:id="rId5"/>
            <a:extLst>
              <a:ext uri="{FF2B5EF4-FFF2-40B4-BE49-F238E27FC236}">
                <a16:creationId xmlns:a16="http://schemas.microsoft.com/office/drawing/2014/main" id="{F6BD626A-55A8-EFE4-FB9B-1BBBC0AD5851}"/>
              </a:ext>
            </a:extLst>
          </p:cNvPr>
          <p:cNvSpPr txBox="1"/>
          <p:nvPr/>
        </p:nvSpPr>
        <p:spPr>
          <a:xfrm>
            <a:off x="7923152" y="1625023"/>
            <a:ext cx="35999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/>
              <a:rPr/>
            </a:r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B65D6B-B135-F8CD-A978-B104902D41B3}"/>
              </a:ext>
            </a:extLst>
          </p:cNvPr>
          <p:cNvCxnSpPr>
            <a:cxnSpLocks/>
          </p:cNvCxnSpPr>
          <p:nvPr/>
        </p:nvCxnSpPr>
        <p:spPr>
          <a:xfrm>
            <a:off x="766121" y="3098401"/>
            <a:ext cx="4350165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" name="Graphic 21">
            <a:extLst>
              <a:ext uri="{FF2B5EF4-FFF2-40B4-BE49-F238E27FC236}">
                <a16:creationId xmlns:a16="http://schemas.microsoft.com/office/drawing/2014/main" id="{F0C6A804-F84C-6BF3-0025-04EE563772DD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B045AB6-47B1-AA9D-4272-B0D82C5D27E7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17B573A-4B3A-F11E-564B-FAE624174120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B7CB6E1-4FD8-6C58-6C24-B7EA26F85A58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5BB564-2753-5C0D-F005-765FBA2DFDC8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moveTo>
                    <a:pt x="205271" y="350012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CD22F2D-44C3-BA18-3707-7215DE78691B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06F524-A4B8-5E05-C8AF-EEC624A3F2F6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BF7A2C5-D4C9-64A5-A6FC-86FF64B0EDC2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2A6C3F4-08DC-4FB6-E6DB-5160A3A2A5B3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moveTo>
                    <a:pt x="122382" y="99733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cubicBezTo>
                    <a:pt x="335361" y="351813"/>
                    <a:pt x="337169" y="351150"/>
                    <a:pt x="338977" y="350296"/>
                  </a:cubicBez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lnTo>
                    <a:pt x="204890" y="99733"/>
                  </a:lnTo>
                  <a:lnTo>
                    <a:pt x="122382" y="274359"/>
                  </a:lnTo>
                  <a:lnTo>
                    <a:pt x="122382" y="99827"/>
                  </a:lnTo>
                  <a:close/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F385516-E27B-786B-97F1-67DE65391271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49B4990-E2AA-66F9-DCDE-A2800C71EA59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lnTo>
                    <a:pt x="232107" y="237955"/>
                  </a:lnTo>
                  <a:lnTo>
                    <a:pt x="449939" y="173679"/>
                  </a:lnTo>
                  <a:lnTo>
                    <a:pt x="236009" y="347358"/>
                  </a:lnTo>
                  <a:lnTo>
                    <a:pt x="0" y="4033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362610D-2CDC-F672-CE5E-F2AEEC759B1F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</p:spTree>
    <p:extLst>
      <p:ext uri="{BB962C8B-B14F-4D97-AF65-F5344CB8AC3E}">
        <p14:creationId xmlns:p14="http://schemas.microsoft.com/office/powerpoint/2010/main" val="1893105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87F866F-1DB9-5A53-195F-2D0A2EC6A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  <a:rPr sz="3400" b="1">
                <a:solidFill>
                  <a:srgbClr val="101D41"/>
                </a:solidFill>
              </a:rPr>
            </a:r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DDD631-8F71-B911-03AD-093A7DA214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8F793-4F55-3590-0B66-0233FEE00926}"/>
              </a:ext>
            </a:extLst>
          </p:cNvPr>
          <p:cNvSpPr txBox="1"/>
          <p:nvPr/>
        </p:nvSpPr>
        <p:spPr>
          <a:xfrm>
            <a:off x="3490454" y="4009210"/>
            <a:ext cx="6957690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65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t>Key outcomes</a:t>
              <a:rPr sz="2200"/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3B426D-AC66-51B4-D93D-5ACAE764020B}"/>
              </a:ext>
            </a:extLst>
          </p:cNvPr>
          <p:cNvSpPr txBox="1"/>
          <p:nvPr/>
        </p:nvSpPr>
        <p:spPr>
          <a:xfrm>
            <a:off x="902749" y="1965288"/>
            <a:ext cx="7866497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t/>
              <a:rPr/>
            </a:r>
            <a:endParaRPr/>
          </a:p>
        </p:txBody>
      </p:sp>
      <p:sp>
        <p:nvSpPr>
          <p:cNvPr id="12" name="Slide Number Placeholder 47">
            <a:extLst>
              <a:ext uri="{FF2B5EF4-FFF2-40B4-BE49-F238E27FC236}">
                <a16:creationId xmlns:a16="http://schemas.microsoft.com/office/drawing/2014/main" id="{C97A60C3-1001-8542-990B-913CE0EBA19F}"/>
              </a:ext>
            </a:extLst>
          </p:cNvPr>
          <p:cNvSpPr txBox="1">
            <a:spLocks/>
          </p:cNvSpPr>
          <p:nvPr/>
        </p:nvSpPr>
        <p:spPr>
          <a:xfrm>
            <a:off x="11801095" y="6500251"/>
            <a:ext cx="439635" cy="421574"/>
          </a:xfrm>
          <a:prstGeom prst="rect">
            <a:avLst/>
          </a:prstGeom>
        </p:spPr>
        <p:txBody>
          <a:bodyPr anchor="ctr"/>
          <a:lstStyle>
            <a:defPPr>
              <a:defRPr lang="en-PT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E8DAA-7DEF-D14D-8FDA-016202E28B81}" type="slidenum">
              <a:rPr lang="en-US" sz="1200" smtClean="0">
                <a:latin typeface="Aptos" panose="020B0004020202020204" pitchFamily="34" charset="0"/>
              </a:rPr>
              <a:pPr/>
              <a:t>3</a:t>
            </a:fld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Graphic 37">
            <a:extLst>
              <a:ext uri="{FF2B5EF4-FFF2-40B4-BE49-F238E27FC236}">
                <a16:creationId xmlns:a16="http://schemas.microsoft.com/office/drawing/2014/main" id="{638FBCE7-D4CF-508B-6E19-48BD5612705A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>
              <a:alpha val="8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860B09-6A2E-CF60-49D6-63A97C90F725}"/>
              </a:ext>
            </a:extLst>
          </p:cNvPr>
          <p:cNvCxnSpPr>
            <a:cxnSpLocks/>
          </p:cNvCxnSpPr>
          <p:nvPr/>
        </p:nvCxnSpPr>
        <p:spPr>
          <a:xfrm>
            <a:off x="321310" y="1043668"/>
            <a:ext cx="11430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6645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HEALTHRISE 1">
      <a:dk1>
        <a:srgbClr val="000000"/>
      </a:dk1>
      <a:lt1>
        <a:srgbClr val="FFFFFF"/>
      </a:lt1>
      <a:dk2>
        <a:srgbClr val="101D41"/>
      </a:dk2>
      <a:lt2>
        <a:srgbClr val="FFFFFF"/>
      </a:lt2>
      <a:accent1>
        <a:srgbClr val="FBB03B"/>
      </a:accent1>
      <a:accent2>
        <a:srgbClr val="92B2BB"/>
      </a:accent2>
      <a:accent3>
        <a:srgbClr val="101D41"/>
      </a:accent3>
      <a:accent4>
        <a:srgbClr val="205956"/>
      </a:accent4>
      <a:accent5>
        <a:srgbClr val="CDEAE3"/>
      </a:accent5>
      <a:accent6>
        <a:srgbClr val="E7F0F1"/>
      </a:accent6>
      <a:hlink>
        <a:srgbClr val="0085FF"/>
      </a:hlink>
      <a:folHlink>
        <a:srgbClr val="0085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DB2AC99-3902-CB46-997C-288276F38954}" vid="{EB2CAA62-8C5D-2043-9FF7-6855CA7CE3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69316</TotalTime>
  <Words>32</Words>
  <Application>Microsoft Office PowerPoint</Application>
  <PresentationFormat>Widescreen</PresentationFormat>
  <Paragraphs>63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-apple-system</vt:lpstr>
      <vt:lpstr>Aptos</vt:lpstr>
      <vt:lpstr>Arial</vt:lpstr>
      <vt:lpstr>Calibri</vt:lpstr>
      <vt:lpstr>Orbital</vt:lpstr>
      <vt:lpstr>Segoe UI</vt:lpstr>
      <vt:lpstr>Wingdings</vt:lpstr>
      <vt:lpstr>Theme1</vt:lpstr>
      <vt:lpstr>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Weber</dc:creator>
  <cp:lastModifiedBy>Hello Allen</cp:lastModifiedBy>
  <cp:revision>19</cp:revision>
  <cp:lastPrinted>2025-02-28T19:40:19Z</cp:lastPrinted>
  <dcterms:created xsi:type="dcterms:W3CDTF">2024-12-23T14:51:02Z</dcterms:created>
  <dcterms:modified xsi:type="dcterms:W3CDTF">2025-10-16T07:21:41Z</dcterms:modified>
</cp:coreProperties>
</file>